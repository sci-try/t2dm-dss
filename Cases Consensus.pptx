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712" r:id="rId2"/>
  </p:sldMasterIdLst>
  <p:notesMasterIdLst>
    <p:notesMasterId r:id="rId35"/>
  </p:notesMasterIdLst>
  <p:sldIdLst>
    <p:sldId id="2147483437" r:id="rId3"/>
    <p:sldId id="2563" r:id="rId4"/>
    <p:sldId id="2147483443" r:id="rId5"/>
    <p:sldId id="2147483438" r:id="rId6"/>
    <p:sldId id="2147483440" r:id="rId7"/>
    <p:sldId id="2147483439" r:id="rId8"/>
    <p:sldId id="2147483442" r:id="rId9"/>
    <p:sldId id="2147483441" r:id="rId10"/>
    <p:sldId id="2147483444" r:id="rId11"/>
    <p:sldId id="2147483469" r:id="rId12"/>
    <p:sldId id="2147483445" r:id="rId13"/>
    <p:sldId id="2147483446" r:id="rId14"/>
    <p:sldId id="2147483447" r:id="rId15"/>
    <p:sldId id="2147483448" r:id="rId16"/>
    <p:sldId id="2147483449" r:id="rId17"/>
    <p:sldId id="2147483450" r:id="rId18"/>
    <p:sldId id="2147483451" r:id="rId19"/>
    <p:sldId id="2147483452" r:id="rId20"/>
    <p:sldId id="2147483453" r:id="rId21"/>
    <p:sldId id="2147483463" r:id="rId22"/>
    <p:sldId id="2147483457" r:id="rId23"/>
    <p:sldId id="2147483458" r:id="rId24"/>
    <p:sldId id="2147483459" r:id="rId25"/>
    <p:sldId id="2147483462" r:id="rId26"/>
    <p:sldId id="2147483461" r:id="rId27"/>
    <p:sldId id="2147483455" r:id="rId28"/>
    <p:sldId id="2147483456" r:id="rId29"/>
    <p:sldId id="2147483464" r:id="rId30"/>
    <p:sldId id="2147483465" r:id="rId31"/>
    <p:sldId id="2147483466" r:id="rId32"/>
    <p:sldId id="2147483467" r:id="rId33"/>
    <p:sldId id="2147483468"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907A392C-8405-4AB2-8874-8A986B78F757}">
          <p14:sldIdLst>
            <p14:sldId id="2147483437"/>
            <p14:sldId id="2563"/>
            <p14:sldId id="2147483443"/>
            <p14:sldId id="2147483438"/>
            <p14:sldId id="2147483440"/>
            <p14:sldId id="2147483439"/>
            <p14:sldId id="2147483442"/>
            <p14:sldId id="2147483441"/>
            <p14:sldId id="2147483444"/>
            <p14:sldId id="2147483469"/>
            <p14:sldId id="2147483445"/>
            <p14:sldId id="2147483446"/>
            <p14:sldId id="2147483447"/>
            <p14:sldId id="2147483448"/>
            <p14:sldId id="2147483449"/>
            <p14:sldId id="2147483450"/>
            <p14:sldId id="2147483451"/>
            <p14:sldId id="2147483452"/>
            <p14:sldId id="2147483453"/>
          </p14:sldIdLst>
        </p14:section>
        <p14:section name="After BI Failure" id="{E20FB68C-F497-4A44-8B6F-8BF5B3CEF928}">
          <p14:sldIdLst>
            <p14:sldId id="2147483463"/>
            <p14:sldId id="2147483457"/>
            <p14:sldId id="2147483458"/>
            <p14:sldId id="2147483459"/>
            <p14:sldId id="2147483462"/>
          </p14:sldIdLst>
        </p14:section>
        <p14:section name="After GLP1-RA Failure" id="{436D6CC1-9E30-48C0-9547-B6463B394D8B}">
          <p14:sldIdLst>
            <p14:sldId id="2147483461"/>
            <p14:sldId id="2147483455"/>
            <p14:sldId id="2147483456"/>
          </p14:sldIdLst>
        </p14:section>
        <p14:section name="After BI+GLP1-RA Failure" id="{1A871720-61A7-43F5-9E22-766160B2A1E7}">
          <p14:sldIdLst>
            <p14:sldId id="2147483464"/>
          </p14:sldIdLst>
        </p14:section>
        <p14:section name="After BI+GLP1 RA+RAI failure" id="{43BECAE7-533C-48D3-9A80-7D146BC235C6}">
          <p14:sldIdLst>
            <p14:sldId id="2147483465"/>
            <p14:sldId id="2147483466"/>
          </p14:sldIdLst>
        </p14:section>
        <p14:section name="After PMX failure" id="{C775081C-422E-4039-A7A4-87B09E62AB85}">
          <p14:sldIdLst>
            <p14:sldId id="2147483467"/>
          </p14:sldIdLst>
        </p14:section>
        <p14:section name="After Basal Bolus failure" id="{B149B654-072D-4BE1-B1FE-C3040B98C2C1}">
          <p14:sldIdLst>
            <p14:sldId id="21474834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2803CE9-9E94-46B5-8178-D30F95563A7A}" v="42" dt="2026-04-22T12:12:59.24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8443" autoAdjust="0"/>
  </p:normalViewPr>
  <p:slideViewPr>
    <p:cSldViewPr snapToGrid="0">
      <p:cViewPr varScale="1">
        <p:scale>
          <a:sx n="65" d="100"/>
          <a:sy n="65" d="100"/>
        </p:scale>
        <p:origin x="724" y="60"/>
      </p:cViewPr>
      <p:guideLst/>
    </p:cSldViewPr>
  </p:slideViewPr>
  <p:notesTextViewPr>
    <p:cViewPr>
      <p:scale>
        <a:sx n="1" d="1"/>
        <a:sy n="1" d="1"/>
      </p:scale>
      <p:origin x="0" y="0"/>
    </p:cViewPr>
  </p:notesTextViewPr>
  <p:sorterViewPr>
    <p:cViewPr varScale="1">
      <p:scale>
        <a:sx n="100" d="100"/>
        <a:sy n="100" d="100"/>
      </p:scale>
      <p:origin x="0" y="-17628"/>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ableStyles" Target="tableStyles.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notesMaster" Target="notesMasters/notesMaster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rpinian, Sarine /JO" userId="42c76afc-7428-4a8d-91b2-9d08dca57af0" providerId="ADAL" clId="{2AA51CB8-08D2-491E-B92D-A89224229E06}"/>
    <pc:docChg chg="undo custSel addSld delSld modSld addSection modSection">
      <pc:chgData name="Tarpinian, Sarine /JO" userId="42c76afc-7428-4a8d-91b2-9d08dca57af0" providerId="ADAL" clId="{2AA51CB8-08D2-491E-B92D-A89224229E06}" dt="2026-04-22T12:23:33.813" v="1492" actId="478"/>
      <pc:docMkLst>
        <pc:docMk/>
      </pc:docMkLst>
      <pc:sldChg chg="modSp add mod">
        <pc:chgData name="Tarpinian, Sarine /JO" userId="42c76afc-7428-4a8d-91b2-9d08dca57af0" providerId="ADAL" clId="{2AA51CB8-08D2-491E-B92D-A89224229E06}" dt="2026-04-22T12:00:45.370" v="1437" actId="20577"/>
        <pc:sldMkLst>
          <pc:docMk/>
          <pc:sldMk cId="2940138417" sldId="2563"/>
        </pc:sldMkLst>
        <pc:graphicFrameChg chg="mod modGraphic">
          <ac:chgData name="Tarpinian, Sarine /JO" userId="42c76afc-7428-4a8d-91b2-9d08dca57af0" providerId="ADAL" clId="{2AA51CB8-08D2-491E-B92D-A89224229E06}" dt="2026-04-22T12:00:45.370" v="1437" actId="20577"/>
          <ac:graphicFrameMkLst>
            <pc:docMk/>
            <pc:sldMk cId="2940138417" sldId="2563"/>
            <ac:graphicFrameMk id="5" creationId="{219E4431-B238-47E4-91FF-7389B8D0305F}"/>
          </ac:graphicFrameMkLst>
        </pc:graphicFrameChg>
      </pc:sldChg>
      <pc:sldChg chg="modNotesTx">
        <pc:chgData name="Tarpinian, Sarine /JO" userId="42c76afc-7428-4a8d-91b2-9d08dca57af0" providerId="ADAL" clId="{2AA51CB8-08D2-491E-B92D-A89224229E06}" dt="2026-04-15T14:52:08.184" v="486" actId="20577"/>
        <pc:sldMkLst>
          <pc:docMk/>
          <pc:sldMk cId="2038900928" sldId="2147483437"/>
        </pc:sldMkLst>
      </pc:sldChg>
      <pc:sldChg chg="addSp delSp modSp mod modNotesTx">
        <pc:chgData name="Tarpinian, Sarine /JO" userId="42c76afc-7428-4a8d-91b2-9d08dca57af0" providerId="ADAL" clId="{2AA51CB8-08D2-491E-B92D-A89224229E06}" dt="2026-04-22T12:02:45.314" v="1446" actId="20577"/>
        <pc:sldMkLst>
          <pc:docMk/>
          <pc:sldMk cId="2943394285" sldId="2147483438"/>
        </pc:sldMkLst>
        <pc:spChg chg="add mod">
          <ac:chgData name="Tarpinian, Sarine /JO" userId="42c76afc-7428-4a8d-91b2-9d08dca57af0" providerId="ADAL" clId="{2AA51CB8-08D2-491E-B92D-A89224229E06}" dt="2026-04-22T12:02:45.314" v="1446" actId="20577"/>
          <ac:spMkLst>
            <pc:docMk/>
            <pc:sldMk cId="2943394285" sldId="2147483438"/>
            <ac:spMk id="4" creationId="{767DB093-F6B5-7D07-3655-CA6F577F9FF8}"/>
          </ac:spMkLst>
        </pc:spChg>
        <pc:spChg chg="add mod">
          <ac:chgData name="Tarpinian, Sarine /JO" userId="42c76afc-7428-4a8d-91b2-9d08dca57af0" providerId="ADAL" clId="{2AA51CB8-08D2-491E-B92D-A89224229E06}" dt="2026-04-15T07:33:03.427" v="91" actId="208"/>
          <ac:spMkLst>
            <pc:docMk/>
            <pc:sldMk cId="2943394285" sldId="2147483438"/>
            <ac:spMk id="9" creationId="{774425C3-0690-0B9E-7F50-777F9810AAC7}"/>
          </ac:spMkLst>
        </pc:spChg>
        <pc:spChg chg="add mod">
          <ac:chgData name="Tarpinian, Sarine /JO" userId="42c76afc-7428-4a8d-91b2-9d08dca57af0" providerId="ADAL" clId="{2AA51CB8-08D2-491E-B92D-A89224229E06}" dt="2026-04-15T07:55:37.884" v="148" actId="1035"/>
          <ac:spMkLst>
            <pc:docMk/>
            <pc:sldMk cId="2943394285" sldId="2147483438"/>
            <ac:spMk id="11" creationId="{0A7467F9-5C60-5126-DE07-C12C961F0F00}"/>
          </ac:spMkLst>
        </pc:spChg>
        <pc:spChg chg="add mod">
          <ac:chgData name="Tarpinian, Sarine /JO" userId="42c76afc-7428-4a8d-91b2-9d08dca57af0" providerId="ADAL" clId="{2AA51CB8-08D2-491E-B92D-A89224229E06}" dt="2026-04-15T07:56:28.594" v="158" actId="1076"/>
          <ac:spMkLst>
            <pc:docMk/>
            <pc:sldMk cId="2943394285" sldId="2147483438"/>
            <ac:spMk id="15" creationId="{00AFAB2F-DA30-1B46-5DE7-03511DB9972C}"/>
          </ac:spMkLst>
        </pc:spChg>
      </pc:sldChg>
      <pc:sldChg chg="delSp mod">
        <pc:chgData name="Tarpinian, Sarine /JO" userId="42c76afc-7428-4a8d-91b2-9d08dca57af0" providerId="ADAL" clId="{2AA51CB8-08D2-491E-B92D-A89224229E06}" dt="2026-04-22T12:23:33.813" v="1492" actId="478"/>
        <pc:sldMkLst>
          <pc:docMk/>
          <pc:sldMk cId="3940872934" sldId="2147483439"/>
        </pc:sldMkLst>
        <pc:spChg chg="del">
          <ac:chgData name="Tarpinian, Sarine /JO" userId="42c76afc-7428-4a8d-91b2-9d08dca57af0" providerId="ADAL" clId="{2AA51CB8-08D2-491E-B92D-A89224229E06}" dt="2026-04-22T12:23:33.813" v="1492" actId="478"/>
          <ac:spMkLst>
            <pc:docMk/>
            <pc:sldMk cId="3940872934" sldId="2147483439"/>
            <ac:spMk id="9" creationId="{6037C2FA-4B2C-1151-83C8-C7224FA6EAAE}"/>
          </ac:spMkLst>
        </pc:spChg>
      </pc:sldChg>
      <pc:sldChg chg="addSp modSp mod">
        <pc:chgData name="Tarpinian, Sarine /JO" userId="42c76afc-7428-4a8d-91b2-9d08dca57af0" providerId="ADAL" clId="{2AA51CB8-08D2-491E-B92D-A89224229E06}" dt="2026-04-15T11:11:49.363" v="179" actId="1035"/>
        <pc:sldMkLst>
          <pc:docMk/>
          <pc:sldMk cId="1634338515" sldId="2147483440"/>
        </pc:sldMkLst>
        <pc:spChg chg="add mod">
          <ac:chgData name="Tarpinian, Sarine /JO" userId="42c76afc-7428-4a8d-91b2-9d08dca57af0" providerId="ADAL" clId="{2AA51CB8-08D2-491E-B92D-A89224229E06}" dt="2026-04-15T11:11:49.363" v="179" actId="1035"/>
          <ac:spMkLst>
            <pc:docMk/>
            <pc:sldMk cId="1634338515" sldId="2147483440"/>
            <ac:spMk id="2" creationId="{EB07D6A2-EB5A-E8D6-86D9-EA05A22C52BB}"/>
          </ac:spMkLst>
        </pc:spChg>
      </pc:sldChg>
      <pc:sldChg chg="addSp delSp modSp mod modAnim">
        <pc:chgData name="Tarpinian, Sarine /JO" userId="42c76afc-7428-4a8d-91b2-9d08dca57af0" providerId="ADAL" clId="{2AA51CB8-08D2-491E-B92D-A89224229E06}" dt="2026-04-22T11:58:29.253" v="1429"/>
        <pc:sldMkLst>
          <pc:docMk/>
          <pc:sldMk cId="3422259950" sldId="2147483441"/>
        </pc:sldMkLst>
        <pc:spChg chg="add mod">
          <ac:chgData name="Tarpinian, Sarine /JO" userId="42c76afc-7428-4a8d-91b2-9d08dca57af0" providerId="ADAL" clId="{2AA51CB8-08D2-491E-B92D-A89224229E06}" dt="2026-04-15T07:29:50.068" v="60" actId="20577"/>
          <ac:spMkLst>
            <pc:docMk/>
            <pc:sldMk cId="3422259950" sldId="2147483441"/>
            <ac:spMk id="8" creationId="{A3EF4EA4-489C-D1B3-26BC-05A8F39E3E6F}"/>
          </ac:spMkLst>
        </pc:spChg>
        <pc:spChg chg="add mod">
          <ac:chgData name="Tarpinian, Sarine /JO" userId="42c76afc-7428-4a8d-91b2-9d08dca57af0" providerId="ADAL" clId="{2AA51CB8-08D2-491E-B92D-A89224229E06}" dt="2026-04-15T07:58:25.394" v="164" actId="1076"/>
          <ac:spMkLst>
            <pc:docMk/>
            <pc:sldMk cId="3422259950" sldId="2147483441"/>
            <ac:spMk id="9" creationId="{5B2F3C81-0676-BE95-8492-A46055409121}"/>
          </ac:spMkLst>
        </pc:spChg>
        <pc:spChg chg="add mod">
          <ac:chgData name="Tarpinian, Sarine /JO" userId="42c76afc-7428-4a8d-91b2-9d08dca57af0" providerId="ADAL" clId="{2AA51CB8-08D2-491E-B92D-A89224229E06}" dt="2026-04-15T11:19:54.600" v="208"/>
          <ac:spMkLst>
            <pc:docMk/>
            <pc:sldMk cId="3422259950" sldId="2147483441"/>
            <ac:spMk id="10" creationId="{791CD7F1-863C-A738-99E1-E2E4E4F124CF}"/>
          </ac:spMkLst>
        </pc:spChg>
        <pc:picChg chg="mod">
          <ac:chgData name="Tarpinian, Sarine /JO" userId="42c76afc-7428-4a8d-91b2-9d08dca57af0" providerId="ADAL" clId="{2AA51CB8-08D2-491E-B92D-A89224229E06}" dt="2026-04-15T11:18:58.290" v="192" actId="1076"/>
          <ac:picMkLst>
            <pc:docMk/>
            <pc:sldMk cId="3422259950" sldId="2147483441"/>
            <ac:picMk id="3" creationId="{93DF6B67-586F-2AD4-538C-5A2D9B4A7CA1}"/>
          </ac:picMkLst>
        </pc:picChg>
      </pc:sldChg>
      <pc:sldChg chg="addSp modSp mod">
        <pc:chgData name="Tarpinian, Sarine /JO" userId="42c76afc-7428-4a8d-91b2-9d08dca57af0" providerId="ADAL" clId="{2AA51CB8-08D2-491E-B92D-A89224229E06}" dt="2026-04-15T07:54:45.809" v="99" actId="1076"/>
        <pc:sldMkLst>
          <pc:docMk/>
          <pc:sldMk cId="3637464053" sldId="2147483443"/>
        </pc:sldMkLst>
        <pc:spChg chg="add mod">
          <ac:chgData name="Tarpinian, Sarine /JO" userId="42c76afc-7428-4a8d-91b2-9d08dca57af0" providerId="ADAL" clId="{2AA51CB8-08D2-491E-B92D-A89224229E06}" dt="2026-04-15T07:14:10.423" v="2" actId="1076"/>
          <ac:spMkLst>
            <pc:docMk/>
            <pc:sldMk cId="3637464053" sldId="2147483443"/>
            <ac:spMk id="7" creationId="{5F2C3D69-139C-397C-206D-45BCABA75C8B}"/>
          </ac:spMkLst>
        </pc:spChg>
        <pc:spChg chg="add mod">
          <ac:chgData name="Tarpinian, Sarine /JO" userId="42c76afc-7428-4a8d-91b2-9d08dca57af0" providerId="ADAL" clId="{2AA51CB8-08D2-491E-B92D-A89224229E06}" dt="2026-04-15T07:54:45.809" v="99" actId="1076"/>
          <ac:spMkLst>
            <pc:docMk/>
            <pc:sldMk cId="3637464053" sldId="2147483443"/>
            <ac:spMk id="9" creationId="{B2FC0BAA-779F-A0DA-75F4-0013B46A7717}"/>
          </ac:spMkLst>
        </pc:spChg>
      </pc:sldChg>
      <pc:sldChg chg="addSp modSp mod modAnim modNotesTx">
        <pc:chgData name="Tarpinian, Sarine /JO" userId="42c76afc-7428-4a8d-91b2-9d08dca57af0" providerId="ADAL" clId="{2AA51CB8-08D2-491E-B92D-A89224229E06}" dt="2026-04-21T13:07:29.580" v="1228" actId="12"/>
        <pc:sldMkLst>
          <pc:docMk/>
          <pc:sldMk cId="635719051" sldId="2147483444"/>
        </pc:sldMkLst>
        <pc:spChg chg="mod">
          <ac:chgData name="Tarpinian, Sarine /JO" userId="42c76afc-7428-4a8d-91b2-9d08dca57af0" providerId="ADAL" clId="{2AA51CB8-08D2-491E-B92D-A89224229E06}" dt="2026-04-21T13:07:29.580" v="1228" actId="12"/>
          <ac:spMkLst>
            <pc:docMk/>
            <pc:sldMk cId="635719051" sldId="2147483444"/>
            <ac:spMk id="15" creationId="{2CB08EC4-EFB8-9C75-3B25-D7CEBE321AE6}"/>
          </ac:spMkLst>
        </pc:spChg>
      </pc:sldChg>
      <pc:sldChg chg="addSp delSp modSp mod">
        <pc:chgData name="Tarpinian, Sarine /JO" userId="42c76afc-7428-4a8d-91b2-9d08dca57af0" providerId="ADAL" clId="{2AA51CB8-08D2-491E-B92D-A89224229E06}" dt="2026-04-22T12:13:36.980" v="1467" actId="1076"/>
        <pc:sldMkLst>
          <pc:docMk/>
          <pc:sldMk cId="709270752" sldId="2147483445"/>
        </pc:sldMkLst>
        <pc:spChg chg="add mod">
          <ac:chgData name="Tarpinian, Sarine /JO" userId="42c76afc-7428-4a8d-91b2-9d08dca57af0" providerId="ADAL" clId="{2AA51CB8-08D2-491E-B92D-A89224229E06}" dt="2026-04-15T11:20:07.070" v="243" actId="1038"/>
          <ac:spMkLst>
            <pc:docMk/>
            <pc:sldMk cId="709270752" sldId="2147483445"/>
            <ac:spMk id="2" creationId="{9EBEEE49-DD8A-4C7C-7673-49D7436439C9}"/>
          </ac:spMkLst>
        </pc:spChg>
        <pc:spChg chg="del">
          <ac:chgData name="Tarpinian, Sarine /JO" userId="42c76afc-7428-4a8d-91b2-9d08dca57af0" providerId="ADAL" clId="{2AA51CB8-08D2-491E-B92D-A89224229E06}" dt="2026-04-22T12:12:50.031" v="1452" actId="478"/>
          <ac:spMkLst>
            <pc:docMk/>
            <pc:sldMk cId="709270752" sldId="2147483445"/>
            <ac:spMk id="9" creationId="{E611F249-7706-04FC-BD6D-4F2F9F1DB36E}"/>
          </ac:spMkLst>
        </pc:spChg>
        <pc:spChg chg="add mod">
          <ac:chgData name="Tarpinian, Sarine /JO" userId="42c76afc-7428-4a8d-91b2-9d08dca57af0" providerId="ADAL" clId="{2AA51CB8-08D2-491E-B92D-A89224229E06}" dt="2026-04-22T12:13:36.980" v="1467" actId="1076"/>
          <ac:spMkLst>
            <pc:docMk/>
            <pc:sldMk cId="709270752" sldId="2147483445"/>
            <ac:spMk id="12" creationId="{8CEA3473-FB42-8AA1-B10E-E06BE75DAF9F}"/>
          </ac:spMkLst>
        </pc:spChg>
        <pc:graphicFrameChg chg="add del mod modGraphic">
          <ac:chgData name="Tarpinian, Sarine /JO" userId="42c76afc-7428-4a8d-91b2-9d08dca57af0" providerId="ADAL" clId="{2AA51CB8-08D2-491E-B92D-A89224229E06}" dt="2026-04-22T12:13:03.877" v="1456" actId="21"/>
          <ac:graphicFrameMkLst>
            <pc:docMk/>
            <pc:sldMk cId="709270752" sldId="2147483445"/>
            <ac:graphicFrameMk id="10" creationId="{957A8491-8EA6-EAC3-D5BD-D0D5885CCE22}"/>
          </ac:graphicFrameMkLst>
        </pc:graphicFrameChg>
      </pc:sldChg>
      <pc:sldChg chg="addSp delSp modSp mod modNotesTx">
        <pc:chgData name="Tarpinian, Sarine /JO" userId="42c76afc-7428-4a8d-91b2-9d08dca57af0" providerId="ADAL" clId="{2AA51CB8-08D2-491E-B92D-A89224229E06}" dt="2026-04-22T12:12:45.446" v="1451" actId="478"/>
        <pc:sldMkLst>
          <pc:docMk/>
          <pc:sldMk cId="3848786190" sldId="2147483447"/>
        </pc:sldMkLst>
        <pc:spChg chg="del">
          <ac:chgData name="Tarpinian, Sarine /JO" userId="42c76afc-7428-4a8d-91b2-9d08dca57af0" providerId="ADAL" clId="{2AA51CB8-08D2-491E-B92D-A89224229E06}" dt="2026-04-22T12:12:45.446" v="1451" actId="478"/>
          <ac:spMkLst>
            <pc:docMk/>
            <pc:sldMk cId="3848786190" sldId="2147483447"/>
            <ac:spMk id="7" creationId="{04974920-A9AE-84B9-F1F9-D8EB3874F41A}"/>
          </ac:spMkLst>
        </pc:spChg>
        <pc:spChg chg="add mod">
          <ac:chgData name="Tarpinian, Sarine /JO" userId="42c76afc-7428-4a8d-91b2-9d08dca57af0" providerId="ADAL" clId="{2AA51CB8-08D2-491E-B92D-A89224229E06}" dt="2026-04-15T14:01:53.125" v="295" actId="1076"/>
          <ac:spMkLst>
            <pc:docMk/>
            <pc:sldMk cId="3848786190" sldId="2147483447"/>
            <ac:spMk id="10" creationId="{F2A6634F-2641-12E8-71CE-02E1DA7F038B}"/>
          </ac:spMkLst>
        </pc:spChg>
        <pc:spChg chg="add mod">
          <ac:chgData name="Tarpinian, Sarine /JO" userId="42c76afc-7428-4a8d-91b2-9d08dca57af0" providerId="ADAL" clId="{2AA51CB8-08D2-491E-B92D-A89224229E06}" dt="2026-04-20T11:53:15.092" v="1094" actId="20577"/>
          <ac:spMkLst>
            <pc:docMk/>
            <pc:sldMk cId="3848786190" sldId="2147483447"/>
            <ac:spMk id="11" creationId="{99950751-0B86-90D9-6716-1E3646717437}"/>
          </ac:spMkLst>
        </pc:spChg>
        <pc:picChg chg="mod">
          <ac:chgData name="Tarpinian, Sarine /JO" userId="42c76afc-7428-4a8d-91b2-9d08dca57af0" providerId="ADAL" clId="{2AA51CB8-08D2-491E-B92D-A89224229E06}" dt="2026-04-15T14:01:49.093" v="294" actId="1076"/>
          <ac:picMkLst>
            <pc:docMk/>
            <pc:sldMk cId="3848786190" sldId="2147483447"/>
            <ac:picMk id="3" creationId="{78B96E51-B936-0307-3188-7C2738E63539}"/>
          </ac:picMkLst>
        </pc:picChg>
      </pc:sldChg>
      <pc:sldChg chg="delSp mod">
        <pc:chgData name="Tarpinian, Sarine /JO" userId="42c76afc-7428-4a8d-91b2-9d08dca57af0" providerId="ADAL" clId="{2AA51CB8-08D2-491E-B92D-A89224229E06}" dt="2026-04-22T12:12:41.817" v="1450" actId="478"/>
        <pc:sldMkLst>
          <pc:docMk/>
          <pc:sldMk cId="1425360862" sldId="2147483449"/>
        </pc:sldMkLst>
        <pc:spChg chg="del">
          <ac:chgData name="Tarpinian, Sarine /JO" userId="42c76afc-7428-4a8d-91b2-9d08dca57af0" providerId="ADAL" clId="{2AA51CB8-08D2-491E-B92D-A89224229E06}" dt="2026-04-22T12:12:41.817" v="1450" actId="478"/>
          <ac:spMkLst>
            <pc:docMk/>
            <pc:sldMk cId="1425360862" sldId="2147483449"/>
            <ac:spMk id="12" creationId="{926BD516-3635-23CB-C419-C787AFEE7A17}"/>
          </ac:spMkLst>
        </pc:spChg>
        <pc:spChg chg="del">
          <ac:chgData name="Tarpinian, Sarine /JO" userId="42c76afc-7428-4a8d-91b2-9d08dca57af0" providerId="ADAL" clId="{2AA51CB8-08D2-491E-B92D-A89224229E06}" dt="2026-04-22T12:12:35.757" v="1448" actId="478"/>
          <ac:spMkLst>
            <pc:docMk/>
            <pc:sldMk cId="1425360862" sldId="2147483449"/>
            <ac:spMk id="13" creationId="{4D22E21B-C499-7208-73A4-293D0EF75A99}"/>
          </ac:spMkLst>
        </pc:spChg>
        <pc:spChg chg="del">
          <ac:chgData name="Tarpinian, Sarine /JO" userId="42c76afc-7428-4a8d-91b2-9d08dca57af0" providerId="ADAL" clId="{2AA51CB8-08D2-491E-B92D-A89224229E06}" dt="2026-04-22T12:12:38.371" v="1449" actId="478"/>
          <ac:spMkLst>
            <pc:docMk/>
            <pc:sldMk cId="1425360862" sldId="2147483449"/>
            <ac:spMk id="14" creationId="{5B601A4E-8587-F8BA-9B0D-79A28D95FA67}"/>
          </ac:spMkLst>
        </pc:spChg>
      </pc:sldChg>
      <pc:sldChg chg="addSp delSp modSp mod">
        <pc:chgData name="Tarpinian, Sarine /JO" userId="42c76afc-7428-4a8d-91b2-9d08dca57af0" providerId="ADAL" clId="{2AA51CB8-08D2-491E-B92D-A89224229E06}" dt="2026-04-17T11:53:33.209" v="1038"/>
        <pc:sldMkLst>
          <pc:docMk/>
          <pc:sldMk cId="3771371577" sldId="2147483452"/>
        </pc:sldMkLst>
        <pc:spChg chg="add mod">
          <ac:chgData name="Tarpinian, Sarine /JO" userId="42c76afc-7428-4a8d-91b2-9d08dca57af0" providerId="ADAL" clId="{2AA51CB8-08D2-491E-B92D-A89224229E06}" dt="2026-04-15T14:08:50.472" v="303" actId="1076"/>
          <ac:spMkLst>
            <pc:docMk/>
            <pc:sldMk cId="3771371577" sldId="2147483452"/>
            <ac:spMk id="8" creationId="{0533DF9B-1BE2-39F3-3BC6-952EA70C20B9}"/>
          </ac:spMkLst>
        </pc:spChg>
      </pc:sldChg>
      <pc:sldChg chg="delSp mod">
        <pc:chgData name="Tarpinian, Sarine /JO" userId="42c76afc-7428-4a8d-91b2-9d08dca57af0" providerId="ADAL" clId="{2AA51CB8-08D2-491E-B92D-A89224229E06}" dt="2026-04-22T12:12:31.215" v="1447" actId="478"/>
        <pc:sldMkLst>
          <pc:docMk/>
          <pc:sldMk cId="1819846686" sldId="2147483453"/>
        </pc:sldMkLst>
        <pc:spChg chg="del">
          <ac:chgData name="Tarpinian, Sarine /JO" userId="42c76afc-7428-4a8d-91b2-9d08dca57af0" providerId="ADAL" clId="{2AA51CB8-08D2-491E-B92D-A89224229E06}" dt="2026-04-22T12:12:31.215" v="1447" actId="478"/>
          <ac:spMkLst>
            <pc:docMk/>
            <pc:sldMk cId="1819846686" sldId="2147483453"/>
            <ac:spMk id="11" creationId="{2F45875E-1C84-E935-D1A3-0AC71BA94660}"/>
          </ac:spMkLst>
        </pc:spChg>
      </pc:sldChg>
      <pc:sldChg chg="add">
        <pc:chgData name="Tarpinian, Sarine /JO" userId="42c76afc-7428-4a8d-91b2-9d08dca57af0" providerId="ADAL" clId="{2AA51CB8-08D2-491E-B92D-A89224229E06}" dt="2026-04-15T15:36:16.760" v="771"/>
        <pc:sldMkLst>
          <pc:docMk/>
          <pc:sldMk cId="1131724331" sldId="2147483455"/>
        </pc:sldMkLst>
      </pc:sldChg>
      <pc:sldChg chg="add">
        <pc:chgData name="Tarpinian, Sarine /JO" userId="42c76afc-7428-4a8d-91b2-9d08dca57af0" providerId="ADAL" clId="{2AA51CB8-08D2-491E-B92D-A89224229E06}" dt="2026-04-15T15:36:16.760" v="771"/>
        <pc:sldMkLst>
          <pc:docMk/>
          <pc:sldMk cId="1090070423" sldId="2147483456"/>
        </pc:sldMkLst>
      </pc:sldChg>
      <pc:sldChg chg="addSp delSp modSp new mod">
        <pc:chgData name="Tarpinian, Sarine /JO" userId="42c76afc-7428-4a8d-91b2-9d08dca57af0" providerId="ADAL" clId="{2AA51CB8-08D2-491E-B92D-A89224229E06}" dt="2026-04-15T15:15:39.674" v="638" actId="404"/>
        <pc:sldMkLst>
          <pc:docMk/>
          <pc:sldMk cId="3843105399" sldId="2147483457"/>
        </pc:sldMkLst>
        <pc:spChg chg="add mod">
          <ac:chgData name="Tarpinian, Sarine /JO" userId="42c76afc-7428-4a8d-91b2-9d08dca57af0" providerId="ADAL" clId="{2AA51CB8-08D2-491E-B92D-A89224229E06}" dt="2026-04-15T15:12:25.675" v="552" actId="1076"/>
          <ac:spMkLst>
            <pc:docMk/>
            <pc:sldMk cId="3843105399" sldId="2147483457"/>
            <ac:spMk id="7" creationId="{EF27F9CB-ADCF-363C-7C1C-98E197485C3F}"/>
          </ac:spMkLst>
        </pc:spChg>
        <pc:spChg chg="add mod">
          <ac:chgData name="Tarpinian, Sarine /JO" userId="42c76afc-7428-4a8d-91b2-9d08dca57af0" providerId="ADAL" clId="{2AA51CB8-08D2-491E-B92D-A89224229E06}" dt="2026-04-15T15:12:55.133" v="563" actId="1037"/>
          <ac:spMkLst>
            <pc:docMk/>
            <pc:sldMk cId="3843105399" sldId="2147483457"/>
            <ac:spMk id="8" creationId="{CD85F925-7CCA-8DC1-A57A-AD03CE54E9E4}"/>
          </ac:spMkLst>
        </pc:spChg>
        <pc:spChg chg="add mod">
          <ac:chgData name="Tarpinian, Sarine /JO" userId="42c76afc-7428-4a8d-91b2-9d08dca57af0" providerId="ADAL" clId="{2AA51CB8-08D2-491E-B92D-A89224229E06}" dt="2026-04-15T15:15:39.674" v="638" actId="404"/>
          <ac:spMkLst>
            <pc:docMk/>
            <pc:sldMk cId="3843105399" sldId="2147483457"/>
            <ac:spMk id="9" creationId="{5625479C-5EDF-F496-45B1-EC014B61F81E}"/>
          </ac:spMkLst>
        </pc:spChg>
        <pc:graphicFrameChg chg="add mod modGraphic">
          <ac:chgData name="Tarpinian, Sarine /JO" userId="42c76afc-7428-4a8d-91b2-9d08dca57af0" providerId="ADAL" clId="{2AA51CB8-08D2-491E-B92D-A89224229E06}" dt="2026-04-15T15:12:28.356" v="553" actId="1076"/>
          <ac:graphicFrameMkLst>
            <pc:docMk/>
            <pc:sldMk cId="3843105399" sldId="2147483457"/>
            <ac:graphicFrameMk id="5" creationId="{DA1F9A97-A127-9EEC-3B93-FEC46C2A863A}"/>
          </ac:graphicFrameMkLst>
        </pc:graphicFrameChg>
        <pc:picChg chg="add mod modCrop">
          <ac:chgData name="Tarpinian, Sarine /JO" userId="42c76afc-7428-4a8d-91b2-9d08dca57af0" providerId="ADAL" clId="{2AA51CB8-08D2-491E-B92D-A89224229E06}" dt="2026-04-15T15:14:49.272" v="600" actId="1076"/>
          <ac:picMkLst>
            <pc:docMk/>
            <pc:sldMk cId="3843105399" sldId="2147483457"/>
            <ac:picMk id="3" creationId="{C8BE96EA-868F-F28E-2FAE-00D4B1BAFF6D}"/>
          </ac:picMkLst>
        </pc:picChg>
        <pc:picChg chg="add mod">
          <ac:chgData name="Tarpinian, Sarine /JO" userId="42c76afc-7428-4a8d-91b2-9d08dca57af0" providerId="ADAL" clId="{2AA51CB8-08D2-491E-B92D-A89224229E06}" dt="2026-04-15T15:12:25.675" v="552" actId="1076"/>
          <ac:picMkLst>
            <pc:docMk/>
            <pc:sldMk cId="3843105399" sldId="2147483457"/>
            <ac:picMk id="6" creationId="{ED55A98D-25F8-3591-C94F-091DF4C58FE5}"/>
          </ac:picMkLst>
        </pc:picChg>
      </pc:sldChg>
      <pc:sldChg chg="addSp delSp modSp new mod modClrScheme chgLayout">
        <pc:chgData name="Tarpinian, Sarine /JO" userId="42c76afc-7428-4a8d-91b2-9d08dca57af0" providerId="ADAL" clId="{2AA51CB8-08D2-491E-B92D-A89224229E06}" dt="2026-04-15T15:17:10.974" v="647" actId="1076"/>
        <pc:sldMkLst>
          <pc:docMk/>
          <pc:sldMk cId="1072517226" sldId="2147483458"/>
        </pc:sldMkLst>
        <pc:spChg chg="add mod">
          <ac:chgData name="Tarpinian, Sarine /JO" userId="42c76afc-7428-4a8d-91b2-9d08dca57af0" providerId="ADAL" clId="{2AA51CB8-08D2-491E-B92D-A89224229E06}" dt="2026-04-15T14:56:13.045" v="517" actId="1036"/>
          <ac:spMkLst>
            <pc:docMk/>
            <pc:sldMk cId="1072517226" sldId="2147483458"/>
            <ac:spMk id="5" creationId="{F7BEFA53-01E8-839C-23A0-01F527D21469}"/>
          </ac:spMkLst>
        </pc:spChg>
        <pc:spChg chg="add mod">
          <ac:chgData name="Tarpinian, Sarine /JO" userId="42c76afc-7428-4a8d-91b2-9d08dca57af0" providerId="ADAL" clId="{2AA51CB8-08D2-491E-B92D-A89224229E06}" dt="2026-04-15T14:56:13.045" v="517" actId="1036"/>
          <ac:spMkLst>
            <pc:docMk/>
            <pc:sldMk cId="1072517226" sldId="2147483458"/>
            <ac:spMk id="6" creationId="{5EB99915-332A-D138-FA95-76300A0B6525}"/>
          </ac:spMkLst>
        </pc:spChg>
        <pc:spChg chg="add mod">
          <ac:chgData name="Tarpinian, Sarine /JO" userId="42c76afc-7428-4a8d-91b2-9d08dca57af0" providerId="ADAL" clId="{2AA51CB8-08D2-491E-B92D-A89224229E06}" dt="2026-04-15T15:12:37.929" v="556" actId="1076"/>
          <ac:spMkLst>
            <pc:docMk/>
            <pc:sldMk cId="1072517226" sldId="2147483458"/>
            <ac:spMk id="9" creationId="{CC66897C-3C54-7AD4-C6BD-8F9D11D688AE}"/>
          </ac:spMkLst>
        </pc:spChg>
        <pc:spChg chg="add mod">
          <ac:chgData name="Tarpinian, Sarine /JO" userId="42c76afc-7428-4a8d-91b2-9d08dca57af0" providerId="ADAL" clId="{2AA51CB8-08D2-491E-B92D-A89224229E06}" dt="2026-04-15T15:13:03.869" v="568" actId="1036"/>
          <ac:spMkLst>
            <pc:docMk/>
            <pc:sldMk cId="1072517226" sldId="2147483458"/>
            <ac:spMk id="10" creationId="{6651BC99-831B-72C0-CF65-9BA03836EA9E}"/>
          </ac:spMkLst>
        </pc:spChg>
        <pc:spChg chg="add mod">
          <ac:chgData name="Tarpinian, Sarine /JO" userId="42c76afc-7428-4a8d-91b2-9d08dca57af0" providerId="ADAL" clId="{2AA51CB8-08D2-491E-B92D-A89224229E06}" dt="2026-04-15T15:17:10.974" v="647" actId="1076"/>
          <ac:spMkLst>
            <pc:docMk/>
            <pc:sldMk cId="1072517226" sldId="2147483458"/>
            <ac:spMk id="11" creationId="{953E6104-75CB-E448-4C71-E52F68B6BF9F}"/>
          </ac:spMkLst>
        </pc:spChg>
        <pc:graphicFrameChg chg="add mod">
          <ac:chgData name="Tarpinian, Sarine /JO" userId="42c76afc-7428-4a8d-91b2-9d08dca57af0" providerId="ADAL" clId="{2AA51CB8-08D2-491E-B92D-A89224229E06}" dt="2026-04-15T15:12:32.781" v="554" actId="1076"/>
          <ac:graphicFrameMkLst>
            <pc:docMk/>
            <pc:sldMk cId="1072517226" sldId="2147483458"/>
            <ac:graphicFrameMk id="7" creationId="{74CBC82B-C03C-E149-787A-BC21DFAF29BD}"/>
          </ac:graphicFrameMkLst>
        </pc:graphicFrameChg>
        <pc:picChg chg="add mod modCrop">
          <ac:chgData name="Tarpinian, Sarine /JO" userId="42c76afc-7428-4a8d-91b2-9d08dca57af0" providerId="ADAL" clId="{2AA51CB8-08D2-491E-B92D-A89224229E06}" dt="2026-04-15T14:55:30.985" v="503" actId="1076"/>
          <ac:picMkLst>
            <pc:docMk/>
            <pc:sldMk cId="1072517226" sldId="2147483458"/>
            <ac:picMk id="3" creationId="{BE47FE2B-1C3A-07A0-8EB3-AB5AC455037B}"/>
          </ac:picMkLst>
        </pc:picChg>
        <pc:picChg chg="add mod">
          <ac:chgData name="Tarpinian, Sarine /JO" userId="42c76afc-7428-4a8d-91b2-9d08dca57af0" providerId="ADAL" clId="{2AA51CB8-08D2-491E-B92D-A89224229E06}" dt="2026-04-15T15:12:37.929" v="556" actId="1076"/>
          <ac:picMkLst>
            <pc:docMk/>
            <pc:sldMk cId="1072517226" sldId="2147483458"/>
            <ac:picMk id="8" creationId="{0CB1D9A7-B463-4505-46AE-D89A6347F910}"/>
          </ac:picMkLst>
        </pc:picChg>
      </pc:sldChg>
      <pc:sldChg chg="addSp delSp modSp new mod">
        <pc:chgData name="Tarpinian, Sarine /JO" userId="42c76afc-7428-4a8d-91b2-9d08dca57af0" providerId="ADAL" clId="{2AA51CB8-08D2-491E-B92D-A89224229E06}" dt="2026-04-15T15:19:14.999" v="754" actId="1076"/>
        <pc:sldMkLst>
          <pc:docMk/>
          <pc:sldMk cId="2656276904" sldId="2147483459"/>
        </pc:sldMkLst>
        <pc:spChg chg="add mod">
          <ac:chgData name="Tarpinian, Sarine /JO" userId="42c76afc-7428-4a8d-91b2-9d08dca57af0" providerId="ADAL" clId="{2AA51CB8-08D2-491E-B92D-A89224229E06}" dt="2026-04-15T15:07:53.033" v="527" actId="1076"/>
          <ac:spMkLst>
            <pc:docMk/>
            <pc:sldMk cId="2656276904" sldId="2147483459"/>
            <ac:spMk id="5" creationId="{C27AE0FA-537C-717D-1B53-6E6DD82911E3}"/>
          </ac:spMkLst>
        </pc:spChg>
        <pc:spChg chg="add mod">
          <ac:chgData name="Tarpinian, Sarine /JO" userId="42c76afc-7428-4a8d-91b2-9d08dca57af0" providerId="ADAL" clId="{2AA51CB8-08D2-491E-B92D-A89224229E06}" dt="2026-04-15T15:19:14.999" v="754" actId="1076"/>
          <ac:spMkLst>
            <pc:docMk/>
            <pc:sldMk cId="2656276904" sldId="2147483459"/>
            <ac:spMk id="8" creationId="{926140E7-374B-A779-1B1E-D697D4B061FB}"/>
          </ac:spMkLst>
        </pc:spChg>
        <pc:spChg chg="add mod">
          <ac:chgData name="Tarpinian, Sarine /JO" userId="42c76afc-7428-4a8d-91b2-9d08dca57af0" providerId="ADAL" clId="{2AA51CB8-08D2-491E-B92D-A89224229E06}" dt="2026-04-15T15:19:10.456" v="753" actId="1038"/>
          <ac:spMkLst>
            <pc:docMk/>
            <pc:sldMk cId="2656276904" sldId="2147483459"/>
            <ac:spMk id="9" creationId="{06B669EC-0396-3D67-E870-C4D1B80D6AA8}"/>
          </ac:spMkLst>
        </pc:spChg>
        <pc:graphicFrameChg chg="add mod modGraphic">
          <ac:chgData name="Tarpinian, Sarine /JO" userId="42c76afc-7428-4a8d-91b2-9d08dca57af0" providerId="ADAL" clId="{2AA51CB8-08D2-491E-B92D-A89224229E06}" dt="2026-04-15T15:11:29.018" v="550" actId="20577"/>
          <ac:graphicFrameMkLst>
            <pc:docMk/>
            <pc:sldMk cId="2656276904" sldId="2147483459"/>
            <ac:graphicFrameMk id="6" creationId="{0943E322-3F29-EAF4-C617-9A01450C176B}"/>
          </ac:graphicFrameMkLst>
        </pc:graphicFrameChg>
        <pc:picChg chg="add mod modCrop">
          <ac:chgData name="Tarpinian, Sarine /JO" userId="42c76afc-7428-4a8d-91b2-9d08dca57af0" providerId="ADAL" clId="{2AA51CB8-08D2-491E-B92D-A89224229E06}" dt="2026-04-15T15:18:33.757" v="656" actId="1076"/>
          <ac:picMkLst>
            <pc:docMk/>
            <pc:sldMk cId="2656276904" sldId="2147483459"/>
            <ac:picMk id="4" creationId="{A781FA10-FC54-DE69-CE8F-5EA570279E6B}"/>
          </ac:picMkLst>
        </pc:picChg>
      </pc:sldChg>
      <pc:sldChg chg="add">
        <pc:chgData name="Tarpinian, Sarine /JO" userId="42c76afc-7428-4a8d-91b2-9d08dca57af0" providerId="ADAL" clId="{2AA51CB8-08D2-491E-B92D-A89224229E06}" dt="2026-04-15T15:36:16.760" v="771"/>
        <pc:sldMkLst>
          <pc:docMk/>
          <pc:sldMk cId="3823857739" sldId="2147483461"/>
        </pc:sldMkLst>
      </pc:sldChg>
      <pc:sldChg chg="addSp modSp new mod">
        <pc:chgData name="Tarpinian, Sarine /JO" userId="42c76afc-7428-4a8d-91b2-9d08dca57af0" providerId="ADAL" clId="{2AA51CB8-08D2-491E-B92D-A89224229E06}" dt="2026-04-15T15:20:49.115" v="769"/>
        <pc:sldMkLst>
          <pc:docMk/>
          <pc:sldMk cId="2983897268" sldId="2147483462"/>
        </pc:sldMkLst>
        <pc:spChg chg="add mod">
          <ac:chgData name="Tarpinian, Sarine /JO" userId="42c76afc-7428-4a8d-91b2-9d08dca57af0" providerId="ADAL" clId="{2AA51CB8-08D2-491E-B92D-A89224229E06}" dt="2026-04-15T15:20:07.962" v="768"/>
          <ac:spMkLst>
            <pc:docMk/>
            <pc:sldMk cId="2983897268" sldId="2147483462"/>
            <ac:spMk id="5" creationId="{9AC51CCB-0787-3877-C58A-D00EA6FE18C1}"/>
          </ac:spMkLst>
        </pc:spChg>
        <pc:spChg chg="add mod">
          <ac:chgData name="Tarpinian, Sarine /JO" userId="42c76afc-7428-4a8d-91b2-9d08dca57af0" providerId="ADAL" clId="{2AA51CB8-08D2-491E-B92D-A89224229E06}" dt="2026-04-15T15:20:07.962" v="768"/>
          <ac:spMkLst>
            <pc:docMk/>
            <pc:sldMk cId="2983897268" sldId="2147483462"/>
            <ac:spMk id="6" creationId="{F01C6E9B-D69E-3BEA-1510-F5BFD2F32D9C}"/>
          </ac:spMkLst>
        </pc:spChg>
        <pc:spChg chg="add mod">
          <ac:chgData name="Tarpinian, Sarine /JO" userId="42c76afc-7428-4a8d-91b2-9d08dca57af0" providerId="ADAL" clId="{2AA51CB8-08D2-491E-B92D-A89224229E06}" dt="2026-04-15T15:20:49.115" v="769"/>
          <ac:spMkLst>
            <pc:docMk/>
            <pc:sldMk cId="2983897268" sldId="2147483462"/>
            <ac:spMk id="7" creationId="{7BEB28B2-0649-B941-C965-DED9B5749223}"/>
          </ac:spMkLst>
        </pc:spChg>
        <pc:graphicFrameChg chg="add mod">
          <ac:chgData name="Tarpinian, Sarine /JO" userId="42c76afc-7428-4a8d-91b2-9d08dca57af0" providerId="ADAL" clId="{2AA51CB8-08D2-491E-B92D-A89224229E06}" dt="2026-04-15T15:20:01.094" v="767"/>
          <ac:graphicFrameMkLst>
            <pc:docMk/>
            <pc:sldMk cId="2983897268" sldId="2147483462"/>
            <ac:graphicFrameMk id="4" creationId="{99F86461-DA38-9DFF-F869-59605AB83470}"/>
          </ac:graphicFrameMkLst>
        </pc:graphicFrameChg>
        <pc:picChg chg="add mod modCrop">
          <ac:chgData name="Tarpinian, Sarine /JO" userId="42c76afc-7428-4a8d-91b2-9d08dca57af0" providerId="ADAL" clId="{2AA51CB8-08D2-491E-B92D-A89224229E06}" dt="2026-04-15T15:19:55.998" v="766" actId="1035"/>
          <ac:picMkLst>
            <pc:docMk/>
            <pc:sldMk cId="2983897268" sldId="2147483462"/>
            <ac:picMk id="3" creationId="{42956D97-B928-570F-57E8-A4EAA1FDC006}"/>
          </ac:picMkLst>
        </pc:picChg>
      </pc:sldChg>
      <pc:sldChg chg="modSp add mod">
        <pc:chgData name="Tarpinian, Sarine /JO" userId="42c76afc-7428-4a8d-91b2-9d08dca57af0" providerId="ADAL" clId="{2AA51CB8-08D2-491E-B92D-A89224229E06}" dt="2026-04-15T15:36:37.102" v="775" actId="20577"/>
        <pc:sldMkLst>
          <pc:docMk/>
          <pc:sldMk cId="458500518" sldId="2147483463"/>
        </pc:sldMkLst>
        <pc:graphicFrameChg chg="modGraphic">
          <ac:chgData name="Tarpinian, Sarine /JO" userId="42c76afc-7428-4a8d-91b2-9d08dca57af0" providerId="ADAL" clId="{2AA51CB8-08D2-491E-B92D-A89224229E06}" dt="2026-04-15T15:36:37.102" v="775" actId="20577"/>
          <ac:graphicFrameMkLst>
            <pc:docMk/>
            <pc:sldMk cId="458500518" sldId="2147483463"/>
            <ac:graphicFrameMk id="2" creationId="{26D51519-0A77-E37C-B147-2934761606A5}"/>
          </ac:graphicFrameMkLst>
        </pc:graphicFrameChg>
      </pc:sldChg>
      <pc:sldChg chg="addSp modSp new mod">
        <pc:chgData name="Tarpinian, Sarine /JO" userId="42c76afc-7428-4a8d-91b2-9d08dca57af0" providerId="ADAL" clId="{2AA51CB8-08D2-491E-B92D-A89224229E06}" dt="2026-04-21T13:11:52.585" v="1278" actId="5793"/>
        <pc:sldMkLst>
          <pc:docMk/>
          <pc:sldMk cId="1726506152" sldId="2147483464"/>
        </pc:sldMkLst>
        <pc:spChg chg="add mod">
          <ac:chgData name="Tarpinian, Sarine /JO" userId="42c76afc-7428-4a8d-91b2-9d08dca57af0" providerId="ADAL" clId="{2AA51CB8-08D2-491E-B92D-A89224229E06}" dt="2026-04-20T11:58:43.332" v="1154" actId="1038"/>
          <ac:spMkLst>
            <pc:docMk/>
            <pc:sldMk cId="1726506152" sldId="2147483464"/>
            <ac:spMk id="2" creationId="{99531322-E6A5-041F-8395-BDEFA85B9EB0}"/>
          </ac:spMkLst>
        </pc:spChg>
        <pc:spChg chg="add mod">
          <ac:chgData name="Tarpinian, Sarine /JO" userId="42c76afc-7428-4a8d-91b2-9d08dca57af0" providerId="ADAL" clId="{2AA51CB8-08D2-491E-B92D-A89224229E06}" dt="2026-04-20T11:58:43.332" v="1154" actId="1038"/>
          <ac:spMkLst>
            <pc:docMk/>
            <pc:sldMk cId="1726506152" sldId="2147483464"/>
            <ac:spMk id="5" creationId="{C78ADD70-662F-A257-738E-74229E7A4E66}"/>
          </ac:spMkLst>
        </pc:spChg>
        <pc:spChg chg="add mod">
          <ac:chgData name="Tarpinian, Sarine /JO" userId="42c76afc-7428-4a8d-91b2-9d08dca57af0" providerId="ADAL" clId="{2AA51CB8-08D2-491E-B92D-A89224229E06}" dt="2026-04-20T11:58:32.293" v="1131" actId="1035"/>
          <ac:spMkLst>
            <pc:docMk/>
            <pc:sldMk cId="1726506152" sldId="2147483464"/>
            <ac:spMk id="7" creationId="{18C236D1-999C-AD24-F2F8-BBA59D5D86A6}"/>
          </ac:spMkLst>
        </pc:spChg>
        <pc:spChg chg="add mod">
          <ac:chgData name="Tarpinian, Sarine /JO" userId="42c76afc-7428-4a8d-91b2-9d08dca57af0" providerId="ADAL" clId="{2AA51CB8-08D2-491E-B92D-A89224229E06}" dt="2026-04-15T15:45:39.491" v="843" actId="14100"/>
          <ac:spMkLst>
            <pc:docMk/>
            <pc:sldMk cId="1726506152" sldId="2147483464"/>
            <ac:spMk id="8" creationId="{F269E0A5-0478-CD58-26C6-721C284AAC35}"/>
          </ac:spMkLst>
        </pc:spChg>
        <pc:spChg chg="add mod">
          <ac:chgData name="Tarpinian, Sarine /JO" userId="42c76afc-7428-4a8d-91b2-9d08dca57af0" providerId="ADAL" clId="{2AA51CB8-08D2-491E-B92D-A89224229E06}" dt="2026-04-15T15:47:39.265" v="916" actId="1076"/>
          <ac:spMkLst>
            <pc:docMk/>
            <pc:sldMk cId="1726506152" sldId="2147483464"/>
            <ac:spMk id="9" creationId="{0185F074-AB04-5DCB-0ED7-D31886DD6D3C}"/>
          </ac:spMkLst>
        </pc:spChg>
        <pc:spChg chg="add mod">
          <ac:chgData name="Tarpinian, Sarine /JO" userId="42c76afc-7428-4a8d-91b2-9d08dca57af0" providerId="ADAL" clId="{2AA51CB8-08D2-491E-B92D-A89224229E06}" dt="2026-04-21T13:11:52.585" v="1278" actId="5793"/>
          <ac:spMkLst>
            <pc:docMk/>
            <pc:sldMk cId="1726506152" sldId="2147483464"/>
            <ac:spMk id="10" creationId="{5ED6E571-14E5-D47F-D738-BD6F9AE90E0D}"/>
          </ac:spMkLst>
        </pc:spChg>
        <pc:graphicFrameChg chg="add mod modGraphic">
          <ac:chgData name="Tarpinian, Sarine /JO" userId="42c76afc-7428-4a8d-91b2-9d08dca57af0" providerId="ADAL" clId="{2AA51CB8-08D2-491E-B92D-A89224229E06}" dt="2026-04-20T11:58:32.293" v="1131" actId="1035"/>
          <ac:graphicFrameMkLst>
            <pc:docMk/>
            <pc:sldMk cId="1726506152" sldId="2147483464"/>
            <ac:graphicFrameMk id="4" creationId="{7411F850-BEC4-EB6F-6384-951D5DE79213}"/>
          </ac:graphicFrameMkLst>
        </pc:graphicFrameChg>
        <pc:picChg chg="add mod modCrop">
          <ac:chgData name="Tarpinian, Sarine /JO" userId="42c76afc-7428-4a8d-91b2-9d08dca57af0" providerId="ADAL" clId="{2AA51CB8-08D2-491E-B92D-A89224229E06}" dt="2026-04-15T15:39:18.515" v="780" actId="1076"/>
          <ac:picMkLst>
            <pc:docMk/>
            <pc:sldMk cId="1726506152" sldId="2147483464"/>
            <ac:picMk id="3" creationId="{2CF83260-0F4C-917D-C736-C6902B5096CD}"/>
          </ac:picMkLst>
        </pc:picChg>
        <pc:picChg chg="add mod modCrop">
          <ac:chgData name="Tarpinian, Sarine /JO" userId="42c76afc-7428-4a8d-91b2-9d08dca57af0" providerId="ADAL" clId="{2AA51CB8-08D2-491E-B92D-A89224229E06}" dt="2026-04-20T11:58:32.293" v="1131" actId="1035"/>
          <ac:picMkLst>
            <pc:docMk/>
            <pc:sldMk cId="1726506152" sldId="2147483464"/>
            <ac:picMk id="6" creationId="{131F720F-A4C0-681F-895B-2E9CB85B5634}"/>
          </ac:picMkLst>
        </pc:picChg>
      </pc:sldChg>
      <pc:sldChg chg="addSp modSp new mod">
        <pc:chgData name="Tarpinian, Sarine /JO" userId="42c76afc-7428-4a8d-91b2-9d08dca57af0" providerId="ADAL" clId="{2AA51CB8-08D2-491E-B92D-A89224229E06}" dt="2026-04-20T11:59:54.745" v="1157" actId="208"/>
        <pc:sldMkLst>
          <pc:docMk/>
          <pc:sldMk cId="1861473782" sldId="2147483465"/>
        </pc:sldMkLst>
        <pc:spChg chg="add mod">
          <ac:chgData name="Tarpinian, Sarine /JO" userId="42c76afc-7428-4a8d-91b2-9d08dca57af0" providerId="ADAL" clId="{2AA51CB8-08D2-491E-B92D-A89224229E06}" dt="2026-04-20T11:59:54.745" v="1157" actId="208"/>
          <ac:spMkLst>
            <pc:docMk/>
            <pc:sldMk cId="1861473782" sldId="2147483465"/>
            <ac:spMk id="2" creationId="{7B86A83D-7E20-59D9-D7BE-EDBB9A9C5116}"/>
          </ac:spMkLst>
        </pc:spChg>
        <pc:graphicFrameChg chg="add mod modGraphic">
          <ac:chgData name="Tarpinian, Sarine /JO" userId="42c76afc-7428-4a8d-91b2-9d08dca57af0" providerId="ADAL" clId="{2AA51CB8-08D2-491E-B92D-A89224229E06}" dt="2026-04-17T11:45:42.067" v="992" actId="20577"/>
          <ac:graphicFrameMkLst>
            <pc:docMk/>
            <pc:sldMk cId="1861473782" sldId="2147483465"/>
            <ac:graphicFrameMk id="4" creationId="{7BF3610F-1A95-58DB-BA14-A2E84F7FC1F5}"/>
          </ac:graphicFrameMkLst>
        </pc:graphicFrameChg>
        <pc:picChg chg="add mod modCrop">
          <ac:chgData name="Tarpinian, Sarine /JO" userId="42c76afc-7428-4a8d-91b2-9d08dca57af0" providerId="ADAL" clId="{2AA51CB8-08D2-491E-B92D-A89224229E06}" dt="2026-04-17T11:45:03.217" v="977" actId="1038"/>
          <ac:picMkLst>
            <pc:docMk/>
            <pc:sldMk cId="1861473782" sldId="2147483465"/>
            <ac:picMk id="3" creationId="{7AF3F519-8505-BB40-5B84-5C0585F38D59}"/>
          </ac:picMkLst>
        </pc:picChg>
        <pc:picChg chg="add mod modCrop">
          <ac:chgData name="Tarpinian, Sarine /JO" userId="42c76afc-7428-4a8d-91b2-9d08dca57af0" providerId="ADAL" clId="{2AA51CB8-08D2-491E-B92D-A89224229E06}" dt="2026-04-17T11:44:13.979" v="945" actId="1037"/>
          <ac:picMkLst>
            <pc:docMk/>
            <pc:sldMk cId="1861473782" sldId="2147483465"/>
            <ac:picMk id="6" creationId="{B6EDCEE8-A68F-CCCC-CABE-FB9F45732525}"/>
          </ac:picMkLst>
        </pc:picChg>
      </pc:sldChg>
      <pc:sldChg chg="addSp modSp new mod modNotesTx">
        <pc:chgData name="Tarpinian, Sarine /JO" userId="42c76afc-7428-4a8d-91b2-9d08dca57af0" providerId="ADAL" clId="{2AA51CB8-08D2-491E-B92D-A89224229E06}" dt="2026-04-17T12:50:19.281" v="1056" actId="20577"/>
        <pc:sldMkLst>
          <pc:docMk/>
          <pc:sldMk cId="440778261" sldId="2147483466"/>
        </pc:sldMkLst>
        <pc:spChg chg="add mod">
          <ac:chgData name="Tarpinian, Sarine /JO" userId="42c76afc-7428-4a8d-91b2-9d08dca57af0" providerId="ADAL" clId="{2AA51CB8-08D2-491E-B92D-A89224229E06}" dt="2026-04-17T11:53:48.002" v="1050" actId="1037"/>
          <ac:spMkLst>
            <pc:docMk/>
            <pc:sldMk cId="440778261" sldId="2147483466"/>
            <ac:spMk id="6" creationId="{70FEFB45-4769-AB9B-B391-DD19FFAD5216}"/>
          </ac:spMkLst>
        </pc:spChg>
        <pc:spChg chg="add mod">
          <ac:chgData name="Tarpinian, Sarine /JO" userId="42c76afc-7428-4a8d-91b2-9d08dca57af0" providerId="ADAL" clId="{2AA51CB8-08D2-491E-B92D-A89224229E06}" dt="2026-04-17T11:54:00.512" v="1052" actId="14100"/>
          <ac:spMkLst>
            <pc:docMk/>
            <pc:sldMk cId="440778261" sldId="2147483466"/>
            <ac:spMk id="7" creationId="{6E9D7088-19AE-AB65-0CE0-A0A4CF714023}"/>
          </ac:spMkLst>
        </pc:spChg>
        <pc:graphicFrameChg chg="add mod">
          <ac:chgData name="Tarpinian, Sarine /JO" userId="42c76afc-7428-4a8d-91b2-9d08dca57af0" providerId="ADAL" clId="{2AA51CB8-08D2-491E-B92D-A89224229E06}" dt="2026-04-17T11:53:22.587" v="1037" actId="1035"/>
          <ac:graphicFrameMkLst>
            <pc:docMk/>
            <pc:sldMk cId="440778261" sldId="2147483466"/>
            <ac:graphicFrameMk id="4" creationId="{1AFA383C-9BB8-9C0C-1879-16083F1A78E7}"/>
          </ac:graphicFrameMkLst>
        </pc:graphicFrameChg>
        <pc:picChg chg="add mod modCrop">
          <ac:chgData name="Tarpinian, Sarine /JO" userId="42c76afc-7428-4a8d-91b2-9d08dca57af0" providerId="ADAL" clId="{2AA51CB8-08D2-491E-B92D-A89224229E06}" dt="2026-04-17T11:53:11.666" v="997" actId="1076"/>
          <ac:picMkLst>
            <pc:docMk/>
            <pc:sldMk cId="440778261" sldId="2147483466"/>
            <ac:picMk id="3" creationId="{E81EE2D3-2E78-8EA8-7621-86D8243DC716}"/>
          </ac:picMkLst>
        </pc:picChg>
        <pc:picChg chg="add mod">
          <ac:chgData name="Tarpinian, Sarine /JO" userId="42c76afc-7428-4a8d-91b2-9d08dca57af0" providerId="ADAL" clId="{2AA51CB8-08D2-491E-B92D-A89224229E06}" dt="2026-04-17T11:53:22.587" v="1037" actId="1035"/>
          <ac:picMkLst>
            <pc:docMk/>
            <pc:sldMk cId="440778261" sldId="2147483466"/>
            <ac:picMk id="5" creationId="{7D18BD61-552F-59B6-C96E-D12CBA75D241}"/>
          </ac:picMkLst>
        </pc:picChg>
      </pc:sldChg>
      <pc:sldChg chg="addSp modSp new mod">
        <pc:chgData name="Tarpinian, Sarine /JO" userId="42c76afc-7428-4a8d-91b2-9d08dca57af0" providerId="ADAL" clId="{2AA51CB8-08D2-491E-B92D-A89224229E06}" dt="2026-04-22T12:14:04.839" v="1489" actId="13926"/>
        <pc:sldMkLst>
          <pc:docMk/>
          <pc:sldMk cId="1828894746" sldId="2147483467"/>
        </pc:sldMkLst>
        <pc:graphicFrameChg chg="add mod modGraphic">
          <ac:chgData name="Tarpinian, Sarine /JO" userId="42c76afc-7428-4a8d-91b2-9d08dca57af0" providerId="ADAL" clId="{2AA51CB8-08D2-491E-B92D-A89224229E06}" dt="2026-04-22T11:57:41.855" v="1428" actId="20577"/>
          <ac:graphicFrameMkLst>
            <pc:docMk/>
            <pc:sldMk cId="1828894746" sldId="2147483467"/>
            <ac:graphicFrameMk id="2" creationId="{787CF471-6590-33D2-816E-7543BE180F0C}"/>
          </ac:graphicFrameMkLst>
        </pc:graphicFrameChg>
        <pc:graphicFrameChg chg="add mod modGraphic">
          <ac:chgData name="Tarpinian, Sarine /JO" userId="42c76afc-7428-4a8d-91b2-9d08dca57af0" providerId="ADAL" clId="{2AA51CB8-08D2-491E-B92D-A89224229E06}" dt="2026-04-22T12:14:04.839" v="1489" actId="13926"/>
          <ac:graphicFrameMkLst>
            <pc:docMk/>
            <pc:sldMk cId="1828894746" sldId="2147483467"/>
            <ac:graphicFrameMk id="3" creationId="{569DA4FE-034A-9E2C-D88E-354BDFB657E7}"/>
          </ac:graphicFrameMkLst>
        </pc:graphicFrameChg>
      </pc:sldChg>
      <pc:sldChg chg="addSp modSp new mod">
        <pc:chgData name="Tarpinian, Sarine /JO" userId="42c76afc-7428-4a8d-91b2-9d08dca57af0" providerId="ADAL" clId="{2AA51CB8-08D2-491E-B92D-A89224229E06}" dt="2026-04-22T12:14:14.297" v="1491" actId="1076"/>
        <pc:sldMkLst>
          <pc:docMk/>
          <pc:sldMk cId="2870833369" sldId="2147483468"/>
        </pc:sldMkLst>
        <pc:spChg chg="add mod">
          <ac:chgData name="Tarpinian, Sarine /JO" userId="42c76afc-7428-4a8d-91b2-9d08dca57af0" providerId="ADAL" clId="{2AA51CB8-08D2-491E-B92D-A89224229E06}" dt="2026-04-21T13:25:49.278" v="1320"/>
          <ac:spMkLst>
            <pc:docMk/>
            <pc:sldMk cId="2870833369" sldId="2147483468"/>
            <ac:spMk id="3" creationId="{E06DB517-570F-28C9-4EC9-052FA8E1BDBC}"/>
          </ac:spMkLst>
        </pc:spChg>
        <pc:spChg chg="add mod">
          <ac:chgData name="Tarpinian, Sarine /JO" userId="42c76afc-7428-4a8d-91b2-9d08dca57af0" providerId="ADAL" clId="{2AA51CB8-08D2-491E-B92D-A89224229E06}" dt="2026-04-22T12:14:14.297" v="1491" actId="1076"/>
          <ac:spMkLst>
            <pc:docMk/>
            <pc:sldMk cId="2870833369" sldId="2147483468"/>
            <ac:spMk id="4" creationId="{5F42C020-EDB3-32E5-F87B-282F69D7B28F}"/>
          </ac:spMkLst>
        </pc:spChg>
      </pc:sldChg>
      <pc:sldChg chg="addSp delSp modSp new mod">
        <pc:chgData name="Tarpinian, Sarine /JO" userId="42c76afc-7428-4a8d-91b2-9d08dca57af0" providerId="ADAL" clId="{2AA51CB8-08D2-491E-B92D-A89224229E06}" dt="2026-04-22T11:48:04.301" v="1421" actId="1035"/>
        <pc:sldMkLst>
          <pc:docMk/>
          <pc:sldMk cId="2390879947" sldId="2147483469"/>
        </pc:sldMkLst>
        <pc:spChg chg="add mod">
          <ac:chgData name="Tarpinian, Sarine /JO" userId="42c76afc-7428-4a8d-91b2-9d08dca57af0" providerId="ADAL" clId="{2AA51CB8-08D2-491E-B92D-A89224229E06}" dt="2026-04-22T11:46:30.415" v="1349" actId="692"/>
          <ac:spMkLst>
            <pc:docMk/>
            <pc:sldMk cId="2390879947" sldId="2147483469"/>
            <ac:spMk id="4" creationId="{FE434365-F521-6FB4-7D13-6987686B538F}"/>
          </ac:spMkLst>
        </pc:spChg>
        <pc:spChg chg="add mod">
          <ac:chgData name="Tarpinian, Sarine /JO" userId="42c76afc-7428-4a8d-91b2-9d08dca57af0" providerId="ADAL" clId="{2AA51CB8-08D2-491E-B92D-A89224229E06}" dt="2026-04-22T11:48:04.301" v="1421" actId="1035"/>
          <ac:spMkLst>
            <pc:docMk/>
            <pc:sldMk cId="2390879947" sldId="2147483469"/>
            <ac:spMk id="7" creationId="{8865E914-9034-05EF-3876-10B3F2505F72}"/>
          </ac:spMkLst>
        </pc:spChg>
        <pc:picChg chg="add mod modCrop">
          <ac:chgData name="Tarpinian, Sarine /JO" userId="42c76afc-7428-4a8d-91b2-9d08dca57af0" providerId="ADAL" clId="{2AA51CB8-08D2-491E-B92D-A89224229E06}" dt="2026-04-22T11:45:40.354" v="1330" actId="1076"/>
          <ac:picMkLst>
            <pc:docMk/>
            <pc:sldMk cId="2390879947" sldId="2147483469"/>
            <ac:picMk id="3" creationId="{D1E5ED19-3BC4-27D8-7953-4D9F987C40C9}"/>
          </ac:picMkLst>
        </pc:picChg>
        <pc:picChg chg="add del">
          <ac:chgData name="Tarpinian, Sarine /JO" userId="42c76afc-7428-4a8d-91b2-9d08dca57af0" providerId="ADAL" clId="{2AA51CB8-08D2-491E-B92D-A89224229E06}" dt="2026-04-22T11:47:06.286" v="1351" actId="22"/>
          <ac:picMkLst>
            <pc:docMk/>
            <pc:sldMk cId="2390879947" sldId="2147483469"/>
            <ac:picMk id="6" creationId="{55E44190-1F1D-D288-16F0-DBDA0F87321B}"/>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799FF11-DD88-42E2-A19D-F0C7C65B90A2}" type="datetimeFigureOut">
              <a:rPr lang="en-US" smtClean="0"/>
              <a:t>4/22/2026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3C4C6B-96DD-4F8F-80DE-AF214C3C8277}" type="slidenum">
              <a:rPr lang="en-US" smtClean="0"/>
              <a:t>‹#›</a:t>
            </a:fld>
            <a:endParaRPr lang="en-US"/>
          </a:p>
        </p:txBody>
      </p:sp>
    </p:spTree>
    <p:extLst>
      <p:ext uri="{BB962C8B-B14F-4D97-AF65-F5344CB8AC3E}">
        <p14:creationId xmlns:p14="http://schemas.microsoft.com/office/powerpoint/2010/main" val="37707996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effectLst/>
                <a:latin typeface="+mn-lt"/>
                <a:ea typeface="+mn-ea"/>
                <a:cs typeface="+mn-cs"/>
              </a:rPr>
              <a:t>Iraqi consensus</a:t>
            </a:r>
            <a:r>
              <a:rPr lang="en-US" sz="1200" kern="1200" dirty="0">
                <a:solidFill>
                  <a:schemeClr val="tx1"/>
                </a:solidFill>
                <a:effectLst/>
                <a:latin typeface="+mn-lt"/>
                <a:ea typeface="+mn-ea"/>
                <a:cs typeface="+mn-cs"/>
              </a:rPr>
              <a:t>: Saab et al., </a:t>
            </a:r>
            <a:r>
              <a:rPr lang="en-US" sz="1200" i="1" kern="1200" dirty="0">
                <a:solidFill>
                  <a:schemeClr val="tx1"/>
                </a:solidFill>
                <a:effectLst/>
                <a:latin typeface="+mn-lt"/>
                <a:ea typeface="+mn-ea"/>
                <a:cs typeface="+mn-cs"/>
              </a:rPr>
              <a:t>Diabetes Therapy</a:t>
            </a:r>
            <a:r>
              <a:rPr lang="en-US" sz="1200" kern="1200" dirty="0">
                <a:solidFill>
                  <a:schemeClr val="tx1"/>
                </a:solidFill>
                <a:effectLst/>
                <a:latin typeface="+mn-lt"/>
                <a:ea typeface="+mn-ea"/>
                <a:cs typeface="+mn-cs"/>
              </a:rPr>
              <a:t> 2026; Iraqi Injectable Therapy Algorithm </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b="1" dirty="0">
                <a:solidFill>
                  <a:srgbClr val="23004C"/>
                </a:solidFill>
                <a:latin typeface="Verdana"/>
                <a:ea typeface="+mj-ea"/>
                <a:cs typeface="+mn-cs"/>
              </a:rPr>
              <a:t>Experts’ recommendations on injectable therapy use for T2D management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expert EACG has developed practical recommendations on insulin initiation and titration for patients with T2DM in the Gulf region.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expert’s recommendations and reflections include the real-world approach to PCPs, supported by ADA/EASD/IDF/NICE guidelines for insulin initiation, optimization, and maintenance in T2DM.</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Second-generation insulin analogs (</a:t>
            </a:r>
            <a:r>
              <a:rPr lang="en-US" dirty="0" err="1"/>
              <a:t>IGlar</a:t>
            </a:r>
            <a:r>
              <a:rPr lang="en-US" dirty="0"/>
              <a:t> 300/ </a:t>
            </a:r>
            <a:r>
              <a:rPr lang="en-US" dirty="0" err="1"/>
              <a:t>Degludec</a:t>
            </a:r>
            <a:r>
              <a:rPr lang="en-US" dirty="0"/>
              <a:t>) offer significant clinical benefits compared to first-generation analogs in randomized clinical trials, meta-analyses, and real-world studies. Studies have demonstrated less hypoglycemia with second-generation BI analogs compared to first-generation BI analogs in older adults and those with renal impairment, obesity, and CV disease.</a:t>
            </a:r>
            <a:endParaRPr lang="en-GB" sz="1200" b="1" dirty="0">
              <a:solidFill>
                <a:srgbClr val="23004C"/>
              </a:solidFill>
              <a:latin typeface="Verdana"/>
              <a:ea typeface="+mj-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latin typeface="Arial"/>
              <a:cs typeface="Arial"/>
            </a:endParaRP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1F82665-FD90-44D6-A874-2FAC3737762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316114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executive slide presents a concise, decision-driven visual algorithm for initiating or intensifying injectable therapy in adults with type 2 diabetes mellitus (T2DM) in Iraq. The flowchart is intentionally structured for rapid clinical use, starting with the core trigger—insufficient glycemic control on oral antidiabetic drugs—and immediately stratifying patients by HbA1c deviation from target. When HbA1c is less than 2% above target, the algorithm emphasizes a fasting-first strategy. For patients with BMI ≤30, second-generation basal insulin with structured titration is recommended as the standard first injectable, reflecting both international evidence and Iraqi expert consensus. Importantly, if targets are not achieved, the pathway clearly advances to basal insulin plus GLP-1 receptor agonist delivered as a fixed-ratio combination (FRC), which is highlighted as the preferred option in Iraq due to limited access to standalone GLP-1 RAs. For patients with BMI &gt;30 in the same HbA1c category, the algorithm moves directly to BI + GLP-1 RA, again prioritizing FRC to achieve combined fasting and postprandial control while maintaining weight neutrality and regimen simplicity. When HbA1c is ≥2% above target, signaling a higher glycemic burden, the flowchart removes BMI as a barrier and recommends early combination therapy for all patients. Initiation with BI + GLP-1 RA is advised upfront, with FRC visually positioned as the default choice, reinforcing its role as a pragmatic, evidence-based solution in the Iraqi healthcare setting. The final segment of the slide addresses reassessment and intensification. If glycemic targets remain unmet despite optimized basal dosing (approximately 0.5 U/kg/day or signs of over-basalization), clinicians are guided to intensify while preserving simplicity—first by maximizing BI + GLP-1 RA, then, only if necessary, by adding rapid-acting insulin in a basal-plus or basal-bolus approach. Premixed insulin is deliberately placed as an alternative reserved for situations where other options are inaccessible. Overall, the slide communicates three key messages: prioritize simplicity, introduce combination therapy early when glycemic burden is high, and recognize FRC as the most practical way to deliver GLP-1 RA benefits in Iraq.</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BDA43E3-92A9-4E11-A20B-F4567CF233FE}" type="slidenum">
              <a:rPr kumimoji="0"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295404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“insulin straight away” rule if any ONE</a:t>
            </a:r>
            <a:r>
              <a:rPr lang="en-US" sz="1200" kern="1200" dirty="0">
                <a:solidFill>
                  <a:schemeClr val="tx1"/>
                </a:solidFill>
                <a:effectLst/>
                <a:latin typeface="+mn-lt"/>
                <a:ea typeface="+mn-ea"/>
                <a:cs typeface="+mn-cs"/>
              </a:rPr>
              <a:t> of the following is present</a:t>
            </a:r>
            <a:r>
              <a:rPr lang="en-US" sz="1200" b="1" kern="1200" dirty="0">
                <a:solidFill>
                  <a:schemeClr val="tx1"/>
                </a:solidFill>
                <a:effectLst/>
                <a:latin typeface="+mn-lt"/>
                <a:ea typeface="+mn-ea"/>
                <a:cs typeface="+mn-cs"/>
              </a:rPr>
              <a:t>:</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A1C ≥10% OR</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Fasting/random glucose </a:t>
            </a:r>
            <a:r>
              <a:rPr lang="en-US" sz="1200" b="1" kern="1200" dirty="0">
                <a:solidFill>
                  <a:schemeClr val="tx1"/>
                </a:solidFill>
                <a:effectLst/>
                <a:latin typeface="+mn-lt"/>
                <a:ea typeface="+mn-ea"/>
                <a:cs typeface="+mn-cs"/>
              </a:rPr>
              <a:t>≥300 mg/dL OR</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catabolic symptoms</a:t>
            </a:r>
            <a:r>
              <a:rPr lang="en-US" sz="1200" kern="1200" dirty="0">
                <a:solidFill>
                  <a:schemeClr val="tx1"/>
                </a:solidFill>
                <a:effectLst/>
                <a:latin typeface="+mn-lt"/>
                <a:ea typeface="+mn-ea"/>
                <a:cs typeface="+mn-cs"/>
              </a:rPr>
              <a:t> (e.g., weight loss, polyuria, polydipsia)</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In patients with HbA1c &lt; 2% above target and BMI &lt; 30, basal insulin remains the standard first injectable option.</a:t>
            </a:r>
          </a:p>
          <a:p>
            <a:endParaRPr lang="en-US" dirty="0"/>
          </a:p>
        </p:txBody>
      </p:sp>
      <p:sp>
        <p:nvSpPr>
          <p:cNvPr id="4" name="Slide Number Placeholder 3"/>
          <p:cNvSpPr>
            <a:spLocks noGrp="1"/>
          </p:cNvSpPr>
          <p:nvPr>
            <p:ph type="sldNum" sz="quarter" idx="5"/>
          </p:nvPr>
        </p:nvSpPr>
        <p:spPr/>
        <p:txBody>
          <a:bodyPr/>
          <a:lstStyle/>
          <a:p>
            <a:fld id="{353C4C6B-96DD-4F8F-80DE-AF214C3C8277}" type="slidenum">
              <a:rPr lang="en-US" smtClean="0"/>
              <a:t>4</a:t>
            </a:fld>
            <a:endParaRPr lang="en-US"/>
          </a:p>
        </p:txBody>
      </p:sp>
    </p:spTree>
    <p:extLst>
      <p:ext uri="{BB962C8B-B14F-4D97-AF65-F5344CB8AC3E}">
        <p14:creationId xmlns:p14="http://schemas.microsoft.com/office/powerpoint/2010/main" val="39748050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en-US" sz="1200" b="0" i="0" kern="1200" dirty="0">
                <a:solidFill>
                  <a:schemeClr val="tx1"/>
                </a:solidFill>
                <a:effectLst/>
                <a:latin typeface="+mn-lt"/>
                <a:ea typeface="+mn-ea"/>
                <a:cs typeface="+mn-cs"/>
              </a:rPr>
              <a:t>FRC is a simplified, effective alternative when GLP‑1 RAs are unavailable or unaffordable</a:t>
            </a:r>
          </a:p>
          <a:p>
            <a:pPr marL="0" marR="0" lvl="0" indent="0" algn="l" defTabSz="914400" rtl="0" eaLnBrk="1" fontAlgn="t"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BI + GLP‑1 RA (FRC) (when standalone GLP‑1 RA access is limited)</a:t>
            </a:r>
          </a:p>
          <a:p>
            <a:pPr fontAlgn="t"/>
            <a:endParaRPr lang="en-US"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353C4C6B-96DD-4F8F-80DE-AF214C3C8277}" type="slidenum">
              <a:rPr lang="en-US" smtClean="0"/>
              <a:t>9</a:t>
            </a:fld>
            <a:endParaRPr lang="en-US"/>
          </a:p>
        </p:txBody>
      </p:sp>
    </p:spTree>
    <p:extLst>
      <p:ext uri="{BB962C8B-B14F-4D97-AF65-F5344CB8AC3E}">
        <p14:creationId xmlns:p14="http://schemas.microsoft.com/office/powerpoint/2010/main" val="24071918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Iraqi consensus prioritizes early combination injectable therapy when HbA1c ≥2%, regardless of BMI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“Complex insulin regimens (such as premix) may be used as alternatives if other options are not accessible locally”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353C4C6B-96DD-4F8F-80DE-AF214C3C8277}" type="slidenum">
              <a:rPr lang="en-US" smtClean="0"/>
              <a:t>13</a:t>
            </a:fld>
            <a:endParaRPr lang="en-US"/>
          </a:p>
        </p:txBody>
      </p:sp>
    </p:spTree>
    <p:extLst>
      <p:ext uri="{BB962C8B-B14F-4D97-AF65-F5344CB8AC3E}">
        <p14:creationId xmlns:p14="http://schemas.microsoft.com/office/powerpoint/2010/main" val="38970442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53C4C6B-96DD-4F8F-80DE-AF214C3C8277}" type="slidenum">
              <a:rPr lang="en-US" smtClean="0"/>
              <a:t>28</a:t>
            </a:fld>
            <a:endParaRPr lang="en-US"/>
          </a:p>
        </p:txBody>
      </p:sp>
    </p:spTree>
    <p:extLst>
      <p:ext uri="{BB962C8B-B14F-4D97-AF65-F5344CB8AC3E}">
        <p14:creationId xmlns:p14="http://schemas.microsoft.com/office/powerpoint/2010/main" val="22249401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mn-lt"/>
                <a:ea typeface="+mn-ea"/>
                <a:cs typeface="+mn-cs"/>
              </a:rPr>
              <a:t>BB: increased </a:t>
            </a:r>
            <a:r>
              <a:rPr lang="en-US" sz="1200" kern="1200" dirty="0">
                <a:solidFill>
                  <a:schemeClr val="tx1"/>
                </a:solidFill>
                <a:effectLst/>
                <a:latin typeface="+mn-lt"/>
                <a:ea typeface="+mn-ea"/>
                <a:cs typeface="+mn-cs"/>
              </a:rPr>
              <a:t>injection burden / complexity of treatment</a:t>
            </a:r>
          </a:p>
          <a:p>
            <a:endParaRPr lang="en-US" dirty="0"/>
          </a:p>
        </p:txBody>
      </p:sp>
      <p:sp>
        <p:nvSpPr>
          <p:cNvPr id="4" name="Slide Number Placeholder 3"/>
          <p:cNvSpPr>
            <a:spLocks noGrp="1"/>
          </p:cNvSpPr>
          <p:nvPr>
            <p:ph type="sldNum" sz="quarter" idx="5"/>
          </p:nvPr>
        </p:nvSpPr>
        <p:spPr/>
        <p:txBody>
          <a:bodyPr/>
          <a:lstStyle/>
          <a:p>
            <a:fld id="{353C4C6B-96DD-4F8F-80DE-AF214C3C8277}" type="slidenum">
              <a:rPr lang="en-US" smtClean="0"/>
              <a:t>30</a:t>
            </a:fld>
            <a:endParaRPr lang="en-US"/>
          </a:p>
        </p:txBody>
      </p:sp>
    </p:spTree>
    <p:extLst>
      <p:ext uri="{BB962C8B-B14F-4D97-AF65-F5344CB8AC3E}">
        <p14:creationId xmlns:p14="http://schemas.microsoft.com/office/powerpoint/2010/main" val="28084296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1.xml"/><Relationship Id="rId1" Type="http://schemas.openxmlformats.org/officeDocument/2006/relationships/tags" Target="../tags/tag1.xml"/><Relationship Id="rId4" Type="http://schemas.openxmlformats.org/officeDocument/2006/relationships/image" Target="../media/image8.emf"/></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2.xml"/><Relationship Id="rId4" Type="http://schemas.openxmlformats.org/officeDocument/2006/relationships/image" Target="../media/image9.emf"/></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Logo (Light)">
    <p:spTree>
      <p:nvGrpSpPr>
        <p:cNvPr id="1" name=""/>
        <p:cNvGrpSpPr/>
        <p:nvPr/>
      </p:nvGrpSpPr>
      <p:grpSpPr>
        <a:xfrm>
          <a:off x="0" y="0"/>
          <a:ext cx="0" cy="0"/>
          <a:chOff x="0" y="0"/>
          <a:chExt cx="0" cy="0"/>
        </a:xfrm>
      </p:grpSpPr>
      <p:grpSp>
        <p:nvGrpSpPr>
          <p:cNvPr id="9" name="Graphique 7">
            <a:extLst>
              <a:ext uri="{FF2B5EF4-FFF2-40B4-BE49-F238E27FC236}">
                <a16:creationId xmlns:a16="http://schemas.microsoft.com/office/drawing/2014/main" id="{5569CE8B-04AF-468F-B800-7ECF09FD6C99}"/>
              </a:ext>
            </a:extLst>
          </p:cNvPr>
          <p:cNvGrpSpPr>
            <a:grpSpLocks noChangeAspect="1"/>
          </p:cNvGrpSpPr>
          <p:nvPr userDrawn="1"/>
        </p:nvGrpSpPr>
        <p:grpSpPr>
          <a:xfrm>
            <a:off x="4315443" y="2970600"/>
            <a:ext cx="3561116" cy="916800"/>
            <a:chOff x="4767702" y="-472136"/>
            <a:chExt cx="745525" cy="191931"/>
          </a:xfrm>
          <a:solidFill>
            <a:srgbClr val="FFFFFF"/>
          </a:solidFill>
        </p:grpSpPr>
        <p:sp>
          <p:nvSpPr>
            <p:cNvPr id="10" name="Forme libre : forme 9">
              <a:extLst>
                <a:ext uri="{FF2B5EF4-FFF2-40B4-BE49-F238E27FC236}">
                  <a16:creationId xmlns:a16="http://schemas.microsoft.com/office/drawing/2014/main" id="{A862ADC4-857D-4471-A871-BD1A38FB23C1}"/>
                </a:ext>
              </a:extLst>
            </p:cNvPr>
            <p:cNvSpPr/>
            <p:nvPr/>
          </p:nvSpPr>
          <p:spPr>
            <a:xfrm>
              <a:off x="4770087" y="-471716"/>
              <a:ext cx="740699" cy="191096"/>
            </a:xfrm>
            <a:custGeom>
              <a:avLst/>
              <a:gdLst>
                <a:gd name="connsiteX0" fmla="*/ 689325 w 740699"/>
                <a:gd name="connsiteY0" fmla="*/ 7347 h 191096"/>
                <a:gd name="connsiteX1" fmla="*/ 688790 w 740699"/>
                <a:gd name="connsiteY1" fmla="*/ 10847 h 191096"/>
                <a:gd name="connsiteX2" fmla="*/ 686092 w 740699"/>
                <a:gd name="connsiteY2" fmla="*/ 24840 h 191096"/>
                <a:gd name="connsiteX3" fmla="*/ 680980 w 740699"/>
                <a:gd name="connsiteY3" fmla="*/ 29953 h 191096"/>
                <a:gd name="connsiteX4" fmla="*/ 667797 w 740699"/>
                <a:gd name="connsiteY4" fmla="*/ 28608 h 191096"/>
                <a:gd name="connsiteX5" fmla="*/ 646528 w 740699"/>
                <a:gd name="connsiteY5" fmla="*/ 50946 h 191096"/>
                <a:gd name="connsiteX6" fmla="*/ 646528 w 740699"/>
                <a:gd name="connsiteY6" fmla="*/ 53911 h 191096"/>
                <a:gd name="connsiteX7" fmla="*/ 680712 w 740699"/>
                <a:gd name="connsiteY7" fmla="*/ 53911 h 191096"/>
                <a:gd name="connsiteX8" fmla="*/ 686092 w 740699"/>
                <a:gd name="connsiteY8" fmla="*/ 59559 h 191096"/>
                <a:gd name="connsiteX9" fmla="*/ 686092 w 740699"/>
                <a:gd name="connsiteY9" fmla="*/ 78130 h 191096"/>
                <a:gd name="connsiteX10" fmla="*/ 680712 w 740699"/>
                <a:gd name="connsiteY10" fmla="*/ 83518 h 191096"/>
                <a:gd name="connsiteX11" fmla="*/ 646528 w 740699"/>
                <a:gd name="connsiteY11" fmla="*/ 83518 h 191096"/>
                <a:gd name="connsiteX12" fmla="*/ 646528 w 740699"/>
                <a:gd name="connsiteY12" fmla="*/ 183097 h 191096"/>
                <a:gd name="connsiteX13" fmla="*/ 641148 w 740699"/>
                <a:gd name="connsiteY13" fmla="*/ 188485 h 191096"/>
                <a:gd name="connsiteX14" fmla="*/ 617197 w 740699"/>
                <a:gd name="connsiteY14" fmla="*/ 188485 h 191096"/>
                <a:gd name="connsiteX15" fmla="*/ 611809 w 740699"/>
                <a:gd name="connsiteY15" fmla="*/ 183097 h 191096"/>
                <a:gd name="connsiteX16" fmla="*/ 611809 w 740699"/>
                <a:gd name="connsiteY16" fmla="*/ 56602 h 191096"/>
                <a:gd name="connsiteX17" fmla="*/ 666987 w 740699"/>
                <a:gd name="connsiteY17" fmla="*/ 79 h 191096"/>
                <a:gd name="connsiteX18" fmla="*/ 683945 w 740699"/>
                <a:gd name="connsiteY18" fmla="*/ 1966 h 191096"/>
                <a:gd name="connsiteX19" fmla="*/ 689325 w 740699"/>
                <a:gd name="connsiteY19" fmla="*/ 7347 h 191096"/>
                <a:gd name="connsiteX20" fmla="*/ 741003 w 740699"/>
                <a:gd name="connsiteY20" fmla="*/ 59292 h 191096"/>
                <a:gd name="connsiteX21" fmla="*/ 741003 w 740699"/>
                <a:gd name="connsiteY21" fmla="*/ 183097 h 191096"/>
                <a:gd name="connsiteX22" fmla="*/ 735615 w 740699"/>
                <a:gd name="connsiteY22" fmla="*/ 188485 h 191096"/>
                <a:gd name="connsiteX23" fmla="*/ 711396 w 740699"/>
                <a:gd name="connsiteY23" fmla="*/ 188485 h 191096"/>
                <a:gd name="connsiteX24" fmla="*/ 706008 w 740699"/>
                <a:gd name="connsiteY24" fmla="*/ 183097 h 191096"/>
                <a:gd name="connsiteX25" fmla="*/ 706008 w 740699"/>
                <a:gd name="connsiteY25" fmla="*/ 59292 h 191096"/>
                <a:gd name="connsiteX26" fmla="*/ 711396 w 740699"/>
                <a:gd name="connsiteY26" fmla="*/ 53911 h 191096"/>
                <a:gd name="connsiteX27" fmla="*/ 735615 w 740699"/>
                <a:gd name="connsiteY27" fmla="*/ 53911 h 191096"/>
                <a:gd name="connsiteX28" fmla="*/ 741003 w 740699"/>
                <a:gd name="connsiteY28" fmla="*/ 59292 h 191096"/>
                <a:gd name="connsiteX29" fmla="*/ 518954 w 740699"/>
                <a:gd name="connsiteY29" fmla="*/ 158879 h 191096"/>
                <a:gd name="connsiteX30" fmla="*/ 485847 w 740699"/>
                <a:gd name="connsiteY30" fmla="*/ 121195 h 191096"/>
                <a:gd name="connsiteX31" fmla="*/ 517074 w 740699"/>
                <a:gd name="connsiteY31" fmla="*/ 83518 h 191096"/>
                <a:gd name="connsiteX32" fmla="*/ 550173 w 740699"/>
                <a:gd name="connsiteY32" fmla="*/ 121195 h 191096"/>
                <a:gd name="connsiteX33" fmla="*/ 518954 w 740699"/>
                <a:gd name="connsiteY33" fmla="*/ 158879 h 191096"/>
                <a:gd name="connsiteX34" fmla="*/ 517074 w 740699"/>
                <a:gd name="connsiteY34" fmla="*/ 51221 h 191096"/>
                <a:gd name="connsiteX35" fmla="*/ 450317 w 740699"/>
                <a:gd name="connsiteY35" fmla="*/ 121195 h 191096"/>
                <a:gd name="connsiteX36" fmla="*/ 518954 w 740699"/>
                <a:gd name="connsiteY36" fmla="*/ 191176 h 191096"/>
                <a:gd name="connsiteX37" fmla="*/ 585702 w 740699"/>
                <a:gd name="connsiteY37" fmla="*/ 121195 h 191096"/>
                <a:gd name="connsiteX38" fmla="*/ 517074 w 740699"/>
                <a:gd name="connsiteY38" fmla="*/ 51221 h 191096"/>
                <a:gd name="connsiteX39" fmla="*/ 424486 w 740699"/>
                <a:gd name="connsiteY39" fmla="*/ 101813 h 191096"/>
                <a:gd name="connsiteX40" fmla="*/ 424486 w 740699"/>
                <a:gd name="connsiteY40" fmla="*/ 183097 h 191096"/>
                <a:gd name="connsiteX41" fmla="*/ 419098 w 740699"/>
                <a:gd name="connsiteY41" fmla="*/ 188485 h 191096"/>
                <a:gd name="connsiteX42" fmla="*/ 394880 w 740699"/>
                <a:gd name="connsiteY42" fmla="*/ 188485 h 191096"/>
                <a:gd name="connsiteX43" fmla="*/ 389492 w 740699"/>
                <a:gd name="connsiteY43" fmla="*/ 183097 h 191096"/>
                <a:gd name="connsiteX44" fmla="*/ 389492 w 740699"/>
                <a:gd name="connsiteY44" fmla="*/ 106391 h 191096"/>
                <a:gd name="connsiteX45" fmla="*/ 363385 w 740699"/>
                <a:gd name="connsiteY45" fmla="*/ 83518 h 191096"/>
                <a:gd name="connsiteX46" fmla="*/ 343469 w 740699"/>
                <a:gd name="connsiteY46" fmla="*/ 85665 h 191096"/>
                <a:gd name="connsiteX47" fmla="*/ 337012 w 740699"/>
                <a:gd name="connsiteY47" fmla="*/ 92666 h 191096"/>
                <a:gd name="connsiteX48" fmla="*/ 337012 w 740699"/>
                <a:gd name="connsiteY48" fmla="*/ 183097 h 191096"/>
                <a:gd name="connsiteX49" fmla="*/ 331624 w 740699"/>
                <a:gd name="connsiteY49" fmla="*/ 188485 h 191096"/>
                <a:gd name="connsiteX50" fmla="*/ 307405 w 740699"/>
                <a:gd name="connsiteY50" fmla="*/ 188485 h 191096"/>
                <a:gd name="connsiteX51" fmla="*/ 302017 w 740699"/>
                <a:gd name="connsiteY51" fmla="*/ 183097 h 191096"/>
                <a:gd name="connsiteX52" fmla="*/ 302017 w 740699"/>
                <a:gd name="connsiteY52" fmla="*/ 71672 h 191096"/>
                <a:gd name="connsiteX53" fmla="*/ 308750 w 740699"/>
                <a:gd name="connsiteY53" fmla="*/ 60904 h 191096"/>
                <a:gd name="connsiteX54" fmla="*/ 362850 w 740699"/>
                <a:gd name="connsiteY54" fmla="*/ 51221 h 191096"/>
                <a:gd name="connsiteX55" fmla="*/ 424486 w 740699"/>
                <a:gd name="connsiteY55" fmla="*/ 101813 h 191096"/>
                <a:gd name="connsiteX56" fmla="*/ 122497 w 740699"/>
                <a:gd name="connsiteY56" fmla="*/ 167759 h 191096"/>
                <a:gd name="connsiteX57" fmla="*/ 120342 w 740699"/>
                <a:gd name="connsiteY57" fmla="*/ 183097 h 191096"/>
                <a:gd name="connsiteX58" fmla="*/ 113350 w 740699"/>
                <a:gd name="connsiteY58" fmla="*/ 188485 h 191096"/>
                <a:gd name="connsiteX59" fmla="*/ 89123 w 740699"/>
                <a:gd name="connsiteY59" fmla="*/ 188485 h 191096"/>
                <a:gd name="connsiteX60" fmla="*/ 85088 w 740699"/>
                <a:gd name="connsiteY60" fmla="*/ 184718 h 191096"/>
                <a:gd name="connsiteX61" fmla="*/ 85356 w 740699"/>
                <a:gd name="connsiteY61" fmla="*/ 183097 h 191096"/>
                <a:gd name="connsiteX62" fmla="*/ 86968 w 740699"/>
                <a:gd name="connsiteY62" fmla="*/ 173140 h 191096"/>
                <a:gd name="connsiteX63" fmla="*/ 303 w 740699"/>
                <a:gd name="connsiteY63" fmla="*/ 98589 h 191096"/>
                <a:gd name="connsiteX64" fmla="*/ 59517 w 740699"/>
                <a:gd name="connsiteY64" fmla="*/ 50144 h 191096"/>
                <a:gd name="connsiteX65" fmla="*/ 115230 w 740699"/>
                <a:gd name="connsiteY65" fmla="*/ 64404 h 191096"/>
                <a:gd name="connsiteX66" fmla="*/ 118462 w 740699"/>
                <a:gd name="connsiteY66" fmla="*/ 69792 h 191096"/>
                <a:gd name="connsiteX67" fmla="*/ 117385 w 740699"/>
                <a:gd name="connsiteY67" fmla="*/ 74362 h 191096"/>
                <a:gd name="connsiteX68" fmla="*/ 109039 w 740699"/>
                <a:gd name="connsiteY68" fmla="*/ 92131 h 191096"/>
                <a:gd name="connsiteX69" fmla="*/ 103116 w 740699"/>
                <a:gd name="connsiteY69" fmla="*/ 95899 h 191096"/>
                <a:gd name="connsiteX70" fmla="*/ 99081 w 740699"/>
                <a:gd name="connsiteY70" fmla="*/ 94821 h 191096"/>
                <a:gd name="connsiteX71" fmla="*/ 58439 w 740699"/>
                <a:gd name="connsiteY71" fmla="*/ 82708 h 191096"/>
                <a:gd name="connsiteX72" fmla="*/ 35833 w 740699"/>
                <a:gd name="connsiteY72" fmla="*/ 96166 h 191096"/>
                <a:gd name="connsiteX73" fmla="*/ 122497 w 740699"/>
                <a:gd name="connsiteY73" fmla="*/ 167759 h 191096"/>
                <a:gd name="connsiteX74" fmla="*/ 234191 w 740699"/>
                <a:gd name="connsiteY74" fmla="*/ 149189 h 191096"/>
                <a:gd name="connsiteX75" fmla="*/ 227466 w 740699"/>
                <a:gd name="connsiteY75" fmla="*/ 156456 h 191096"/>
                <a:gd name="connsiteX76" fmla="*/ 209162 w 740699"/>
                <a:gd name="connsiteY76" fmla="*/ 158879 h 191096"/>
                <a:gd name="connsiteX77" fmla="*/ 175788 w 740699"/>
                <a:gd name="connsiteY77" fmla="*/ 121195 h 191096"/>
                <a:gd name="connsiteX78" fmla="*/ 209162 w 740699"/>
                <a:gd name="connsiteY78" fmla="*/ 83518 h 191096"/>
                <a:gd name="connsiteX79" fmla="*/ 227466 w 740699"/>
                <a:gd name="connsiteY79" fmla="*/ 85941 h 191096"/>
                <a:gd name="connsiteX80" fmla="*/ 234191 w 740699"/>
                <a:gd name="connsiteY80" fmla="*/ 93201 h 191096"/>
                <a:gd name="connsiteX81" fmla="*/ 234191 w 740699"/>
                <a:gd name="connsiteY81" fmla="*/ 149189 h 191096"/>
                <a:gd name="connsiteX82" fmla="*/ 262452 w 740699"/>
                <a:gd name="connsiteY82" fmla="*/ 61179 h 191096"/>
                <a:gd name="connsiteX83" fmla="*/ 209430 w 740699"/>
                <a:gd name="connsiteY83" fmla="*/ 51221 h 191096"/>
                <a:gd name="connsiteX84" fmla="*/ 140258 w 740699"/>
                <a:gd name="connsiteY84" fmla="*/ 121195 h 191096"/>
                <a:gd name="connsiteX85" fmla="*/ 208895 w 740699"/>
                <a:gd name="connsiteY85" fmla="*/ 191176 h 191096"/>
                <a:gd name="connsiteX86" fmla="*/ 262452 w 740699"/>
                <a:gd name="connsiteY86" fmla="*/ 180407 h 191096"/>
                <a:gd name="connsiteX87" fmla="*/ 269185 w 740699"/>
                <a:gd name="connsiteY87" fmla="*/ 169639 h 191096"/>
                <a:gd name="connsiteX88" fmla="*/ 269185 w 740699"/>
                <a:gd name="connsiteY88" fmla="*/ 71940 h 191096"/>
                <a:gd name="connsiteX89" fmla="*/ 262452 w 740699"/>
                <a:gd name="connsiteY89" fmla="*/ 61179 h 191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740699" h="191096">
                  <a:moveTo>
                    <a:pt x="689325" y="7347"/>
                  </a:moveTo>
                  <a:cubicBezTo>
                    <a:pt x="689325" y="8511"/>
                    <a:pt x="689026" y="9604"/>
                    <a:pt x="688790" y="10847"/>
                  </a:cubicBezTo>
                  <a:lnTo>
                    <a:pt x="686092" y="24840"/>
                  </a:lnTo>
                  <a:cubicBezTo>
                    <a:pt x="685558" y="28073"/>
                    <a:pt x="684213" y="29953"/>
                    <a:pt x="680980" y="29953"/>
                  </a:cubicBezTo>
                  <a:cubicBezTo>
                    <a:pt x="678974" y="29953"/>
                    <a:pt x="673177" y="28608"/>
                    <a:pt x="667797" y="28608"/>
                  </a:cubicBezTo>
                  <a:cubicBezTo>
                    <a:pt x="652993" y="28608"/>
                    <a:pt x="646528" y="36143"/>
                    <a:pt x="646528" y="50946"/>
                  </a:cubicBezTo>
                  <a:lnTo>
                    <a:pt x="646528" y="53911"/>
                  </a:lnTo>
                  <a:lnTo>
                    <a:pt x="680712" y="53911"/>
                  </a:lnTo>
                  <a:cubicBezTo>
                    <a:pt x="684213" y="53911"/>
                    <a:pt x="686092" y="56059"/>
                    <a:pt x="686092" y="59559"/>
                  </a:cubicBezTo>
                  <a:lnTo>
                    <a:pt x="686092" y="78130"/>
                  </a:lnTo>
                  <a:cubicBezTo>
                    <a:pt x="686092" y="81363"/>
                    <a:pt x="684213" y="83518"/>
                    <a:pt x="680712" y="83518"/>
                  </a:cubicBezTo>
                  <a:lnTo>
                    <a:pt x="646528" y="83518"/>
                  </a:lnTo>
                  <a:lnTo>
                    <a:pt x="646528" y="183097"/>
                  </a:lnTo>
                  <a:cubicBezTo>
                    <a:pt x="646528" y="186330"/>
                    <a:pt x="644380" y="188485"/>
                    <a:pt x="641148" y="188485"/>
                  </a:cubicBezTo>
                  <a:lnTo>
                    <a:pt x="617197" y="188485"/>
                  </a:lnTo>
                  <a:cubicBezTo>
                    <a:pt x="613964" y="188485"/>
                    <a:pt x="611809" y="186330"/>
                    <a:pt x="611809" y="183097"/>
                  </a:cubicBezTo>
                  <a:lnTo>
                    <a:pt x="611809" y="56602"/>
                  </a:lnTo>
                  <a:cubicBezTo>
                    <a:pt x="611809" y="17839"/>
                    <a:pt x="633612" y="79"/>
                    <a:pt x="666987" y="79"/>
                  </a:cubicBezTo>
                  <a:cubicBezTo>
                    <a:pt x="672729" y="79"/>
                    <a:pt x="678557" y="621"/>
                    <a:pt x="683945" y="1966"/>
                  </a:cubicBezTo>
                  <a:cubicBezTo>
                    <a:pt x="687713" y="2769"/>
                    <a:pt x="689325" y="4358"/>
                    <a:pt x="689325" y="7347"/>
                  </a:cubicBezTo>
                  <a:moveTo>
                    <a:pt x="741003" y="59292"/>
                  </a:moveTo>
                  <a:lnTo>
                    <a:pt x="741003" y="183097"/>
                  </a:lnTo>
                  <a:cubicBezTo>
                    <a:pt x="741003" y="186330"/>
                    <a:pt x="738848" y="188485"/>
                    <a:pt x="735615" y="188485"/>
                  </a:cubicBezTo>
                  <a:lnTo>
                    <a:pt x="711396" y="188485"/>
                  </a:lnTo>
                  <a:cubicBezTo>
                    <a:pt x="708164" y="188485"/>
                    <a:pt x="706008" y="186330"/>
                    <a:pt x="706008" y="183097"/>
                  </a:cubicBezTo>
                  <a:lnTo>
                    <a:pt x="706008" y="59292"/>
                  </a:lnTo>
                  <a:cubicBezTo>
                    <a:pt x="706008" y="56059"/>
                    <a:pt x="708164" y="53911"/>
                    <a:pt x="711396" y="53911"/>
                  </a:cubicBezTo>
                  <a:lnTo>
                    <a:pt x="735615" y="53911"/>
                  </a:lnTo>
                  <a:cubicBezTo>
                    <a:pt x="738848" y="53911"/>
                    <a:pt x="741003" y="56059"/>
                    <a:pt x="741003" y="59292"/>
                  </a:cubicBezTo>
                  <a:moveTo>
                    <a:pt x="518954" y="158879"/>
                  </a:moveTo>
                  <a:cubicBezTo>
                    <a:pt x="499038" y="158879"/>
                    <a:pt x="485847" y="145956"/>
                    <a:pt x="485847" y="121195"/>
                  </a:cubicBezTo>
                  <a:cubicBezTo>
                    <a:pt x="485847" y="96433"/>
                    <a:pt x="499038" y="83518"/>
                    <a:pt x="517074" y="83518"/>
                  </a:cubicBezTo>
                  <a:cubicBezTo>
                    <a:pt x="536990" y="83518"/>
                    <a:pt x="550173" y="96433"/>
                    <a:pt x="550173" y="121195"/>
                  </a:cubicBezTo>
                  <a:cubicBezTo>
                    <a:pt x="550173" y="145956"/>
                    <a:pt x="536990" y="158879"/>
                    <a:pt x="518954" y="158879"/>
                  </a:cubicBezTo>
                  <a:moveTo>
                    <a:pt x="517074" y="51221"/>
                  </a:moveTo>
                  <a:cubicBezTo>
                    <a:pt x="476699" y="51221"/>
                    <a:pt x="450317" y="80553"/>
                    <a:pt x="450317" y="121195"/>
                  </a:cubicBezTo>
                  <a:cubicBezTo>
                    <a:pt x="450317" y="161837"/>
                    <a:pt x="476699" y="191176"/>
                    <a:pt x="518954" y="191176"/>
                  </a:cubicBezTo>
                  <a:cubicBezTo>
                    <a:pt x="559328" y="191176"/>
                    <a:pt x="585702" y="161837"/>
                    <a:pt x="585702" y="121195"/>
                  </a:cubicBezTo>
                  <a:cubicBezTo>
                    <a:pt x="585702" y="80553"/>
                    <a:pt x="559328" y="51221"/>
                    <a:pt x="517074" y="51221"/>
                  </a:cubicBezTo>
                  <a:moveTo>
                    <a:pt x="424486" y="101813"/>
                  </a:moveTo>
                  <a:lnTo>
                    <a:pt x="424486" y="183097"/>
                  </a:lnTo>
                  <a:cubicBezTo>
                    <a:pt x="424486" y="186330"/>
                    <a:pt x="422331" y="188485"/>
                    <a:pt x="419098" y="188485"/>
                  </a:cubicBezTo>
                  <a:lnTo>
                    <a:pt x="394880" y="188485"/>
                  </a:lnTo>
                  <a:cubicBezTo>
                    <a:pt x="391647" y="188485"/>
                    <a:pt x="389492" y="186330"/>
                    <a:pt x="389492" y="183097"/>
                  </a:cubicBezTo>
                  <a:lnTo>
                    <a:pt x="389492" y="106391"/>
                  </a:lnTo>
                  <a:cubicBezTo>
                    <a:pt x="389492" y="90243"/>
                    <a:pt x="377921" y="83518"/>
                    <a:pt x="363385" y="83518"/>
                  </a:cubicBezTo>
                  <a:cubicBezTo>
                    <a:pt x="355040" y="83518"/>
                    <a:pt x="350470" y="84053"/>
                    <a:pt x="343469" y="85665"/>
                  </a:cubicBezTo>
                  <a:cubicBezTo>
                    <a:pt x="339159" y="86743"/>
                    <a:pt x="337012" y="88631"/>
                    <a:pt x="337012" y="92666"/>
                  </a:cubicBezTo>
                  <a:lnTo>
                    <a:pt x="337012" y="183097"/>
                  </a:lnTo>
                  <a:cubicBezTo>
                    <a:pt x="337012" y="186330"/>
                    <a:pt x="334856" y="188485"/>
                    <a:pt x="331624" y="188485"/>
                  </a:cubicBezTo>
                  <a:lnTo>
                    <a:pt x="307405" y="188485"/>
                  </a:lnTo>
                  <a:cubicBezTo>
                    <a:pt x="304172" y="188485"/>
                    <a:pt x="302017" y="186330"/>
                    <a:pt x="302017" y="183097"/>
                  </a:cubicBezTo>
                  <a:lnTo>
                    <a:pt x="302017" y="71672"/>
                  </a:lnTo>
                  <a:cubicBezTo>
                    <a:pt x="302017" y="65482"/>
                    <a:pt x="304982" y="62249"/>
                    <a:pt x="308750" y="60904"/>
                  </a:cubicBezTo>
                  <a:cubicBezTo>
                    <a:pt x="328399" y="53911"/>
                    <a:pt x="346970" y="51221"/>
                    <a:pt x="362850" y="51221"/>
                  </a:cubicBezTo>
                  <a:cubicBezTo>
                    <a:pt x="404295" y="51221"/>
                    <a:pt x="424486" y="68982"/>
                    <a:pt x="424486" y="101813"/>
                  </a:cubicBezTo>
                  <a:moveTo>
                    <a:pt x="122497" y="167759"/>
                  </a:moveTo>
                  <a:cubicBezTo>
                    <a:pt x="122497" y="172337"/>
                    <a:pt x="121963" y="178528"/>
                    <a:pt x="120342" y="183097"/>
                  </a:cubicBezTo>
                  <a:cubicBezTo>
                    <a:pt x="118997" y="187140"/>
                    <a:pt x="117385" y="188485"/>
                    <a:pt x="113350" y="188485"/>
                  </a:cubicBezTo>
                  <a:lnTo>
                    <a:pt x="89123" y="188485"/>
                  </a:lnTo>
                  <a:cubicBezTo>
                    <a:pt x="86433" y="188485"/>
                    <a:pt x="85088" y="186865"/>
                    <a:pt x="85088" y="184718"/>
                  </a:cubicBezTo>
                  <a:cubicBezTo>
                    <a:pt x="85088" y="184175"/>
                    <a:pt x="85088" y="183640"/>
                    <a:pt x="85356" y="183097"/>
                  </a:cubicBezTo>
                  <a:cubicBezTo>
                    <a:pt x="86433" y="179597"/>
                    <a:pt x="86968" y="177175"/>
                    <a:pt x="86968" y="173140"/>
                  </a:cubicBezTo>
                  <a:cubicBezTo>
                    <a:pt x="86968" y="133559"/>
                    <a:pt x="303" y="155646"/>
                    <a:pt x="303" y="98589"/>
                  </a:cubicBezTo>
                  <a:cubicBezTo>
                    <a:pt x="303" y="69517"/>
                    <a:pt x="23452" y="50144"/>
                    <a:pt x="59517" y="50144"/>
                  </a:cubicBezTo>
                  <a:cubicBezTo>
                    <a:pt x="78623" y="50144"/>
                    <a:pt x="98546" y="54714"/>
                    <a:pt x="115230" y="64404"/>
                  </a:cubicBezTo>
                  <a:cubicBezTo>
                    <a:pt x="117393" y="65490"/>
                    <a:pt x="118462" y="67637"/>
                    <a:pt x="118462" y="69792"/>
                  </a:cubicBezTo>
                  <a:cubicBezTo>
                    <a:pt x="118462" y="71137"/>
                    <a:pt x="118164" y="72710"/>
                    <a:pt x="117385" y="74362"/>
                  </a:cubicBezTo>
                  <a:lnTo>
                    <a:pt x="109039" y="92131"/>
                  </a:lnTo>
                  <a:cubicBezTo>
                    <a:pt x="107962" y="94553"/>
                    <a:pt x="105539" y="95899"/>
                    <a:pt x="103116" y="95899"/>
                  </a:cubicBezTo>
                  <a:cubicBezTo>
                    <a:pt x="101771" y="95899"/>
                    <a:pt x="100426" y="95623"/>
                    <a:pt x="99081" y="94821"/>
                  </a:cubicBezTo>
                  <a:cubicBezTo>
                    <a:pt x="85356" y="87286"/>
                    <a:pt x="72165" y="82708"/>
                    <a:pt x="58439" y="82708"/>
                  </a:cubicBezTo>
                  <a:cubicBezTo>
                    <a:pt x="44179" y="82708"/>
                    <a:pt x="35833" y="87923"/>
                    <a:pt x="35833" y="96166"/>
                  </a:cubicBezTo>
                  <a:cubicBezTo>
                    <a:pt x="35833" y="121368"/>
                    <a:pt x="122497" y="106659"/>
                    <a:pt x="122497" y="167759"/>
                  </a:cubicBezTo>
                  <a:moveTo>
                    <a:pt x="234191" y="149189"/>
                  </a:moveTo>
                  <a:cubicBezTo>
                    <a:pt x="234191" y="153224"/>
                    <a:pt x="232043" y="155111"/>
                    <a:pt x="227466" y="156456"/>
                  </a:cubicBezTo>
                  <a:cubicBezTo>
                    <a:pt x="221543" y="158069"/>
                    <a:pt x="216430" y="158879"/>
                    <a:pt x="209162" y="158879"/>
                  </a:cubicBezTo>
                  <a:cubicBezTo>
                    <a:pt x="191936" y="158879"/>
                    <a:pt x="175788" y="148646"/>
                    <a:pt x="175788" y="121195"/>
                  </a:cubicBezTo>
                  <a:cubicBezTo>
                    <a:pt x="175788" y="93743"/>
                    <a:pt x="191936" y="83518"/>
                    <a:pt x="209162" y="83518"/>
                  </a:cubicBezTo>
                  <a:cubicBezTo>
                    <a:pt x="216430" y="83518"/>
                    <a:pt x="221543" y="84320"/>
                    <a:pt x="227466" y="85941"/>
                  </a:cubicBezTo>
                  <a:cubicBezTo>
                    <a:pt x="232043" y="87286"/>
                    <a:pt x="234191" y="89165"/>
                    <a:pt x="234191" y="93201"/>
                  </a:cubicBezTo>
                  <a:lnTo>
                    <a:pt x="234191" y="149189"/>
                  </a:lnTo>
                  <a:close/>
                  <a:moveTo>
                    <a:pt x="262452" y="61179"/>
                  </a:moveTo>
                  <a:cubicBezTo>
                    <a:pt x="244692" y="54446"/>
                    <a:pt x="228000" y="51221"/>
                    <a:pt x="209430" y="51221"/>
                  </a:cubicBezTo>
                  <a:cubicBezTo>
                    <a:pt x="168795" y="51221"/>
                    <a:pt x="140258" y="78405"/>
                    <a:pt x="140258" y="121195"/>
                  </a:cubicBezTo>
                  <a:cubicBezTo>
                    <a:pt x="140258" y="164527"/>
                    <a:pt x="165020" y="191176"/>
                    <a:pt x="208895" y="191176"/>
                  </a:cubicBezTo>
                  <a:cubicBezTo>
                    <a:pt x="226655" y="191176"/>
                    <a:pt x="243881" y="188210"/>
                    <a:pt x="262452" y="180407"/>
                  </a:cubicBezTo>
                  <a:cubicBezTo>
                    <a:pt x="266763" y="178528"/>
                    <a:pt x="269185" y="175562"/>
                    <a:pt x="269185" y="169639"/>
                  </a:cubicBezTo>
                  <a:lnTo>
                    <a:pt x="269185" y="71940"/>
                  </a:lnTo>
                  <a:cubicBezTo>
                    <a:pt x="269185" y="65749"/>
                    <a:pt x="266763" y="62792"/>
                    <a:pt x="262452" y="61179"/>
                  </a:cubicBezTo>
                </a:path>
              </a:pathLst>
            </a:custGeom>
            <a:solidFill>
              <a:schemeClr val="tx1"/>
            </a:solidFill>
            <a:ln w="7833" cap="flat">
              <a:noFill/>
              <a:prstDash val="solid"/>
              <a:round/>
            </a:ln>
          </p:spPr>
          <p:txBody>
            <a:bodyPr rtlCol="0" anchor="ctr"/>
            <a:lstStyle/>
            <a:p>
              <a:endParaRPr lang="fr-FR" sz="2400"/>
            </a:p>
          </p:txBody>
        </p:sp>
        <p:sp>
          <p:nvSpPr>
            <p:cNvPr id="11" name="Forme libre : forme 10">
              <a:extLst>
                <a:ext uri="{FF2B5EF4-FFF2-40B4-BE49-F238E27FC236}">
                  <a16:creationId xmlns:a16="http://schemas.microsoft.com/office/drawing/2014/main" id="{3473CDDD-9034-4972-B890-4C267C13F06F}"/>
                </a:ext>
              </a:extLst>
            </p:cNvPr>
            <p:cNvSpPr/>
            <p:nvPr/>
          </p:nvSpPr>
          <p:spPr>
            <a:xfrm rot="-73896" flipV="1">
              <a:off x="5474877" y="-471733"/>
              <a:ext cx="37949" cy="37711"/>
            </a:xfrm>
            <a:custGeom>
              <a:avLst/>
              <a:gdLst>
                <a:gd name="connsiteX0" fmla="*/ 19483 w 37949"/>
                <a:gd name="connsiteY0" fmla="*/ 17 h 37711"/>
                <a:gd name="connsiteX1" fmla="*/ 38456 w 37949"/>
                <a:gd name="connsiteY1" fmla="*/ 18454 h 37711"/>
                <a:gd name="connsiteX2" fmla="*/ 19491 w 37949"/>
                <a:gd name="connsiteY2" fmla="*/ 37717 h 37711"/>
                <a:gd name="connsiteX3" fmla="*/ 519 w 37949"/>
                <a:gd name="connsiteY3" fmla="*/ 19272 h 37711"/>
                <a:gd name="connsiteX4" fmla="*/ 19483 w 37949"/>
                <a:gd name="connsiteY4" fmla="*/ 17 h 37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949" h="37711">
                  <a:moveTo>
                    <a:pt x="19483" y="17"/>
                  </a:moveTo>
                  <a:cubicBezTo>
                    <a:pt x="30519" y="-219"/>
                    <a:pt x="38212" y="6883"/>
                    <a:pt x="38456" y="18454"/>
                  </a:cubicBezTo>
                  <a:cubicBezTo>
                    <a:pt x="38715" y="30300"/>
                    <a:pt x="31329" y="37457"/>
                    <a:pt x="19491" y="37717"/>
                  </a:cubicBezTo>
                  <a:cubicBezTo>
                    <a:pt x="8188" y="37953"/>
                    <a:pt x="771" y="31118"/>
                    <a:pt x="519" y="19272"/>
                  </a:cubicBezTo>
                  <a:cubicBezTo>
                    <a:pt x="267" y="7701"/>
                    <a:pt x="7378" y="284"/>
                    <a:pt x="19483" y="17"/>
                  </a:cubicBezTo>
                </a:path>
              </a:pathLst>
            </a:custGeom>
            <a:solidFill>
              <a:schemeClr val="accent2"/>
            </a:solidFill>
            <a:ln w="7833" cap="flat">
              <a:noFill/>
              <a:prstDash val="solid"/>
              <a:round/>
            </a:ln>
          </p:spPr>
          <p:txBody>
            <a:bodyPr rtlCol="0" anchor="ctr"/>
            <a:lstStyle/>
            <a:p>
              <a:endParaRPr lang="fr-FR" sz="2400">
                <a:solidFill>
                  <a:schemeClr val="accent2"/>
                </a:solidFill>
              </a:endParaRPr>
            </a:p>
          </p:txBody>
        </p:sp>
        <p:sp>
          <p:nvSpPr>
            <p:cNvPr id="12" name="Forme libre : forme 11">
              <a:extLst>
                <a:ext uri="{FF2B5EF4-FFF2-40B4-BE49-F238E27FC236}">
                  <a16:creationId xmlns:a16="http://schemas.microsoft.com/office/drawing/2014/main" id="{FA4CC508-0E53-4122-BCBD-4E37F1B71C30}"/>
                </a:ext>
              </a:extLst>
            </p:cNvPr>
            <p:cNvSpPr/>
            <p:nvPr/>
          </p:nvSpPr>
          <p:spPr>
            <a:xfrm rot="10725025" flipV="1">
              <a:off x="4768103" y="-317778"/>
              <a:ext cx="37406" cy="37169"/>
            </a:xfrm>
            <a:custGeom>
              <a:avLst/>
              <a:gdLst>
                <a:gd name="connsiteX0" fmla="*/ 18717 w 37406"/>
                <a:gd name="connsiteY0" fmla="*/ 130 h 37169"/>
                <a:gd name="connsiteX1" fmla="*/ 37414 w 37406"/>
                <a:gd name="connsiteY1" fmla="*/ 18300 h 37169"/>
                <a:gd name="connsiteX2" fmla="*/ 18717 w 37406"/>
                <a:gd name="connsiteY2" fmla="*/ 37288 h 37169"/>
                <a:gd name="connsiteX3" fmla="*/ 20 w 37406"/>
                <a:gd name="connsiteY3" fmla="*/ 19118 h 37169"/>
                <a:gd name="connsiteX4" fmla="*/ 18717 w 37406"/>
                <a:gd name="connsiteY4" fmla="*/ 130 h 371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406" h="37169">
                  <a:moveTo>
                    <a:pt x="18717" y="130"/>
                  </a:moveTo>
                  <a:cubicBezTo>
                    <a:pt x="29745" y="-106"/>
                    <a:pt x="37162" y="6729"/>
                    <a:pt x="37414" y="18300"/>
                  </a:cubicBezTo>
                  <a:cubicBezTo>
                    <a:pt x="37665" y="29603"/>
                    <a:pt x="30555" y="37028"/>
                    <a:pt x="18717" y="37288"/>
                  </a:cubicBezTo>
                  <a:cubicBezTo>
                    <a:pt x="7681" y="37524"/>
                    <a:pt x="264" y="30421"/>
                    <a:pt x="20" y="19118"/>
                  </a:cubicBezTo>
                  <a:cubicBezTo>
                    <a:pt x="-240" y="7547"/>
                    <a:pt x="6871" y="390"/>
                    <a:pt x="18717" y="130"/>
                  </a:cubicBezTo>
                </a:path>
              </a:pathLst>
            </a:custGeom>
            <a:solidFill>
              <a:schemeClr val="accent2"/>
            </a:solidFill>
            <a:ln w="7833" cap="flat">
              <a:noFill/>
              <a:prstDash val="solid"/>
              <a:round/>
            </a:ln>
          </p:spPr>
          <p:txBody>
            <a:bodyPr rtlCol="0" anchor="ctr"/>
            <a:lstStyle/>
            <a:p>
              <a:endParaRPr lang="fr-FR" sz="2400"/>
            </a:p>
          </p:txBody>
        </p:sp>
      </p:grpSp>
    </p:spTree>
    <p:extLst>
      <p:ext uri="{BB962C8B-B14F-4D97-AF65-F5344CB8AC3E}">
        <p14:creationId xmlns:p14="http://schemas.microsoft.com/office/powerpoint/2010/main" val="34727889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 Logo (Dark)">
    <p:bg>
      <p:bgPr>
        <a:solidFill>
          <a:schemeClr val="accent1"/>
        </a:solidFill>
        <a:effectLst/>
      </p:bgPr>
    </p:bg>
    <p:spTree>
      <p:nvGrpSpPr>
        <p:cNvPr id="1" name=""/>
        <p:cNvGrpSpPr/>
        <p:nvPr/>
      </p:nvGrpSpPr>
      <p:grpSpPr>
        <a:xfrm>
          <a:off x="0" y="0"/>
          <a:ext cx="0" cy="0"/>
          <a:chOff x="0" y="0"/>
          <a:chExt cx="0" cy="0"/>
        </a:xfrm>
      </p:grpSpPr>
      <p:grpSp>
        <p:nvGrpSpPr>
          <p:cNvPr id="7" name="Graphique 7">
            <a:extLst>
              <a:ext uri="{FF2B5EF4-FFF2-40B4-BE49-F238E27FC236}">
                <a16:creationId xmlns:a16="http://schemas.microsoft.com/office/drawing/2014/main" id="{AAE34BD0-96F3-484E-823D-846BCF7077CC}"/>
              </a:ext>
            </a:extLst>
          </p:cNvPr>
          <p:cNvGrpSpPr>
            <a:grpSpLocks noChangeAspect="1"/>
          </p:cNvGrpSpPr>
          <p:nvPr userDrawn="1"/>
        </p:nvGrpSpPr>
        <p:grpSpPr>
          <a:xfrm>
            <a:off x="4315443" y="2970600"/>
            <a:ext cx="3561116" cy="916800"/>
            <a:chOff x="4767702" y="-472136"/>
            <a:chExt cx="745525" cy="191931"/>
          </a:xfrm>
          <a:solidFill>
            <a:schemeClr val="bg1"/>
          </a:solidFill>
        </p:grpSpPr>
        <p:sp>
          <p:nvSpPr>
            <p:cNvPr id="8" name="Forme libre : forme 7">
              <a:extLst>
                <a:ext uri="{FF2B5EF4-FFF2-40B4-BE49-F238E27FC236}">
                  <a16:creationId xmlns:a16="http://schemas.microsoft.com/office/drawing/2014/main" id="{B5ACEFF7-2172-4E31-95A5-2822B762DCC8}"/>
                </a:ext>
              </a:extLst>
            </p:cNvPr>
            <p:cNvSpPr/>
            <p:nvPr/>
          </p:nvSpPr>
          <p:spPr>
            <a:xfrm>
              <a:off x="4770087" y="-471716"/>
              <a:ext cx="740699" cy="191096"/>
            </a:xfrm>
            <a:custGeom>
              <a:avLst/>
              <a:gdLst>
                <a:gd name="connsiteX0" fmla="*/ 689325 w 740699"/>
                <a:gd name="connsiteY0" fmla="*/ 7347 h 191096"/>
                <a:gd name="connsiteX1" fmla="*/ 688790 w 740699"/>
                <a:gd name="connsiteY1" fmla="*/ 10847 h 191096"/>
                <a:gd name="connsiteX2" fmla="*/ 686092 w 740699"/>
                <a:gd name="connsiteY2" fmla="*/ 24840 h 191096"/>
                <a:gd name="connsiteX3" fmla="*/ 680980 w 740699"/>
                <a:gd name="connsiteY3" fmla="*/ 29953 h 191096"/>
                <a:gd name="connsiteX4" fmla="*/ 667797 w 740699"/>
                <a:gd name="connsiteY4" fmla="*/ 28608 h 191096"/>
                <a:gd name="connsiteX5" fmla="*/ 646528 w 740699"/>
                <a:gd name="connsiteY5" fmla="*/ 50946 h 191096"/>
                <a:gd name="connsiteX6" fmla="*/ 646528 w 740699"/>
                <a:gd name="connsiteY6" fmla="*/ 53911 h 191096"/>
                <a:gd name="connsiteX7" fmla="*/ 680712 w 740699"/>
                <a:gd name="connsiteY7" fmla="*/ 53911 h 191096"/>
                <a:gd name="connsiteX8" fmla="*/ 686092 w 740699"/>
                <a:gd name="connsiteY8" fmla="*/ 59559 h 191096"/>
                <a:gd name="connsiteX9" fmla="*/ 686092 w 740699"/>
                <a:gd name="connsiteY9" fmla="*/ 78130 h 191096"/>
                <a:gd name="connsiteX10" fmla="*/ 680712 w 740699"/>
                <a:gd name="connsiteY10" fmla="*/ 83518 h 191096"/>
                <a:gd name="connsiteX11" fmla="*/ 646528 w 740699"/>
                <a:gd name="connsiteY11" fmla="*/ 83518 h 191096"/>
                <a:gd name="connsiteX12" fmla="*/ 646528 w 740699"/>
                <a:gd name="connsiteY12" fmla="*/ 183097 h 191096"/>
                <a:gd name="connsiteX13" fmla="*/ 641148 w 740699"/>
                <a:gd name="connsiteY13" fmla="*/ 188485 h 191096"/>
                <a:gd name="connsiteX14" fmla="*/ 617197 w 740699"/>
                <a:gd name="connsiteY14" fmla="*/ 188485 h 191096"/>
                <a:gd name="connsiteX15" fmla="*/ 611809 w 740699"/>
                <a:gd name="connsiteY15" fmla="*/ 183097 h 191096"/>
                <a:gd name="connsiteX16" fmla="*/ 611809 w 740699"/>
                <a:gd name="connsiteY16" fmla="*/ 56602 h 191096"/>
                <a:gd name="connsiteX17" fmla="*/ 666987 w 740699"/>
                <a:gd name="connsiteY17" fmla="*/ 79 h 191096"/>
                <a:gd name="connsiteX18" fmla="*/ 683945 w 740699"/>
                <a:gd name="connsiteY18" fmla="*/ 1966 h 191096"/>
                <a:gd name="connsiteX19" fmla="*/ 689325 w 740699"/>
                <a:gd name="connsiteY19" fmla="*/ 7347 h 191096"/>
                <a:gd name="connsiteX20" fmla="*/ 741003 w 740699"/>
                <a:gd name="connsiteY20" fmla="*/ 59292 h 191096"/>
                <a:gd name="connsiteX21" fmla="*/ 741003 w 740699"/>
                <a:gd name="connsiteY21" fmla="*/ 183097 h 191096"/>
                <a:gd name="connsiteX22" fmla="*/ 735615 w 740699"/>
                <a:gd name="connsiteY22" fmla="*/ 188485 h 191096"/>
                <a:gd name="connsiteX23" fmla="*/ 711396 w 740699"/>
                <a:gd name="connsiteY23" fmla="*/ 188485 h 191096"/>
                <a:gd name="connsiteX24" fmla="*/ 706008 w 740699"/>
                <a:gd name="connsiteY24" fmla="*/ 183097 h 191096"/>
                <a:gd name="connsiteX25" fmla="*/ 706008 w 740699"/>
                <a:gd name="connsiteY25" fmla="*/ 59292 h 191096"/>
                <a:gd name="connsiteX26" fmla="*/ 711396 w 740699"/>
                <a:gd name="connsiteY26" fmla="*/ 53911 h 191096"/>
                <a:gd name="connsiteX27" fmla="*/ 735615 w 740699"/>
                <a:gd name="connsiteY27" fmla="*/ 53911 h 191096"/>
                <a:gd name="connsiteX28" fmla="*/ 741003 w 740699"/>
                <a:gd name="connsiteY28" fmla="*/ 59292 h 191096"/>
                <a:gd name="connsiteX29" fmla="*/ 518954 w 740699"/>
                <a:gd name="connsiteY29" fmla="*/ 158879 h 191096"/>
                <a:gd name="connsiteX30" fmla="*/ 485847 w 740699"/>
                <a:gd name="connsiteY30" fmla="*/ 121195 h 191096"/>
                <a:gd name="connsiteX31" fmla="*/ 517074 w 740699"/>
                <a:gd name="connsiteY31" fmla="*/ 83518 h 191096"/>
                <a:gd name="connsiteX32" fmla="*/ 550173 w 740699"/>
                <a:gd name="connsiteY32" fmla="*/ 121195 h 191096"/>
                <a:gd name="connsiteX33" fmla="*/ 518954 w 740699"/>
                <a:gd name="connsiteY33" fmla="*/ 158879 h 191096"/>
                <a:gd name="connsiteX34" fmla="*/ 517074 w 740699"/>
                <a:gd name="connsiteY34" fmla="*/ 51221 h 191096"/>
                <a:gd name="connsiteX35" fmla="*/ 450317 w 740699"/>
                <a:gd name="connsiteY35" fmla="*/ 121195 h 191096"/>
                <a:gd name="connsiteX36" fmla="*/ 518954 w 740699"/>
                <a:gd name="connsiteY36" fmla="*/ 191176 h 191096"/>
                <a:gd name="connsiteX37" fmla="*/ 585702 w 740699"/>
                <a:gd name="connsiteY37" fmla="*/ 121195 h 191096"/>
                <a:gd name="connsiteX38" fmla="*/ 517074 w 740699"/>
                <a:gd name="connsiteY38" fmla="*/ 51221 h 191096"/>
                <a:gd name="connsiteX39" fmla="*/ 424486 w 740699"/>
                <a:gd name="connsiteY39" fmla="*/ 101813 h 191096"/>
                <a:gd name="connsiteX40" fmla="*/ 424486 w 740699"/>
                <a:gd name="connsiteY40" fmla="*/ 183097 h 191096"/>
                <a:gd name="connsiteX41" fmla="*/ 419098 w 740699"/>
                <a:gd name="connsiteY41" fmla="*/ 188485 h 191096"/>
                <a:gd name="connsiteX42" fmla="*/ 394880 w 740699"/>
                <a:gd name="connsiteY42" fmla="*/ 188485 h 191096"/>
                <a:gd name="connsiteX43" fmla="*/ 389492 w 740699"/>
                <a:gd name="connsiteY43" fmla="*/ 183097 h 191096"/>
                <a:gd name="connsiteX44" fmla="*/ 389492 w 740699"/>
                <a:gd name="connsiteY44" fmla="*/ 106391 h 191096"/>
                <a:gd name="connsiteX45" fmla="*/ 363385 w 740699"/>
                <a:gd name="connsiteY45" fmla="*/ 83518 h 191096"/>
                <a:gd name="connsiteX46" fmla="*/ 343469 w 740699"/>
                <a:gd name="connsiteY46" fmla="*/ 85665 h 191096"/>
                <a:gd name="connsiteX47" fmla="*/ 337012 w 740699"/>
                <a:gd name="connsiteY47" fmla="*/ 92666 h 191096"/>
                <a:gd name="connsiteX48" fmla="*/ 337012 w 740699"/>
                <a:gd name="connsiteY48" fmla="*/ 183097 h 191096"/>
                <a:gd name="connsiteX49" fmla="*/ 331624 w 740699"/>
                <a:gd name="connsiteY49" fmla="*/ 188485 h 191096"/>
                <a:gd name="connsiteX50" fmla="*/ 307405 w 740699"/>
                <a:gd name="connsiteY50" fmla="*/ 188485 h 191096"/>
                <a:gd name="connsiteX51" fmla="*/ 302017 w 740699"/>
                <a:gd name="connsiteY51" fmla="*/ 183097 h 191096"/>
                <a:gd name="connsiteX52" fmla="*/ 302017 w 740699"/>
                <a:gd name="connsiteY52" fmla="*/ 71672 h 191096"/>
                <a:gd name="connsiteX53" fmla="*/ 308750 w 740699"/>
                <a:gd name="connsiteY53" fmla="*/ 60904 h 191096"/>
                <a:gd name="connsiteX54" fmla="*/ 362850 w 740699"/>
                <a:gd name="connsiteY54" fmla="*/ 51221 h 191096"/>
                <a:gd name="connsiteX55" fmla="*/ 424486 w 740699"/>
                <a:gd name="connsiteY55" fmla="*/ 101813 h 191096"/>
                <a:gd name="connsiteX56" fmla="*/ 122497 w 740699"/>
                <a:gd name="connsiteY56" fmla="*/ 167759 h 191096"/>
                <a:gd name="connsiteX57" fmla="*/ 120342 w 740699"/>
                <a:gd name="connsiteY57" fmla="*/ 183097 h 191096"/>
                <a:gd name="connsiteX58" fmla="*/ 113350 w 740699"/>
                <a:gd name="connsiteY58" fmla="*/ 188485 h 191096"/>
                <a:gd name="connsiteX59" fmla="*/ 89123 w 740699"/>
                <a:gd name="connsiteY59" fmla="*/ 188485 h 191096"/>
                <a:gd name="connsiteX60" fmla="*/ 85088 w 740699"/>
                <a:gd name="connsiteY60" fmla="*/ 184718 h 191096"/>
                <a:gd name="connsiteX61" fmla="*/ 85356 w 740699"/>
                <a:gd name="connsiteY61" fmla="*/ 183097 h 191096"/>
                <a:gd name="connsiteX62" fmla="*/ 86968 w 740699"/>
                <a:gd name="connsiteY62" fmla="*/ 173140 h 191096"/>
                <a:gd name="connsiteX63" fmla="*/ 303 w 740699"/>
                <a:gd name="connsiteY63" fmla="*/ 98589 h 191096"/>
                <a:gd name="connsiteX64" fmla="*/ 59517 w 740699"/>
                <a:gd name="connsiteY64" fmla="*/ 50144 h 191096"/>
                <a:gd name="connsiteX65" fmla="*/ 115230 w 740699"/>
                <a:gd name="connsiteY65" fmla="*/ 64404 h 191096"/>
                <a:gd name="connsiteX66" fmla="*/ 118462 w 740699"/>
                <a:gd name="connsiteY66" fmla="*/ 69792 h 191096"/>
                <a:gd name="connsiteX67" fmla="*/ 117385 w 740699"/>
                <a:gd name="connsiteY67" fmla="*/ 74362 h 191096"/>
                <a:gd name="connsiteX68" fmla="*/ 109039 w 740699"/>
                <a:gd name="connsiteY68" fmla="*/ 92131 h 191096"/>
                <a:gd name="connsiteX69" fmla="*/ 103116 w 740699"/>
                <a:gd name="connsiteY69" fmla="*/ 95899 h 191096"/>
                <a:gd name="connsiteX70" fmla="*/ 99081 w 740699"/>
                <a:gd name="connsiteY70" fmla="*/ 94821 h 191096"/>
                <a:gd name="connsiteX71" fmla="*/ 58439 w 740699"/>
                <a:gd name="connsiteY71" fmla="*/ 82708 h 191096"/>
                <a:gd name="connsiteX72" fmla="*/ 35833 w 740699"/>
                <a:gd name="connsiteY72" fmla="*/ 96166 h 191096"/>
                <a:gd name="connsiteX73" fmla="*/ 122497 w 740699"/>
                <a:gd name="connsiteY73" fmla="*/ 167759 h 191096"/>
                <a:gd name="connsiteX74" fmla="*/ 234191 w 740699"/>
                <a:gd name="connsiteY74" fmla="*/ 149189 h 191096"/>
                <a:gd name="connsiteX75" fmla="*/ 227466 w 740699"/>
                <a:gd name="connsiteY75" fmla="*/ 156456 h 191096"/>
                <a:gd name="connsiteX76" fmla="*/ 209162 w 740699"/>
                <a:gd name="connsiteY76" fmla="*/ 158879 h 191096"/>
                <a:gd name="connsiteX77" fmla="*/ 175788 w 740699"/>
                <a:gd name="connsiteY77" fmla="*/ 121195 h 191096"/>
                <a:gd name="connsiteX78" fmla="*/ 209162 w 740699"/>
                <a:gd name="connsiteY78" fmla="*/ 83518 h 191096"/>
                <a:gd name="connsiteX79" fmla="*/ 227466 w 740699"/>
                <a:gd name="connsiteY79" fmla="*/ 85941 h 191096"/>
                <a:gd name="connsiteX80" fmla="*/ 234191 w 740699"/>
                <a:gd name="connsiteY80" fmla="*/ 93201 h 191096"/>
                <a:gd name="connsiteX81" fmla="*/ 234191 w 740699"/>
                <a:gd name="connsiteY81" fmla="*/ 149189 h 191096"/>
                <a:gd name="connsiteX82" fmla="*/ 262452 w 740699"/>
                <a:gd name="connsiteY82" fmla="*/ 61179 h 191096"/>
                <a:gd name="connsiteX83" fmla="*/ 209430 w 740699"/>
                <a:gd name="connsiteY83" fmla="*/ 51221 h 191096"/>
                <a:gd name="connsiteX84" fmla="*/ 140258 w 740699"/>
                <a:gd name="connsiteY84" fmla="*/ 121195 h 191096"/>
                <a:gd name="connsiteX85" fmla="*/ 208895 w 740699"/>
                <a:gd name="connsiteY85" fmla="*/ 191176 h 191096"/>
                <a:gd name="connsiteX86" fmla="*/ 262452 w 740699"/>
                <a:gd name="connsiteY86" fmla="*/ 180407 h 191096"/>
                <a:gd name="connsiteX87" fmla="*/ 269185 w 740699"/>
                <a:gd name="connsiteY87" fmla="*/ 169639 h 191096"/>
                <a:gd name="connsiteX88" fmla="*/ 269185 w 740699"/>
                <a:gd name="connsiteY88" fmla="*/ 71940 h 191096"/>
                <a:gd name="connsiteX89" fmla="*/ 262452 w 740699"/>
                <a:gd name="connsiteY89" fmla="*/ 61179 h 191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740699" h="191096">
                  <a:moveTo>
                    <a:pt x="689325" y="7347"/>
                  </a:moveTo>
                  <a:cubicBezTo>
                    <a:pt x="689325" y="8511"/>
                    <a:pt x="689026" y="9604"/>
                    <a:pt x="688790" y="10847"/>
                  </a:cubicBezTo>
                  <a:lnTo>
                    <a:pt x="686092" y="24840"/>
                  </a:lnTo>
                  <a:cubicBezTo>
                    <a:pt x="685558" y="28073"/>
                    <a:pt x="684213" y="29953"/>
                    <a:pt x="680980" y="29953"/>
                  </a:cubicBezTo>
                  <a:cubicBezTo>
                    <a:pt x="678974" y="29953"/>
                    <a:pt x="673177" y="28608"/>
                    <a:pt x="667797" y="28608"/>
                  </a:cubicBezTo>
                  <a:cubicBezTo>
                    <a:pt x="652993" y="28608"/>
                    <a:pt x="646528" y="36143"/>
                    <a:pt x="646528" y="50946"/>
                  </a:cubicBezTo>
                  <a:lnTo>
                    <a:pt x="646528" y="53911"/>
                  </a:lnTo>
                  <a:lnTo>
                    <a:pt x="680712" y="53911"/>
                  </a:lnTo>
                  <a:cubicBezTo>
                    <a:pt x="684213" y="53911"/>
                    <a:pt x="686092" y="56059"/>
                    <a:pt x="686092" y="59559"/>
                  </a:cubicBezTo>
                  <a:lnTo>
                    <a:pt x="686092" y="78130"/>
                  </a:lnTo>
                  <a:cubicBezTo>
                    <a:pt x="686092" y="81363"/>
                    <a:pt x="684213" y="83518"/>
                    <a:pt x="680712" y="83518"/>
                  </a:cubicBezTo>
                  <a:lnTo>
                    <a:pt x="646528" y="83518"/>
                  </a:lnTo>
                  <a:lnTo>
                    <a:pt x="646528" y="183097"/>
                  </a:lnTo>
                  <a:cubicBezTo>
                    <a:pt x="646528" y="186330"/>
                    <a:pt x="644380" y="188485"/>
                    <a:pt x="641148" y="188485"/>
                  </a:cubicBezTo>
                  <a:lnTo>
                    <a:pt x="617197" y="188485"/>
                  </a:lnTo>
                  <a:cubicBezTo>
                    <a:pt x="613964" y="188485"/>
                    <a:pt x="611809" y="186330"/>
                    <a:pt x="611809" y="183097"/>
                  </a:cubicBezTo>
                  <a:lnTo>
                    <a:pt x="611809" y="56602"/>
                  </a:lnTo>
                  <a:cubicBezTo>
                    <a:pt x="611809" y="17839"/>
                    <a:pt x="633612" y="79"/>
                    <a:pt x="666987" y="79"/>
                  </a:cubicBezTo>
                  <a:cubicBezTo>
                    <a:pt x="672729" y="79"/>
                    <a:pt x="678557" y="621"/>
                    <a:pt x="683945" y="1966"/>
                  </a:cubicBezTo>
                  <a:cubicBezTo>
                    <a:pt x="687713" y="2769"/>
                    <a:pt x="689325" y="4358"/>
                    <a:pt x="689325" y="7347"/>
                  </a:cubicBezTo>
                  <a:moveTo>
                    <a:pt x="741003" y="59292"/>
                  </a:moveTo>
                  <a:lnTo>
                    <a:pt x="741003" y="183097"/>
                  </a:lnTo>
                  <a:cubicBezTo>
                    <a:pt x="741003" y="186330"/>
                    <a:pt x="738848" y="188485"/>
                    <a:pt x="735615" y="188485"/>
                  </a:cubicBezTo>
                  <a:lnTo>
                    <a:pt x="711396" y="188485"/>
                  </a:lnTo>
                  <a:cubicBezTo>
                    <a:pt x="708164" y="188485"/>
                    <a:pt x="706008" y="186330"/>
                    <a:pt x="706008" y="183097"/>
                  </a:cubicBezTo>
                  <a:lnTo>
                    <a:pt x="706008" y="59292"/>
                  </a:lnTo>
                  <a:cubicBezTo>
                    <a:pt x="706008" y="56059"/>
                    <a:pt x="708164" y="53911"/>
                    <a:pt x="711396" y="53911"/>
                  </a:cubicBezTo>
                  <a:lnTo>
                    <a:pt x="735615" y="53911"/>
                  </a:lnTo>
                  <a:cubicBezTo>
                    <a:pt x="738848" y="53911"/>
                    <a:pt x="741003" y="56059"/>
                    <a:pt x="741003" y="59292"/>
                  </a:cubicBezTo>
                  <a:moveTo>
                    <a:pt x="518954" y="158879"/>
                  </a:moveTo>
                  <a:cubicBezTo>
                    <a:pt x="499038" y="158879"/>
                    <a:pt x="485847" y="145956"/>
                    <a:pt x="485847" y="121195"/>
                  </a:cubicBezTo>
                  <a:cubicBezTo>
                    <a:pt x="485847" y="96433"/>
                    <a:pt x="499038" y="83518"/>
                    <a:pt x="517074" y="83518"/>
                  </a:cubicBezTo>
                  <a:cubicBezTo>
                    <a:pt x="536990" y="83518"/>
                    <a:pt x="550173" y="96433"/>
                    <a:pt x="550173" y="121195"/>
                  </a:cubicBezTo>
                  <a:cubicBezTo>
                    <a:pt x="550173" y="145956"/>
                    <a:pt x="536990" y="158879"/>
                    <a:pt x="518954" y="158879"/>
                  </a:cubicBezTo>
                  <a:moveTo>
                    <a:pt x="517074" y="51221"/>
                  </a:moveTo>
                  <a:cubicBezTo>
                    <a:pt x="476699" y="51221"/>
                    <a:pt x="450317" y="80553"/>
                    <a:pt x="450317" y="121195"/>
                  </a:cubicBezTo>
                  <a:cubicBezTo>
                    <a:pt x="450317" y="161837"/>
                    <a:pt x="476699" y="191176"/>
                    <a:pt x="518954" y="191176"/>
                  </a:cubicBezTo>
                  <a:cubicBezTo>
                    <a:pt x="559328" y="191176"/>
                    <a:pt x="585702" y="161837"/>
                    <a:pt x="585702" y="121195"/>
                  </a:cubicBezTo>
                  <a:cubicBezTo>
                    <a:pt x="585702" y="80553"/>
                    <a:pt x="559328" y="51221"/>
                    <a:pt x="517074" y="51221"/>
                  </a:cubicBezTo>
                  <a:moveTo>
                    <a:pt x="424486" y="101813"/>
                  </a:moveTo>
                  <a:lnTo>
                    <a:pt x="424486" y="183097"/>
                  </a:lnTo>
                  <a:cubicBezTo>
                    <a:pt x="424486" y="186330"/>
                    <a:pt x="422331" y="188485"/>
                    <a:pt x="419098" y="188485"/>
                  </a:cubicBezTo>
                  <a:lnTo>
                    <a:pt x="394880" y="188485"/>
                  </a:lnTo>
                  <a:cubicBezTo>
                    <a:pt x="391647" y="188485"/>
                    <a:pt x="389492" y="186330"/>
                    <a:pt x="389492" y="183097"/>
                  </a:cubicBezTo>
                  <a:lnTo>
                    <a:pt x="389492" y="106391"/>
                  </a:lnTo>
                  <a:cubicBezTo>
                    <a:pt x="389492" y="90243"/>
                    <a:pt x="377921" y="83518"/>
                    <a:pt x="363385" y="83518"/>
                  </a:cubicBezTo>
                  <a:cubicBezTo>
                    <a:pt x="355040" y="83518"/>
                    <a:pt x="350470" y="84053"/>
                    <a:pt x="343469" y="85665"/>
                  </a:cubicBezTo>
                  <a:cubicBezTo>
                    <a:pt x="339159" y="86743"/>
                    <a:pt x="337012" y="88631"/>
                    <a:pt x="337012" y="92666"/>
                  </a:cubicBezTo>
                  <a:lnTo>
                    <a:pt x="337012" y="183097"/>
                  </a:lnTo>
                  <a:cubicBezTo>
                    <a:pt x="337012" y="186330"/>
                    <a:pt x="334856" y="188485"/>
                    <a:pt x="331624" y="188485"/>
                  </a:cubicBezTo>
                  <a:lnTo>
                    <a:pt x="307405" y="188485"/>
                  </a:lnTo>
                  <a:cubicBezTo>
                    <a:pt x="304172" y="188485"/>
                    <a:pt x="302017" y="186330"/>
                    <a:pt x="302017" y="183097"/>
                  </a:cubicBezTo>
                  <a:lnTo>
                    <a:pt x="302017" y="71672"/>
                  </a:lnTo>
                  <a:cubicBezTo>
                    <a:pt x="302017" y="65482"/>
                    <a:pt x="304982" y="62249"/>
                    <a:pt x="308750" y="60904"/>
                  </a:cubicBezTo>
                  <a:cubicBezTo>
                    <a:pt x="328399" y="53911"/>
                    <a:pt x="346970" y="51221"/>
                    <a:pt x="362850" y="51221"/>
                  </a:cubicBezTo>
                  <a:cubicBezTo>
                    <a:pt x="404295" y="51221"/>
                    <a:pt x="424486" y="68982"/>
                    <a:pt x="424486" y="101813"/>
                  </a:cubicBezTo>
                  <a:moveTo>
                    <a:pt x="122497" y="167759"/>
                  </a:moveTo>
                  <a:cubicBezTo>
                    <a:pt x="122497" y="172337"/>
                    <a:pt x="121963" y="178528"/>
                    <a:pt x="120342" y="183097"/>
                  </a:cubicBezTo>
                  <a:cubicBezTo>
                    <a:pt x="118997" y="187140"/>
                    <a:pt x="117385" y="188485"/>
                    <a:pt x="113350" y="188485"/>
                  </a:cubicBezTo>
                  <a:lnTo>
                    <a:pt x="89123" y="188485"/>
                  </a:lnTo>
                  <a:cubicBezTo>
                    <a:pt x="86433" y="188485"/>
                    <a:pt x="85088" y="186865"/>
                    <a:pt x="85088" y="184718"/>
                  </a:cubicBezTo>
                  <a:cubicBezTo>
                    <a:pt x="85088" y="184175"/>
                    <a:pt x="85088" y="183640"/>
                    <a:pt x="85356" y="183097"/>
                  </a:cubicBezTo>
                  <a:cubicBezTo>
                    <a:pt x="86433" y="179597"/>
                    <a:pt x="86968" y="177175"/>
                    <a:pt x="86968" y="173140"/>
                  </a:cubicBezTo>
                  <a:cubicBezTo>
                    <a:pt x="86968" y="133559"/>
                    <a:pt x="303" y="155646"/>
                    <a:pt x="303" y="98589"/>
                  </a:cubicBezTo>
                  <a:cubicBezTo>
                    <a:pt x="303" y="69517"/>
                    <a:pt x="23452" y="50144"/>
                    <a:pt x="59517" y="50144"/>
                  </a:cubicBezTo>
                  <a:cubicBezTo>
                    <a:pt x="78623" y="50144"/>
                    <a:pt x="98546" y="54714"/>
                    <a:pt x="115230" y="64404"/>
                  </a:cubicBezTo>
                  <a:cubicBezTo>
                    <a:pt x="117393" y="65490"/>
                    <a:pt x="118462" y="67637"/>
                    <a:pt x="118462" y="69792"/>
                  </a:cubicBezTo>
                  <a:cubicBezTo>
                    <a:pt x="118462" y="71137"/>
                    <a:pt x="118164" y="72710"/>
                    <a:pt x="117385" y="74362"/>
                  </a:cubicBezTo>
                  <a:lnTo>
                    <a:pt x="109039" y="92131"/>
                  </a:lnTo>
                  <a:cubicBezTo>
                    <a:pt x="107962" y="94553"/>
                    <a:pt x="105539" y="95899"/>
                    <a:pt x="103116" y="95899"/>
                  </a:cubicBezTo>
                  <a:cubicBezTo>
                    <a:pt x="101771" y="95899"/>
                    <a:pt x="100426" y="95623"/>
                    <a:pt x="99081" y="94821"/>
                  </a:cubicBezTo>
                  <a:cubicBezTo>
                    <a:pt x="85356" y="87286"/>
                    <a:pt x="72165" y="82708"/>
                    <a:pt x="58439" y="82708"/>
                  </a:cubicBezTo>
                  <a:cubicBezTo>
                    <a:pt x="44179" y="82708"/>
                    <a:pt x="35833" y="87923"/>
                    <a:pt x="35833" y="96166"/>
                  </a:cubicBezTo>
                  <a:cubicBezTo>
                    <a:pt x="35833" y="121368"/>
                    <a:pt x="122497" y="106659"/>
                    <a:pt x="122497" y="167759"/>
                  </a:cubicBezTo>
                  <a:moveTo>
                    <a:pt x="234191" y="149189"/>
                  </a:moveTo>
                  <a:cubicBezTo>
                    <a:pt x="234191" y="153224"/>
                    <a:pt x="232043" y="155111"/>
                    <a:pt x="227466" y="156456"/>
                  </a:cubicBezTo>
                  <a:cubicBezTo>
                    <a:pt x="221543" y="158069"/>
                    <a:pt x="216430" y="158879"/>
                    <a:pt x="209162" y="158879"/>
                  </a:cubicBezTo>
                  <a:cubicBezTo>
                    <a:pt x="191936" y="158879"/>
                    <a:pt x="175788" y="148646"/>
                    <a:pt x="175788" y="121195"/>
                  </a:cubicBezTo>
                  <a:cubicBezTo>
                    <a:pt x="175788" y="93743"/>
                    <a:pt x="191936" y="83518"/>
                    <a:pt x="209162" y="83518"/>
                  </a:cubicBezTo>
                  <a:cubicBezTo>
                    <a:pt x="216430" y="83518"/>
                    <a:pt x="221543" y="84320"/>
                    <a:pt x="227466" y="85941"/>
                  </a:cubicBezTo>
                  <a:cubicBezTo>
                    <a:pt x="232043" y="87286"/>
                    <a:pt x="234191" y="89165"/>
                    <a:pt x="234191" y="93201"/>
                  </a:cubicBezTo>
                  <a:lnTo>
                    <a:pt x="234191" y="149189"/>
                  </a:lnTo>
                  <a:close/>
                  <a:moveTo>
                    <a:pt x="262452" y="61179"/>
                  </a:moveTo>
                  <a:cubicBezTo>
                    <a:pt x="244692" y="54446"/>
                    <a:pt x="228000" y="51221"/>
                    <a:pt x="209430" y="51221"/>
                  </a:cubicBezTo>
                  <a:cubicBezTo>
                    <a:pt x="168795" y="51221"/>
                    <a:pt x="140258" y="78405"/>
                    <a:pt x="140258" y="121195"/>
                  </a:cubicBezTo>
                  <a:cubicBezTo>
                    <a:pt x="140258" y="164527"/>
                    <a:pt x="165020" y="191176"/>
                    <a:pt x="208895" y="191176"/>
                  </a:cubicBezTo>
                  <a:cubicBezTo>
                    <a:pt x="226655" y="191176"/>
                    <a:pt x="243881" y="188210"/>
                    <a:pt x="262452" y="180407"/>
                  </a:cubicBezTo>
                  <a:cubicBezTo>
                    <a:pt x="266763" y="178528"/>
                    <a:pt x="269185" y="175562"/>
                    <a:pt x="269185" y="169639"/>
                  </a:cubicBezTo>
                  <a:lnTo>
                    <a:pt x="269185" y="71940"/>
                  </a:lnTo>
                  <a:cubicBezTo>
                    <a:pt x="269185" y="65749"/>
                    <a:pt x="266763" y="62792"/>
                    <a:pt x="262452" y="61179"/>
                  </a:cubicBezTo>
                </a:path>
              </a:pathLst>
            </a:custGeom>
            <a:grpFill/>
            <a:ln w="7833" cap="flat">
              <a:noFill/>
              <a:prstDash val="solid"/>
              <a:round/>
            </a:ln>
          </p:spPr>
          <p:txBody>
            <a:bodyPr rtlCol="0" anchor="ctr"/>
            <a:lstStyle/>
            <a:p>
              <a:endParaRPr lang="fr-FR" sz="2400"/>
            </a:p>
          </p:txBody>
        </p:sp>
        <p:sp>
          <p:nvSpPr>
            <p:cNvPr id="9" name="Forme libre : forme 8">
              <a:extLst>
                <a:ext uri="{FF2B5EF4-FFF2-40B4-BE49-F238E27FC236}">
                  <a16:creationId xmlns:a16="http://schemas.microsoft.com/office/drawing/2014/main" id="{156C511D-58A1-442A-9FDB-13B83505C8E1}"/>
                </a:ext>
              </a:extLst>
            </p:cNvPr>
            <p:cNvSpPr/>
            <p:nvPr/>
          </p:nvSpPr>
          <p:spPr>
            <a:xfrm rot="-73896" flipV="1">
              <a:off x="5474877" y="-471733"/>
              <a:ext cx="37949" cy="37711"/>
            </a:xfrm>
            <a:custGeom>
              <a:avLst/>
              <a:gdLst>
                <a:gd name="connsiteX0" fmla="*/ 19483 w 37949"/>
                <a:gd name="connsiteY0" fmla="*/ 17 h 37711"/>
                <a:gd name="connsiteX1" fmla="*/ 38456 w 37949"/>
                <a:gd name="connsiteY1" fmla="*/ 18454 h 37711"/>
                <a:gd name="connsiteX2" fmla="*/ 19491 w 37949"/>
                <a:gd name="connsiteY2" fmla="*/ 37717 h 37711"/>
                <a:gd name="connsiteX3" fmla="*/ 519 w 37949"/>
                <a:gd name="connsiteY3" fmla="*/ 19272 h 37711"/>
                <a:gd name="connsiteX4" fmla="*/ 19483 w 37949"/>
                <a:gd name="connsiteY4" fmla="*/ 17 h 37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949" h="37711">
                  <a:moveTo>
                    <a:pt x="19483" y="17"/>
                  </a:moveTo>
                  <a:cubicBezTo>
                    <a:pt x="30519" y="-219"/>
                    <a:pt x="38212" y="6883"/>
                    <a:pt x="38456" y="18454"/>
                  </a:cubicBezTo>
                  <a:cubicBezTo>
                    <a:pt x="38715" y="30300"/>
                    <a:pt x="31329" y="37457"/>
                    <a:pt x="19491" y="37717"/>
                  </a:cubicBezTo>
                  <a:cubicBezTo>
                    <a:pt x="8188" y="37953"/>
                    <a:pt x="771" y="31118"/>
                    <a:pt x="519" y="19272"/>
                  </a:cubicBezTo>
                  <a:cubicBezTo>
                    <a:pt x="267" y="7701"/>
                    <a:pt x="7378" y="284"/>
                    <a:pt x="19483" y="17"/>
                  </a:cubicBezTo>
                </a:path>
              </a:pathLst>
            </a:custGeom>
            <a:grpFill/>
            <a:ln w="7833" cap="flat">
              <a:noFill/>
              <a:prstDash val="solid"/>
              <a:round/>
            </a:ln>
          </p:spPr>
          <p:txBody>
            <a:bodyPr rtlCol="0" anchor="ctr"/>
            <a:lstStyle/>
            <a:p>
              <a:endParaRPr lang="fr-FR" sz="2400">
                <a:solidFill>
                  <a:schemeClr val="accent2"/>
                </a:solidFill>
              </a:endParaRPr>
            </a:p>
          </p:txBody>
        </p:sp>
        <p:sp>
          <p:nvSpPr>
            <p:cNvPr id="10" name="Forme libre : forme 9">
              <a:extLst>
                <a:ext uri="{FF2B5EF4-FFF2-40B4-BE49-F238E27FC236}">
                  <a16:creationId xmlns:a16="http://schemas.microsoft.com/office/drawing/2014/main" id="{33BB5D3E-7EA3-4217-8524-E90CF2B6AC62}"/>
                </a:ext>
              </a:extLst>
            </p:cNvPr>
            <p:cNvSpPr/>
            <p:nvPr/>
          </p:nvSpPr>
          <p:spPr>
            <a:xfrm rot="10725025" flipV="1">
              <a:off x="4768103" y="-317778"/>
              <a:ext cx="37406" cy="37169"/>
            </a:xfrm>
            <a:custGeom>
              <a:avLst/>
              <a:gdLst>
                <a:gd name="connsiteX0" fmla="*/ 18717 w 37406"/>
                <a:gd name="connsiteY0" fmla="*/ 130 h 37169"/>
                <a:gd name="connsiteX1" fmla="*/ 37414 w 37406"/>
                <a:gd name="connsiteY1" fmla="*/ 18300 h 37169"/>
                <a:gd name="connsiteX2" fmla="*/ 18717 w 37406"/>
                <a:gd name="connsiteY2" fmla="*/ 37288 h 37169"/>
                <a:gd name="connsiteX3" fmla="*/ 20 w 37406"/>
                <a:gd name="connsiteY3" fmla="*/ 19118 h 37169"/>
                <a:gd name="connsiteX4" fmla="*/ 18717 w 37406"/>
                <a:gd name="connsiteY4" fmla="*/ 130 h 371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406" h="37169">
                  <a:moveTo>
                    <a:pt x="18717" y="130"/>
                  </a:moveTo>
                  <a:cubicBezTo>
                    <a:pt x="29745" y="-106"/>
                    <a:pt x="37162" y="6729"/>
                    <a:pt x="37414" y="18300"/>
                  </a:cubicBezTo>
                  <a:cubicBezTo>
                    <a:pt x="37665" y="29603"/>
                    <a:pt x="30555" y="37028"/>
                    <a:pt x="18717" y="37288"/>
                  </a:cubicBezTo>
                  <a:cubicBezTo>
                    <a:pt x="7681" y="37524"/>
                    <a:pt x="264" y="30421"/>
                    <a:pt x="20" y="19118"/>
                  </a:cubicBezTo>
                  <a:cubicBezTo>
                    <a:pt x="-240" y="7547"/>
                    <a:pt x="6871" y="390"/>
                    <a:pt x="18717" y="130"/>
                  </a:cubicBezTo>
                </a:path>
              </a:pathLst>
            </a:custGeom>
            <a:grpFill/>
            <a:ln w="7833" cap="flat">
              <a:noFill/>
              <a:prstDash val="solid"/>
              <a:round/>
            </a:ln>
          </p:spPr>
          <p:txBody>
            <a:bodyPr rtlCol="0" anchor="ctr"/>
            <a:lstStyle/>
            <a:p>
              <a:endParaRPr lang="fr-FR" sz="2400"/>
            </a:p>
          </p:txBody>
        </p:sp>
      </p:grpSp>
    </p:spTree>
    <p:extLst>
      <p:ext uri="{BB962C8B-B14F-4D97-AF65-F5344CB8AC3E}">
        <p14:creationId xmlns:p14="http://schemas.microsoft.com/office/powerpoint/2010/main" val="37859273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ver Title (Light)">
    <p:spTree>
      <p:nvGrpSpPr>
        <p:cNvPr id="1" name=""/>
        <p:cNvGrpSpPr/>
        <p:nvPr/>
      </p:nvGrpSpPr>
      <p:grpSpPr>
        <a:xfrm>
          <a:off x="0" y="0"/>
          <a:ext cx="0" cy="0"/>
          <a:chOff x="0" y="0"/>
          <a:chExt cx="0" cy="0"/>
        </a:xfrm>
      </p:grpSpPr>
      <p:sp>
        <p:nvSpPr>
          <p:cNvPr id="19" name="Espace réservé du graphique SmartArt 18">
            <a:extLst>
              <a:ext uri="{FF2B5EF4-FFF2-40B4-BE49-F238E27FC236}">
                <a16:creationId xmlns:a16="http://schemas.microsoft.com/office/drawing/2014/main" id="{B25D5AC7-4546-4A74-B36B-BA1B41C598C1}"/>
              </a:ext>
            </a:extLst>
          </p:cNvPr>
          <p:cNvSpPr>
            <a:spLocks noGrp="1" noChangeAspect="1"/>
          </p:cNvSpPr>
          <p:nvPr>
            <p:ph type="dgm" sz="quarter" idx="13"/>
          </p:nvPr>
        </p:nvSpPr>
        <p:spPr>
          <a:xfrm>
            <a:off x="6019131" y="4999905"/>
            <a:ext cx="153740" cy="152649"/>
          </a:xfrm>
          <a:custGeom>
            <a:avLst/>
            <a:gdLst>
              <a:gd name="connsiteX0" fmla="*/ 122355 w 250013"/>
              <a:gd name="connsiteY0" fmla="*/ 0 h 248243"/>
              <a:gd name="connsiteX1" fmla="*/ 250013 w 250013"/>
              <a:gd name="connsiteY1" fmla="*/ 124134 h 248243"/>
              <a:gd name="connsiteX2" fmla="*/ 127674 w 250013"/>
              <a:gd name="connsiteY2" fmla="*/ 248243 h 248243"/>
              <a:gd name="connsiteX3" fmla="*/ 1 w 250013"/>
              <a:gd name="connsiteY3" fmla="*/ 124125 h 248243"/>
              <a:gd name="connsiteX4" fmla="*/ 122355 w 250013"/>
              <a:gd name="connsiteY4" fmla="*/ 0 h 248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0013" h="248243">
                <a:moveTo>
                  <a:pt x="122355" y="0"/>
                </a:moveTo>
                <a:cubicBezTo>
                  <a:pt x="200363" y="0"/>
                  <a:pt x="250013" y="46111"/>
                  <a:pt x="250013" y="124134"/>
                </a:cubicBezTo>
                <a:cubicBezTo>
                  <a:pt x="250022" y="200379"/>
                  <a:pt x="200361" y="248234"/>
                  <a:pt x="127674" y="248243"/>
                </a:cubicBezTo>
                <a:cubicBezTo>
                  <a:pt x="47872" y="248236"/>
                  <a:pt x="-6" y="200370"/>
                  <a:pt x="1" y="124125"/>
                </a:cubicBezTo>
                <a:cubicBezTo>
                  <a:pt x="0" y="46103"/>
                  <a:pt x="47874" y="2"/>
                  <a:pt x="122355" y="0"/>
                </a:cubicBezTo>
                <a:close/>
              </a:path>
            </a:pathLst>
          </a:custGeom>
          <a:solidFill>
            <a:schemeClr val="accent2"/>
          </a:solidFill>
        </p:spPr>
        <p:txBody>
          <a:bodyPr wrap="square">
            <a:noAutofit/>
          </a:bodyPr>
          <a:lstStyle>
            <a:lvl1pPr>
              <a:defRPr>
                <a:noFill/>
              </a:defRPr>
            </a:lvl1pPr>
          </a:lstStyle>
          <a:p>
            <a:r>
              <a:rPr lang="en-US" noProof="0"/>
              <a:t>Click icon to add SmartArt graphic</a:t>
            </a:r>
          </a:p>
        </p:txBody>
      </p:sp>
      <p:sp>
        <p:nvSpPr>
          <p:cNvPr id="20" name="Espace réservé du graphique SmartArt 19">
            <a:extLst>
              <a:ext uri="{FF2B5EF4-FFF2-40B4-BE49-F238E27FC236}">
                <a16:creationId xmlns:a16="http://schemas.microsoft.com/office/drawing/2014/main" id="{FE783EC5-36F3-4916-B0D5-15355CAD8B2D}"/>
              </a:ext>
            </a:extLst>
          </p:cNvPr>
          <p:cNvSpPr>
            <a:spLocks noGrp="1" noChangeAspect="1"/>
          </p:cNvSpPr>
          <p:nvPr>
            <p:ph type="dgm" sz="quarter" idx="14"/>
          </p:nvPr>
        </p:nvSpPr>
        <p:spPr>
          <a:xfrm>
            <a:off x="6019131" y="1548016"/>
            <a:ext cx="153740" cy="152649"/>
          </a:xfrm>
          <a:custGeom>
            <a:avLst/>
            <a:gdLst>
              <a:gd name="connsiteX0" fmla="*/ 122355 w 250013"/>
              <a:gd name="connsiteY0" fmla="*/ 0 h 248243"/>
              <a:gd name="connsiteX1" fmla="*/ 250013 w 250013"/>
              <a:gd name="connsiteY1" fmla="*/ 124134 h 248243"/>
              <a:gd name="connsiteX2" fmla="*/ 127674 w 250013"/>
              <a:gd name="connsiteY2" fmla="*/ 248243 h 248243"/>
              <a:gd name="connsiteX3" fmla="*/ 1 w 250013"/>
              <a:gd name="connsiteY3" fmla="*/ 124125 h 248243"/>
              <a:gd name="connsiteX4" fmla="*/ 122355 w 250013"/>
              <a:gd name="connsiteY4" fmla="*/ 0 h 248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0013" h="248243">
                <a:moveTo>
                  <a:pt x="122355" y="0"/>
                </a:moveTo>
                <a:cubicBezTo>
                  <a:pt x="200363" y="0"/>
                  <a:pt x="250013" y="46111"/>
                  <a:pt x="250013" y="124134"/>
                </a:cubicBezTo>
                <a:cubicBezTo>
                  <a:pt x="250022" y="200379"/>
                  <a:pt x="200361" y="248234"/>
                  <a:pt x="127674" y="248243"/>
                </a:cubicBezTo>
                <a:cubicBezTo>
                  <a:pt x="47872" y="248236"/>
                  <a:pt x="-6" y="200370"/>
                  <a:pt x="1" y="124125"/>
                </a:cubicBezTo>
                <a:cubicBezTo>
                  <a:pt x="0" y="46103"/>
                  <a:pt x="47874" y="2"/>
                  <a:pt x="122355" y="0"/>
                </a:cubicBezTo>
                <a:close/>
              </a:path>
            </a:pathLst>
          </a:custGeom>
          <a:solidFill>
            <a:schemeClr val="accent2"/>
          </a:solidFill>
        </p:spPr>
        <p:txBody>
          <a:bodyPr wrap="square">
            <a:noAutofit/>
          </a:bodyPr>
          <a:lstStyle>
            <a:lvl1pPr>
              <a:defRPr>
                <a:noFill/>
              </a:defRPr>
            </a:lvl1pPr>
          </a:lstStyle>
          <a:p>
            <a:r>
              <a:rPr lang="en-US" noProof="0"/>
              <a:t>Click icon to add SmartArt graphic</a:t>
            </a:r>
          </a:p>
        </p:txBody>
      </p:sp>
      <p:grpSp>
        <p:nvGrpSpPr>
          <p:cNvPr id="9" name="Graphique 7">
            <a:extLst>
              <a:ext uri="{FF2B5EF4-FFF2-40B4-BE49-F238E27FC236}">
                <a16:creationId xmlns:a16="http://schemas.microsoft.com/office/drawing/2014/main" id="{27488BCF-9F91-440E-B9B4-3B8628FE5A11}"/>
              </a:ext>
            </a:extLst>
          </p:cNvPr>
          <p:cNvGrpSpPr>
            <a:grpSpLocks noChangeAspect="1"/>
          </p:cNvGrpSpPr>
          <p:nvPr userDrawn="1"/>
        </p:nvGrpSpPr>
        <p:grpSpPr>
          <a:xfrm>
            <a:off x="5528661" y="444457"/>
            <a:ext cx="1134681" cy="292121"/>
            <a:chOff x="4767702" y="-472136"/>
            <a:chExt cx="745525" cy="191931"/>
          </a:xfrm>
          <a:solidFill>
            <a:srgbClr val="FFFFFF"/>
          </a:solidFill>
        </p:grpSpPr>
        <p:sp>
          <p:nvSpPr>
            <p:cNvPr id="10" name="Forme libre : forme 9">
              <a:extLst>
                <a:ext uri="{FF2B5EF4-FFF2-40B4-BE49-F238E27FC236}">
                  <a16:creationId xmlns:a16="http://schemas.microsoft.com/office/drawing/2014/main" id="{EB91D5A6-4846-4A0D-AEA5-4C76E28CB395}"/>
                </a:ext>
              </a:extLst>
            </p:cNvPr>
            <p:cNvSpPr/>
            <p:nvPr/>
          </p:nvSpPr>
          <p:spPr>
            <a:xfrm>
              <a:off x="4770087" y="-471716"/>
              <a:ext cx="740699" cy="191096"/>
            </a:xfrm>
            <a:custGeom>
              <a:avLst/>
              <a:gdLst>
                <a:gd name="connsiteX0" fmla="*/ 689325 w 740699"/>
                <a:gd name="connsiteY0" fmla="*/ 7347 h 191096"/>
                <a:gd name="connsiteX1" fmla="*/ 688790 w 740699"/>
                <a:gd name="connsiteY1" fmla="*/ 10847 h 191096"/>
                <a:gd name="connsiteX2" fmla="*/ 686092 w 740699"/>
                <a:gd name="connsiteY2" fmla="*/ 24840 h 191096"/>
                <a:gd name="connsiteX3" fmla="*/ 680980 w 740699"/>
                <a:gd name="connsiteY3" fmla="*/ 29953 h 191096"/>
                <a:gd name="connsiteX4" fmla="*/ 667797 w 740699"/>
                <a:gd name="connsiteY4" fmla="*/ 28608 h 191096"/>
                <a:gd name="connsiteX5" fmla="*/ 646528 w 740699"/>
                <a:gd name="connsiteY5" fmla="*/ 50946 h 191096"/>
                <a:gd name="connsiteX6" fmla="*/ 646528 w 740699"/>
                <a:gd name="connsiteY6" fmla="*/ 53911 h 191096"/>
                <a:gd name="connsiteX7" fmla="*/ 680712 w 740699"/>
                <a:gd name="connsiteY7" fmla="*/ 53911 h 191096"/>
                <a:gd name="connsiteX8" fmla="*/ 686092 w 740699"/>
                <a:gd name="connsiteY8" fmla="*/ 59559 h 191096"/>
                <a:gd name="connsiteX9" fmla="*/ 686092 w 740699"/>
                <a:gd name="connsiteY9" fmla="*/ 78130 h 191096"/>
                <a:gd name="connsiteX10" fmla="*/ 680712 w 740699"/>
                <a:gd name="connsiteY10" fmla="*/ 83518 h 191096"/>
                <a:gd name="connsiteX11" fmla="*/ 646528 w 740699"/>
                <a:gd name="connsiteY11" fmla="*/ 83518 h 191096"/>
                <a:gd name="connsiteX12" fmla="*/ 646528 w 740699"/>
                <a:gd name="connsiteY12" fmla="*/ 183097 h 191096"/>
                <a:gd name="connsiteX13" fmla="*/ 641148 w 740699"/>
                <a:gd name="connsiteY13" fmla="*/ 188485 h 191096"/>
                <a:gd name="connsiteX14" fmla="*/ 617197 w 740699"/>
                <a:gd name="connsiteY14" fmla="*/ 188485 h 191096"/>
                <a:gd name="connsiteX15" fmla="*/ 611809 w 740699"/>
                <a:gd name="connsiteY15" fmla="*/ 183097 h 191096"/>
                <a:gd name="connsiteX16" fmla="*/ 611809 w 740699"/>
                <a:gd name="connsiteY16" fmla="*/ 56602 h 191096"/>
                <a:gd name="connsiteX17" fmla="*/ 666987 w 740699"/>
                <a:gd name="connsiteY17" fmla="*/ 79 h 191096"/>
                <a:gd name="connsiteX18" fmla="*/ 683945 w 740699"/>
                <a:gd name="connsiteY18" fmla="*/ 1966 h 191096"/>
                <a:gd name="connsiteX19" fmla="*/ 689325 w 740699"/>
                <a:gd name="connsiteY19" fmla="*/ 7347 h 191096"/>
                <a:gd name="connsiteX20" fmla="*/ 741003 w 740699"/>
                <a:gd name="connsiteY20" fmla="*/ 59292 h 191096"/>
                <a:gd name="connsiteX21" fmla="*/ 741003 w 740699"/>
                <a:gd name="connsiteY21" fmla="*/ 183097 h 191096"/>
                <a:gd name="connsiteX22" fmla="*/ 735615 w 740699"/>
                <a:gd name="connsiteY22" fmla="*/ 188485 h 191096"/>
                <a:gd name="connsiteX23" fmla="*/ 711396 w 740699"/>
                <a:gd name="connsiteY23" fmla="*/ 188485 h 191096"/>
                <a:gd name="connsiteX24" fmla="*/ 706008 w 740699"/>
                <a:gd name="connsiteY24" fmla="*/ 183097 h 191096"/>
                <a:gd name="connsiteX25" fmla="*/ 706008 w 740699"/>
                <a:gd name="connsiteY25" fmla="*/ 59292 h 191096"/>
                <a:gd name="connsiteX26" fmla="*/ 711396 w 740699"/>
                <a:gd name="connsiteY26" fmla="*/ 53911 h 191096"/>
                <a:gd name="connsiteX27" fmla="*/ 735615 w 740699"/>
                <a:gd name="connsiteY27" fmla="*/ 53911 h 191096"/>
                <a:gd name="connsiteX28" fmla="*/ 741003 w 740699"/>
                <a:gd name="connsiteY28" fmla="*/ 59292 h 191096"/>
                <a:gd name="connsiteX29" fmla="*/ 518954 w 740699"/>
                <a:gd name="connsiteY29" fmla="*/ 158879 h 191096"/>
                <a:gd name="connsiteX30" fmla="*/ 485847 w 740699"/>
                <a:gd name="connsiteY30" fmla="*/ 121195 h 191096"/>
                <a:gd name="connsiteX31" fmla="*/ 517074 w 740699"/>
                <a:gd name="connsiteY31" fmla="*/ 83518 h 191096"/>
                <a:gd name="connsiteX32" fmla="*/ 550173 w 740699"/>
                <a:gd name="connsiteY32" fmla="*/ 121195 h 191096"/>
                <a:gd name="connsiteX33" fmla="*/ 518954 w 740699"/>
                <a:gd name="connsiteY33" fmla="*/ 158879 h 191096"/>
                <a:gd name="connsiteX34" fmla="*/ 517074 w 740699"/>
                <a:gd name="connsiteY34" fmla="*/ 51221 h 191096"/>
                <a:gd name="connsiteX35" fmla="*/ 450317 w 740699"/>
                <a:gd name="connsiteY35" fmla="*/ 121195 h 191096"/>
                <a:gd name="connsiteX36" fmla="*/ 518954 w 740699"/>
                <a:gd name="connsiteY36" fmla="*/ 191176 h 191096"/>
                <a:gd name="connsiteX37" fmla="*/ 585702 w 740699"/>
                <a:gd name="connsiteY37" fmla="*/ 121195 h 191096"/>
                <a:gd name="connsiteX38" fmla="*/ 517074 w 740699"/>
                <a:gd name="connsiteY38" fmla="*/ 51221 h 191096"/>
                <a:gd name="connsiteX39" fmla="*/ 424486 w 740699"/>
                <a:gd name="connsiteY39" fmla="*/ 101813 h 191096"/>
                <a:gd name="connsiteX40" fmla="*/ 424486 w 740699"/>
                <a:gd name="connsiteY40" fmla="*/ 183097 h 191096"/>
                <a:gd name="connsiteX41" fmla="*/ 419098 w 740699"/>
                <a:gd name="connsiteY41" fmla="*/ 188485 h 191096"/>
                <a:gd name="connsiteX42" fmla="*/ 394880 w 740699"/>
                <a:gd name="connsiteY42" fmla="*/ 188485 h 191096"/>
                <a:gd name="connsiteX43" fmla="*/ 389492 w 740699"/>
                <a:gd name="connsiteY43" fmla="*/ 183097 h 191096"/>
                <a:gd name="connsiteX44" fmla="*/ 389492 w 740699"/>
                <a:gd name="connsiteY44" fmla="*/ 106391 h 191096"/>
                <a:gd name="connsiteX45" fmla="*/ 363385 w 740699"/>
                <a:gd name="connsiteY45" fmla="*/ 83518 h 191096"/>
                <a:gd name="connsiteX46" fmla="*/ 343469 w 740699"/>
                <a:gd name="connsiteY46" fmla="*/ 85665 h 191096"/>
                <a:gd name="connsiteX47" fmla="*/ 337012 w 740699"/>
                <a:gd name="connsiteY47" fmla="*/ 92666 h 191096"/>
                <a:gd name="connsiteX48" fmla="*/ 337012 w 740699"/>
                <a:gd name="connsiteY48" fmla="*/ 183097 h 191096"/>
                <a:gd name="connsiteX49" fmla="*/ 331624 w 740699"/>
                <a:gd name="connsiteY49" fmla="*/ 188485 h 191096"/>
                <a:gd name="connsiteX50" fmla="*/ 307405 w 740699"/>
                <a:gd name="connsiteY50" fmla="*/ 188485 h 191096"/>
                <a:gd name="connsiteX51" fmla="*/ 302017 w 740699"/>
                <a:gd name="connsiteY51" fmla="*/ 183097 h 191096"/>
                <a:gd name="connsiteX52" fmla="*/ 302017 w 740699"/>
                <a:gd name="connsiteY52" fmla="*/ 71672 h 191096"/>
                <a:gd name="connsiteX53" fmla="*/ 308750 w 740699"/>
                <a:gd name="connsiteY53" fmla="*/ 60904 h 191096"/>
                <a:gd name="connsiteX54" fmla="*/ 362850 w 740699"/>
                <a:gd name="connsiteY54" fmla="*/ 51221 h 191096"/>
                <a:gd name="connsiteX55" fmla="*/ 424486 w 740699"/>
                <a:gd name="connsiteY55" fmla="*/ 101813 h 191096"/>
                <a:gd name="connsiteX56" fmla="*/ 122497 w 740699"/>
                <a:gd name="connsiteY56" fmla="*/ 167759 h 191096"/>
                <a:gd name="connsiteX57" fmla="*/ 120342 w 740699"/>
                <a:gd name="connsiteY57" fmla="*/ 183097 h 191096"/>
                <a:gd name="connsiteX58" fmla="*/ 113350 w 740699"/>
                <a:gd name="connsiteY58" fmla="*/ 188485 h 191096"/>
                <a:gd name="connsiteX59" fmla="*/ 89123 w 740699"/>
                <a:gd name="connsiteY59" fmla="*/ 188485 h 191096"/>
                <a:gd name="connsiteX60" fmla="*/ 85088 w 740699"/>
                <a:gd name="connsiteY60" fmla="*/ 184718 h 191096"/>
                <a:gd name="connsiteX61" fmla="*/ 85356 w 740699"/>
                <a:gd name="connsiteY61" fmla="*/ 183097 h 191096"/>
                <a:gd name="connsiteX62" fmla="*/ 86968 w 740699"/>
                <a:gd name="connsiteY62" fmla="*/ 173140 h 191096"/>
                <a:gd name="connsiteX63" fmla="*/ 303 w 740699"/>
                <a:gd name="connsiteY63" fmla="*/ 98589 h 191096"/>
                <a:gd name="connsiteX64" fmla="*/ 59517 w 740699"/>
                <a:gd name="connsiteY64" fmla="*/ 50144 h 191096"/>
                <a:gd name="connsiteX65" fmla="*/ 115230 w 740699"/>
                <a:gd name="connsiteY65" fmla="*/ 64404 h 191096"/>
                <a:gd name="connsiteX66" fmla="*/ 118462 w 740699"/>
                <a:gd name="connsiteY66" fmla="*/ 69792 h 191096"/>
                <a:gd name="connsiteX67" fmla="*/ 117385 w 740699"/>
                <a:gd name="connsiteY67" fmla="*/ 74362 h 191096"/>
                <a:gd name="connsiteX68" fmla="*/ 109039 w 740699"/>
                <a:gd name="connsiteY68" fmla="*/ 92131 h 191096"/>
                <a:gd name="connsiteX69" fmla="*/ 103116 w 740699"/>
                <a:gd name="connsiteY69" fmla="*/ 95899 h 191096"/>
                <a:gd name="connsiteX70" fmla="*/ 99081 w 740699"/>
                <a:gd name="connsiteY70" fmla="*/ 94821 h 191096"/>
                <a:gd name="connsiteX71" fmla="*/ 58439 w 740699"/>
                <a:gd name="connsiteY71" fmla="*/ 82708 h 191096"/>
                <a:gd name="connsiteX72" fmla="*/ 35833 w 740699"/>
                <a:gd name="connsiteY72" fmla="*/ 96166 h 191096"/>
                <a:gd name="connsiteX73" fmla="*/ 122497 w 740699"/>
                <a:gd name="connsiteY73" fmla="*/ 167759 h 191096"/>
                <a:gd name="connsiteX74" fmla="*/ 234191 w 740699"/>
                <a:gd name="connsiteY74" fmla="*/ 149189 h 191096"/>
                <a:gd name="connsiteX75" fmla="*/ 227466 w 740699"/>
                <a:gd name="connsiteY75" fmla="*/ 156456 h 191096"/>
                <a:gd name="connsiteX76" fmla="*/ 209162 w 740699"/>
                <a:gd name="connsiteY76" fmla="*/ 158879 h 191096"/>
                <a:gd name="connsiteX77" fmla="*/ 175788 w 740699"/>
                <a:gd name="connsiteY77" fmla="*/ 121195 h 191096"/>
                <a:gd name="connsiteX78" fmla="*/ 209162 w 740699"/>
                <a:gd name="connsiteY78" fmla="*/ 83518 h 191096"/>
                <a:gd name="connsiteX79" fmla="*/ 227466 w 740699"/>
                <a:gd name="connsiteY79" fmla="*/ 85941 h 191096"/>
                <a:gd name="connsiteX80" fmla="*/ 234191 w 740699"/>
                <a:gd name="connsiteY80" fmla="*/ 93201 h 191096"/>
                <a:gd name="connsiteX81" fmla="*/ 234191 w 740699"/>
                <a:gd name="connsiteY81" fmla="*/ 149189 h 191096"/>
                <a:gd name="connsiteX82" fmla="*/ 262452 w 740699"/>
                <a:gd name="connsiteY82" fmla="*/ 61179 h 191096"/>
                <a:gd name="connsiteX83" fmla="*/ 209430 w 740699"/>
                <a:gd name="connsiteY83" fmla="*/ 51221 h 191096"/>
                <a:gd name="connsiteX84" fmla="*/ 140258 w 740699"/>
                <a:gd name="connsiteY84" fmla="*/ 121195 h 191096"/>
                <a:gd name="connsiteX85" fmla="*/ 208895 w 740699"/>
                <a:gd name="connsiteY85" fmla="*/ 191176 h 191096"/>
                <a:gd name="connsiteX86" fmla="*/ 262452 w 740699"/>
                <a:gd name="connsiteY86" fmla="*/ 180407 h 191096"/>
                <a:gd name="connsiteX87" fmla="*/ 269185 w 740699"/>
                <a:gd name="connsiteY87" fmla="*/ 169639 h 191096"/>
                <a:gd name="connsiteX88" fmla="*/ 269185 w 740699"/>
                <a:gd name="connsiteY88" fmla="*/ 71940 h 191096"/>
                <a:gd name="connsiteX89" fmla="*/ 262452 w 740699"/>
                <a:gd name="connsiteY89" fmla="*/ 61179 h 191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740699" h="191096">
                  <a:moveTo>
                    <a:pt x="689325" y="7347"/>
                  </a:moveTo>
                  <a:cubicBezTo>
                    <a:pt x="689325" y="8511"/>
                    <a:pt x="689026" y="9604"/>
                    <a:pt x="688790" y="10847"/>
                  </a:cubicBezTo>
                  <a:lnTo>
                    <a:pt x="686092" y="24840"/>
                  </a:lnTo>
                  <a:cubicBezTo>
                    <a:pt x="685558" y="28073"/>
                    <a:pt x="684213" y="29953"/>
                    <a:pt x="680980" y="29953"/>
                  </a:cubicBezTo>
                  <a:cubicBezTo>
                    <a:pt x="678974" y="29953"/>
                    <a:pt x="673177" y="28608"/>
                    <a:pt x="667797" y="28608"/>
                  </a:cubicBezTo>
                  <a:cubicBezTo>
                    <a:pt x="652993" y="28608"/>
                    <a:pt x="646528" y="36143"/>
                    <a:pt x="646528" y="50946"/>
                  </a:cubicBezTo>
                  <a:lnTo>
                    <a:pt x="646528" y="53911"/>
                  </a:lnTo>
                  <a:lnTo>
                    <a:pt x="680712" y="53911"/>
                  </a:lnTo>
                  <a:cubicBezTo>
                    <a:pt x="684213" y="53911"/>
                    <a:pt x="686092" y="56059"/>
                    <a:pt x="686092" y="59559"/>
                  </a:cubicBezTo>
                  <a:lnTo>
                    <a:pt x="686092" y="78130"/>
                  </a:lnTo>
                  <a:cubicBezTo>
                    <a:pt x="686092" y="81363"/>
                    <a:pt x="684213" y="83518"/>
                    <a:pt x="680712" y="83518"/>
                  </a:cubicBezTo>
                  <a:lnTo>
                    <a:pt x="646528" y="83518"/>
                  </a:lnTo>
                  <a:lnTo>
                    <a:pt x="646528" y="183097"/>
                  </a:lnTo>
                  <a:cubicBezTo>
                    <a:pt x="646528" y="186330"/>
                    <a:pt x="644380" y="188485"/>
                    <a:pt x="641148" y="188485"/>
                  </a:cubicBezTo>
                  <a:lnTo>
                    <a:pt x="617197" y="188485"/>
                  </a:lnTo>
                  <a:cubicBezTo>
                    <a:pt x="613964" y="188485"/>
                    <a:pt x="611809" y="186330"/>
                    <a:pt x="611809" y="183097"/>
                  </a:cubicBezTo>
                  <a:lnTo>
                    <a:pt x="611809" y="56602"/>
                  </a:lnTo>
                  <a:cubicBezTo>
                    <a:pt x="611809" y="17839"/>
                    <a:pt x="633612" y="79"/>
                    <a:pt x="666987" y="79"/>
                  </a:cubicBezTo>
                  <a:cubicBezTo>
                    <a:pt x="672729" y="79"/>
                    <a:pt x="678557" y="621"/>
                    <a:pt x="683945" y="1966"/>
                  </a:cubicBezTo>
                  <a:cubicBezTo>
                    <a:pt x="687713" y="2769"/>
                    <a:pt x="689325" y="4358"/>
                    <a:pt x="689325" y="7347"/>
                  </a:cubicBezTo>
                  <a:moveTo>
                    <a:pt x="741003" y="59292"/>
                  </a:moveTo>
                  <a:lnTo>
                    <a:pt x="741003" y="183097"/>
                  </a:lnTo>
                  <a:cubicBezTo>
                    <a:pt x="741003" y="186330"/>
                    <a:pt x="738848" y="188485"/>
                    <a:pt x="735615" y="188485"/>
                  </a:cubicBezTo>
                  <a:lnTo>
                    <a:pt x="711396" y="188485"/>
                  </a:lnTo>
                  <a:cubicBezTo>
                    <a:pt x="708164" y="188485"/>
                    <a:pt x="706008" y="186330"/>
                    <a:pt x="706008" y="183097"/>
                  </a:cubicBezTo>
                  <a:lnTo>
                    <a:pt x="706008" y="59292"/>
                  </a:lnTo>
                  <a:cubicBezTo>
                    <a:pt x="706008" y="56059"/>
                    <a:pt x="708164" y="53911"/>
                    <a:pt x="711396" y="53911"/>
                  </a:cubicBezTo>
                  <a:lnTo>
                    <a:pt x="735615" y="53911"/>
                  </a:lnTo>
                  <a:cubicBezTo>
                    <a:pt x="738848" y="53911"/>
                    <a:pt x="741003" y="56059"/>
                    <a:pt x="741003" y="59292"/>
                  </a:cubicBezTo>
                  <a:moveTo>
                    <a:pt x="518954" y="158879"/>
                  </a:moveTo>
                  <a:cubicBezTo>
                    <a:pt x="499038" y="158879"/>
                    <a:pt x="485847" y="145956"/>
                    <a:pt x="485847" y="121195"/>
                  </a:cubicBezTo>
                  <a:cubicBezTo>
                    <a:pt x="485847" y="96433"/>
                    <a:pt x="499038" y="83518"/>
                    <a:pt x="517074" y="83518"/>
                  </a:cubicBezTo>
                  <a:cubicBezTo>
                    <a:pt x="536990" y="83518"/>
                    <a:pt x="550173" y="96433"/>
                    <a:pt x="550173" y="121195"/>
                  </a:cubicBezTo>
                  <a:cubicBezTo>
                    <a:pt x="550173" y="145956"/>
                    <a:pt x="536990" y="158879"/>
                    <a:pt x="518954" y="158879"/>
                  </a:cubicBezTo>
                  <a:moveTo>
                    <a:pt x="517074" y="51221"/>
                  </a:moveTo>
                  <a:cubicBezTo>
                    <a:pt x="476699" y="51221"/>
                    <a:pt x="450317" y="80553"/>
                    <a:pt x="450317" y="121195"/>
                  </a:cubicBezTo>
                  <a:cubicBezTo>
                    <a:pt x="450317" y="161837"/>
                    <a:pt x="476699" y="191176"/>
                    <a:pt x="518954" y="191176"/>
                  </a:cubicBezTo>
                  <a:cubicBezTo>
                    <a:pt x="559328" y="191176"/>
                    <a:pt x="585702" y="161837"/>
                    <a:pt x="585702" y="121195"/>
                  </a:cubicBezTo>
                  <a:cubicBezTo>
                    <a:pt x="585702" y="80553"/>
                    <a:pt x="559328" y="51221"/>
                    <a:pt x="517074" y="51221"/>
                  </a:cubicBezTo>
                  <a:moveTo>
                    <a:pt x="424486" y="101813"/>
                  </a:moveTo>
                  <a:lnTo>
                    <a:pt x="424486" y="183097"/>
                  </a:lnTo>
                  <a:cubicBezTo>
                    <a:pt x="424486" y="186330"/>
                    <a:pt x="422331" y="188485"/>
                    <a:pt x="419098" y="188485"/>
                  </a:cubicBezTo>
                  <a:lnTo>
                    <a:pt x="394880" y="188485"/>
                  </a:lnTo>
                  <a:cubicBezTo>
                    <a:pt x="391647" y="188485"/>
                    <a:pt x="389492" y="186330"/>
                    <a:pt x="389492" y="183097"/>
                  </a:cubicBezTo>
                  <a:lnTo>
                    <a:pt x="389492" y="106391"/>
                  </a:lnTo>
                  <a:cubicBezTo>
                    <a:pt x="389492" y="90243"/>
                    <a:pt x="377921" y="83518"/>
                    <a:pt x="363385" y="83518"/>
                  </a:cubicBezTo>
                  <a:cubicBezTo>
                    <a:pt x="355040" y="83518"/>
                    <a:pt x="350470" y="84053"/>
                    <a:pt x="343469" y="85665"/>
                  </a:cubicBezTo>
                  <a:cubicBezTo>
                    <a:pt x="339159" y="86743"/>
                    <a:pt x="337012" y="88631"/>
                    <a:pt x="337012" y="92666"/>
                  </a:cubicBezTo>
                  <a:lnTo>
                    <a:pt x="337012" y="183097"/>
                  </a:lnTo>
                  <a:cubicBezTo>
                    <a:pt x="337012" y="186330"/>
                    <a:pt x="334856" y="188485"/>
                    <a:pt x="331624" y="188485"/>
                  </a:cubicBezTo>
                  <a:lnTo>
                    <a:pt x="307405" y="188485"/>
                  </a:lnTo>
                  <a:cubicBezTo>
                    <a:pt x="304172" y="188485"/>
                    <a:pt x="302017" y="186330"/>
                    <a:pt x="302017" y="183097"/>
                  </a:cubicBezTo>
                  <a:lnTo>
                    <a:pt x="302017" y="71672"/>
                  </a:lnTo>
                  <a:cubicBezTo>
                    <a:pt x="302017" y="65482"/>
                    <a:pt x="304982" y="62249"/>
                    <a:pt x="308750" y="60904"/>
                  </a:cubicBezTo>
                  <a:cubicBezTo>
                    <a:pt x="328399" y="53911"/>
                    <a:pt x="346970" y="51221"/>
                    <a:pt x="362850" y="51221"/>
                  </a:cubicBezTo>
                  <a:cubicBezTo>
                    <a:pt x="404295" y="51221"/>
                    <a:pt x="424486" y="68982"/>
                    <a:pt x="424486" y="101813"/>
                  </a:cubicBezTo>
                  <a:moveTo>
                    <a:pt x="122497" y="167759"/>
                  </a:moveTo>
                  <a:cubicBezTo>
                    <a:pt x="122497" y="172337"/>
                    <a:pt x="121963" y="178528"/>
                    <a:pt x="120342" y="183097"/>
                  </a:cubicBezTo>
                  <a:cubicBezTo>
                    <a:pt x="118997" y="187140"/>
                    <a:pt x="117385" y="188485"/>
                    <a:pt x="113350" y="188485"/>
                  </a:cubicBezTo>
                  <a:lnTo>
                    <a:pt x="89123" y="188485"/>
                  </a:lnTo>
                  <a:cubicBezTo>
                    <a:pt x="86433" y="188485"/>
                    <a:pt x="85088" y="186865"/>
                    <a:pt x="85088" y="184718"/>
                  </a:cubicBezTo>
                  <a:cubicBezTo>
                    <a:pt x="85088" y="184175"/>
                    <a:pt x="85088" y="183640"/>
                    <a:pt x="85356" y="183097"/>
                  </a:cubicBezTo>
                  <a:cubicBezTo>
                    <a:pt x="86433" y="179597"/>
                    <a:pt x="86968" y="177175"/>
                    <a:pt x="86968" y="173140"/>
                  </a:cubicBezTo>
                  <a:cubicBezTo>
                    <a:pt x="86968" y="133559"/>
                    <a:pt x="303" y="155646"/>
                    <a:pt x="303" y="98589"/>
                  </a:cubicBezTo>
                  <a:cubicBezTo>
                    <a:pt x="303" y="69517"/>
                    <a:pt x="23452" y="50144"/>
                    <a:pt x="59517" y="50144"/>
                  </a:cubicBezTo>
                  <a:cubicBezTo>
                    <a:pt x="78623" y="50144"/>
                    <a:pt x="98546" y="54714"/>
                    <a:pt x="115230" y="64404"/>
                  </a:cubicBezTo>
                  <a:cubicBezTo>
                    <a:pt x="117393" y="65490"/>
                    <a:pt x="118462" y="67637"/>
                    <a:pt x="118462" y="69792"/>
                  </a:cubicBezTo>
                  <a:cubicBezTo>
                    <a:pt x="118462" y="71137"/>
                    <a:pt x="118164" y="72710"/>
                    <a:pt x="117385" y="74362"/>
                  </a:cubicBezTo>
                  <a:lnTo>
                    <a:pt x="109039" y="92131"/>
                  </a:lnTo>
                  <a:cubicBezTo>
                    <a:pt x="107962" y="94553"/>
                    <a:pt x="105539" y="95899"/>
                    <a:pt x="103116" y="95899"/>
                  </a:cubicBezTo>
                  <a:cubicBezTo>
                    <a:pt x="101771" y="95899"/>
                    <a:pt x="100426" y="95623"/>
                    <a:pt x="99081" y="94821"/>
                  </a:cubicBezTo>
                  <a:cubicBezTo>
                    <a:pt x="85356" y="87286"/>
                    <a:pt x="72165" y="82708"/>
                    <a:pt x="58439" y="82708"/>
                  </a:cubicBezTo>
                  <a:cubicBezTo>
                    <a:pt x="44179" y="82708"/>
                    <a:pt x="35833" y="87923"/>
                    <a:pt x="35833" y="96166"/>
                  </a:cubicBezTo>
                  <a:cubicBezTo>
                    <a:pt x="35833" y="121368"/>
                    <a:pt x="122497" y="106659"/>
                    <a:pt x="122497" y="167759"/>
                  </a:cubicBezTo>
                  <a:moveTo>
                    <a:pt x="234191" y="149189"/>
                  </a:moveTo>
                  <a:cubicBezTo>
                    <a:pt x="234191" y="153224"/>
                    <a:pt x="232043" y="155111"/>
                    <a:pt x="227466" y="156456"/>
                  </a:cubicBezTo>
                  <a:cubicBezTo>
                    <a:pt x="221543" y="158069"/>
                    <a:pt x="216430" y="158879"/>
                    <a:pt x="209162" y="158879"/>
                  </a:cubicBezTo>
                  <a:cubicBezTo>
                    <a:pt x="191936" y="158879"/>
                    <a:pt x="175788" y="148646"/>
                    <a:pt x="175788" y="121195"/>
                  </a:cubicBezTo>
                  <a:cubicBezTo>
                    <a:pt x="175788" y="93743"/>
                    <a:pt x="191936" y="83518"/>
                    <a:pt x="209162" y="83518"/>
                  </a:cubicBezTo>
                  <a:cubicBezTo>
                    <a:pt x="216430" y="83518"/>
                    <a:pt x="221543" y="84320"/>
                    <a:pt x="227466" y="85941"/>
                  </a:cubicBezTo>
                  <a:cubicBezTo>
                    <a:pt x="232043" y="87286"/>
                    <a:pt x="234191" y="89165"/>
                    <a:pt x="234191" y="93201"/>
                  </a:cubicBezTo>
                  <a:lnTo>
                    <a:pt x="234191" y="149189"/>
                  </a:lnTo>
                  <a:close/>
                  <a:moveTo>
                    <a:pt x="262452" y="61179"/>
                  </a:moveTo>
                  <a:cubicBezTo>
                    <a:pt x="244692" y="54446"/>
                    <a:pt x="228000" y="51221"/>
                    <a:pt x="209430" y="51221"/>
                  </a:cubicBezTo>
                  <a:cubicBezTo>
                    <a:pt x="168795" y="51221"/>
                    <a:pt x="140258" y="78405"/>
                    <a:pt x="140258" y="121195"/>
                  </a:cubicBezTo>
                  <a:cubicBezTo>
                    <a:pt x="140258" y="164527"/>
                    <a:pt x="165020" y="191176"/>
                    <a:pt x="208895" y="191176"/>
                  </a:cubicBezTo>
                  <a:cubicBezTo>
                    <a:pt x="226655" y="191176"/>
                    <a:pt x="243881" y="188210"/>
                    <a:pt x="262452" y="180407"/>
                  </a:cubicBezTo>
                  <a:cubicBezTo>
                    <a:pt x="266763" y="178528"/>
                    <a:pt x="269185" y="175562"/>
                    <a:pt x="269185" y="169639"/>
                  </a:cubicBezTo>
                  <a:lnTo>
                    <a:pt x="269185" y="71940"/>
                  </a:lnTo>
                  <a:cubicBezTo>
                    <a:pt x="269185" y="65749"/>
                    <a:pt x="266763" y="62792"/>
                    <a:pt x="262452" y="61179"/>
                  </a:cubicBezTo>
                </a:path>
              </a:pathLst>
            </a:custGeom>
            <a:solidFill>
              <a:schemeClr val="tx1"/>
            </a:solidFill>
            <a:ln w="7833" cap="flat">
              <a:noFill/>
              <a:prstDash val="solid"/>
              <a:round/>
            </a:ln>
          </p:spPr>
          <p:txBody>
            <a:bodyPr rtlCol="0" anchor="ctr"/>
            <a:lstStyle/>
            <a:p>
              <a:endParaRPr lang="en-US" sz="2400" noProof="0"/>
            </a:p>
          </p:txBody>
        </p:sp>
        <p:sp>
          <p:nvSpPr>
            <p:cNvPr id="11" name="Forme libre : forme 10">
              <a:extLst>
                <a:ext uri="{FF2B5EF4-FFF2-40B4-BE49-F238E27FC236}">
                  <a16:creationId xmlns:a16="http://schemas.microsoft.com/office/drawing/2014/main" id="{503CE94E-53F9-481B-BF77-A348529571D3}"/>
                </a:ext>
              </a:extLst>
            </p:cNvPr>
            <p:cNvSpPr/>
            <p:nvPr/>
          </p:nvSpPr>
          <p:spPr>
            <a:xfrm rot="-73896" flipV="1">
              <a:off x="5474877" y="-471733"/>
              <a:ext cx="37949" cy="37711"/>
            </a:xfrm>
            <a:custGeom>
              <a:avLst/>
              <a:gdLst>
                <a:gd name="connsiteX0" fmla="*/ 19483 w 37949"/>
                <a:gd name="connsiteY0" fmla="*/ 17 h 37711"/>
                <a:gd name="connsiteX1" fmla="*/ 38456 w 37949"/>
                <a:gd name="connsiteY1" fmla="*/ 18454 h 37711"/>
                <a:gd name="connsiteX2" fmla="*/ 19491 w 37949"/>
                <a:gd name="connsiteY2" fmla="*/ 37717 h 37711"/>
                <a:gd name="connsiteX3" fmla="*/ 519 w 37949"/>
                <a:gd name="connsiteY3" fmla="*/ 19272 h 37711"/>
                <a:gd name="connsiteX4" fmla="*/ 19483 w 37949"/>
                <a:gd name="connsiteY4" fmla="*/ 17 h 37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949" h="37711">
                  <a:moveTo>
                    <a:pt x="19483" y="17"/>
                  </a:moveTo>
                  <a:cubicBezTo>
                    <a:pt x="30519" y="-219"/>
                    <a:pt x="38212" y="6883"/>
                    <a:pt x="38456" y="18454"/>
                  </a:cubicBezTo>
                  <a:cubicBezTo>
                    <a:pt x="38715" y="30300"/>
                    <a:pt x="31329" y="37457"/>
                    <a:pt x="19491" y="37717"/>
                  </a:cubicBezTo>
                  <a:cubicBezTo>
                    <a:pt x="8188" y="37953"/>
                    <a:pt x="771" y="31118"/>
                    <a:pt x="519" y="19272"/>
                  </a:cubicBezTo>
                  <a:cubicBezTo>
                    <a:pt x="267" y="7701"/>
                    <a:pt x="7378" y="284"/>
                    <a:pt x="19483" y="17"/>
                  </a:cubicBezTo>
                </a:path>
              </a:pathLst>
            </a:custGeom>
            <a:solidFill>
              <a:schemeClr val="accent2"/>
            </a:solidFill>
            <a:ln w="7833" cap="flat">
              <a:noFill/>
              <a:prstDash val="solid"/>
              <a:round/>
            </a:ln>
          </p:spPr>
          <p:txBody>
            <a:bodyPr rtlCol="0" anchor="ctr"/>
            <a:lstStyle/>
            <a:p>
              <a:endParaRPr lang="en-US" sz="2400" noProof="0">
                <a:solidFill>
                  <a:schemeClr val="accent2"/>
                </a:solidFill>
              </a:endParaRPr>
            </a:p>
          </p:txBody>
        </p:sp>
        <p:sp>
          <p:nvSpPr>
            <p:cNvPr id="12" name="Forme libre : forme 11">
              <a:extLst>
                <a:ext uri="{FF2B5EF4-FFF2-40B4-BE49-F238E27FC236}">
                  <a16:creationId xmlns:a16="http://schemas.microsoft.com/office/drawing/2014/main" id="{7ADD6FFB-F84E-4F7B-930C-208E58062DD7}"/>
                </a:ext>
              </a:extLst>
            </p:cNvPr>
            <p:cNvSpPr/>
            <p:nvPr/>
          </p:nvSpPr>
          <p:spPr>
            <a:xfrm rot="10725025" flipV="1">
              <a:off x="4768103" y="-317778"/>
              <a:ext cx="37406" cy="37169"/>
            </a:xfrm>
            <a:custGeom>
              <a:avLst/>
              <a:gdLst>
                <a:gd name="connsiteX0" fmla="*/ 18717 w 37406"/>
                <a:gd name="connsiteY0" fmla="*/ 130 h 37169"/>
                <a:gd name="connsiteX1" fmla="*/ 37414 w 37406"/>
                <a:gd name="connsiteY1" fmla="*/ 18300 h 37169"/>
                <a:gd name="connsiteX2" fmla="*/ 18717 w 37406"/>
                <a:gd name="connsiteY2" fmla="*/ 37288 h 37169"/>
                <a:gd name="connsiteX3" fmla="*/ 20 w 37406"/>
                <a:gd name="connsiteY3" fmla="*/ 19118 h 37169"/>
                <a:gd name="connsiteX4" fmla="*/ 18717 w 37406"/>
                <a:gd name="connsiteY4" fmla="*/ 130 h 371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406" h="37169">
                  <a:moveTo>
                    <a:pt x="18717" y="130"/>
                  </a:moveTo>
                  <a:cubicBezTo>
                    <a:pt x="29745" y="-106"/>
                    <a:pt x="37162" y="6729"/>
                    <a:pt x="37414" y="18300"/>
                  </a:cubicBezTo>
                  <a:cubicBezTo>
                    <a:pt x="37665" y="29603"/>
                    <a:pt x="30555" y="37028"/>
                    <a:pt x="18717" y="37288"/>
                  </a:cubicBezTo>
                  <a:cubicBezTo>
                    <a:pt x="7681" y="37524"/>
                    <a:pt x="264" y="30421"/>
                    <a:pt x="20" y="19118"/>
                  </a:cubicBezTo>
                  <a:cubicBezTo>
                    <a:pt x="-240" y="7547"/>
                    <a:pt x="6871" y="390"/>
                    <a:pt x="18717" y="130"/>
                  </a:cubicBezTo>
                </a:path>
              </a:pathLst>
            </a:custGeom>
            <a:solidFill>
              <a:schemeClr val="accent2"/>
            </a:solidFill>
            <a:ln w="7833" cap="flat">
              <a:noFill/>
              <a:prstDash val="solid"/>
              <a:round/>
            </a:ln>
          </p:spPr>
          <p:txBody>
            <a:bodyPr rtlCol="0" anchor="ctr"/>
            <a:lstStyle/>
            <a:p>
              <a:endParaRPr lang="en-US" sz="2400" noProof="0"/>
            </a:p>
          </p:txBody>
        </p:sp>
      </p:grpSp>
      <p:sp>
        <p:nvSpPr>
          <p:cNvPr id="6" name="Espace réservé de la date 5">
            <a:extLst>
              <a:ext uri="{FF2B5EF4-FFF2-40B4-BE49-F238E27FC236}">
                <a16:creationId xmlns:a16="http://schemas.microsoft.com/office/drawing/2014/main" id="{055EFF8E-40A6-42AA-8E6F-31C4F50AAD2A}"/>
              </a:ext>
            </a:extLst>
          </p:cNvPr>
          <p:cNvSpPr>
            <a:spLocks noGrp="1"/>
          </p:cNvSpPr>
          <p:nvPr>
            <p:ph type="dt" sz="half" idx="15"/>
          </p:nvPr>
        </p:nvSpPr>
        <p:spPr>
          <a:xfrm>
            <a:off x="4724400" y="6106773"/>
            <a:ext cx="2743200" cy="366183"/>
          </a:xfrm>
        </p:spPr>
        <p:txBody>
          <a:bodyPr/>
          <a:lstStyle/>
          <a:p>
            <a:endParaRPr lang="en-US" noProof="0"/>
          </a:p>
        </p:txBody>
      </p:sp>
      <p:sp>
        <p:nvSpPr>
          <p:cNvPr id="14" name="Espace réservé du texte 5">
            <a:extLst>
              <a:ext uri="{FF2B5EF4-FFF2-40B4-BE49-F238E27FC236}">
                <a16:creationId xmlns:a16="http://schemas.microsoft.com/office/drawing/2014/main" id="{01F2B667-7264-4505-9F19-2E4AB44996E2}"/>
              </a:ext>
            </a:extLst>
          </p:cNvPr>
          <p:cNvSpPr>
            <a:spLocks noGrp="1"/>
          </p:cNvSpPr>
          <p:nvPr>
            <p:ph type="body" sz="quarter" idx="21"/>
          </p:nvPr>
        </p:nvSpPr>
        <p:spPr>
          <a:xfrm>
            <a:off x="1480778" y="1926301"/>
            <a:ext cx="9230445" cy="1658148"/>
          </a:xfrm>
        </p:spPr>
        <p:txBody>
          <a:bodyPr anchor="b">
            <a:noAutofit/>
          </a:bodyPr>
          <a:lstStyle>
            <a:lvl1pPr algn="ctr">
              <a:lnSpc>
                <a:spcPct val="96000"/>
              </a:lnSpc>
              <a:spcAft>
                <a:spcPts val="1333"/>
              </a:spcAft>
              <a:defRPr lang="fr-FR" sz="5600" b="0" i="0" kern="1200" dirty="0" err="1" smtClean="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algn="ctr">
              <a:lnSpc>
                <a:spcPct val="100000"/>
              </a:lnSpc>
              <a:defRPr sz="2667" b="0" i="1">
                <a:solidFill>
                  <a:schemeClr val="accent2"/>
                </a:solidFill>
                <a:latin typeface="Georgia" panose="02040502050405020303" pitchFamily="18" charset="0"/>
                <a:ea typeface="Verdana" panose="020B0604030504040204" pitchFamily="34" charset="0"/>
                <a:cs typeface="Verdana" panose="020B0604030504040204" pitchFamily="34" charset="0"/>
              </a:defRPr>
            </a:lvl2pPr>
            <a:lvl3pPr algn="ctr">
              <a:lnSpc>
                <a:spcPct val="100000"/>
              </a:lnSpc>
              <a:spcBef>
                <a:spcPts val="1333"/>
              </a:spcBef>
              <a:defRPr/>
            </a:lvl3pPr>
          </a:lstStyle>
          <a:p>
            <a:pPr lvl="0"/>
            <a:r>
              <a:rPr lang="en-US"/>
              <a:t>Click to edit Master text styles</a:t>
            </a:r>
          </a:p>
        </p:txBody>
      </p:sp>
      <p:sp>
        <p:nvSpPr>
          <p:cNvPr id="16" name="Espace réservé du texte 5">
            <a:extLst>
              <a:ext uri="{FF2B5EF4-FFF2-40B4-BE49-F238E27FC236}">
                <a16:creationId xmlns:a16="http://schemas.microsoft.com/office/drawing/2014/main" id="{57CD9AAA-CCAE-44AF-A224-A38A0B786F65}"/>
              </a:ext>
            </a:extLst>
          </p:cNvPr>
          <p:cNvSpPr>
            <a:spLocks noGrp="1"/>
          </p:cNvSpPr>
          <p:nvPr>
            <p:ph type="body" sz="quarter" idx="22"/>
          </p:nvPr>
        </p:nvSpPr>
        <p:spPr>
          <a:xfrm>
            <a:off x="1480778" y="3758157"/>
            <a:ext cx="9230445" cy="537959"/>
          </a:xfrm>
        </p:spPr>
        <p:txBody>
          <a:bodyPr anchor="ctr">
            <a:noAutofit/>
          </a:bodyPr>
          <a:lstStyle>
            <a:lvl1pPr algn="ctr">
              <a:lnSpc>
                <a:spcPct val="96000"/>
              </a:lnSpc>
              <a:spcAft>
                <a:spcPts val="1333"/>
              </a:spcAft>
              <a:defRPr lang="en-US" sz="2667" b="0" i="1" kern="1200" dirty="0">
                <a:solidFill>
                  <a:schemeClr val="accent2"/>
                </a:solidFill>
                <a:latin typeface="Georgia" panose="02040502050405020303" pitchFamily="18" charset="0"/>
                <a:ea typeface="Verdana" panose="020B0604030504040204" pitchFamily="34" charset="0"/>
                <a:cs typeface="Verdana" panose="020B0604030504040204" pitchFamily="34" charset="0"/>
              </a:defRPr>
            </a:lvl1pPr>
            <a:lvl2pPr marL="371391" indent="0" algn="ctr">
              <a:lnSpc>
                <a:spcPct val="100000"/>
              </a:lnSpc>
              <a:buFont typeface="Arial" panose="020B0604020202020204" pitchFamily="34" charset="0"/>
              <a:buNone/>
              <a:defRPr sz="5600" b="0" i="1">
                <a:solidFill>
                  <a:schemeClr val="accent2"/>
                </a:solidFill>
                <a:latin typeface="Georgia" panose="02040502050405020303" pitchFamily="18" charset="0"/>
                <a:ea typeface="Verdana" panose="020B0604030504040204" pitchFamily="34" charset="0"/>
                <a:cs typeface="Verdana" panose="020B0604030504040204" pitchFamily="34" charset="0"/>
              </a:defRPr>
            </a:lvl2pPr>
            <a:lvl3pPr algn="ctr">
              <a:lnSpc>
                <a:spcPct val="100000"/>
              </a:lnSpc>
              <a:spcBef>
                <a:spcPts val="1333"/>
              </a:spcBef>
              <a:defRPr/>
            </a:lvl3pPr>
          </a:lstStyle>
          <a:p>
            <a:pPr lvl="0"/>
            <a:r>
              <a:rPr lang="en-US"/>
              <a:t>Click to edit Master text styles</a:t>
            </a:r>
          </a:p>
        </p:txBody>
      </p:sp>
      <p:sp>
        <p:nvSpPr>
          <p:cNvPr id="17" name="Espace réservé du texte 5">
            <a:extLst>
              <a:ext uri="{FF2B5EF4-FFF2-40B4-BE49-F238E27FC236}">
                <a16:creationId xmlns:a16="http://schemas.microsoft.com/office/drawing/2014/main" id="{F176A07A-C4FF-49D0-80C5-1B4F36FB3A32}"/>
              </a:ext>
            </a:extLst>
          </p:cNvPr>
          <p:cNvSpPr>
            <a:spLocks noGrp="1"/>
          </p:cNvSpPr>
          <p:nvPr>
            <p:ph type="body" sz="quarter" idx="23"/>
          </p:nvPr>
        </p:nvSpPr>
        <p:spPr>
          <a:xfrm>
            <a:off x="1480778" y="4513248"/>
            <a:ext cx="9230445" cy="308387"/>
          </a:xfrm>
        </p:spPr>
        <p:txBody>
          <a:bodyPr anchor="t">
            <a:noAutofit/>
          </a:bodyPr>
          <a:lstStyle>
            <a:lvl1pPr algn="ctr">
              <a:lnSpc>
                <a:spcPct val="96000"/>
              </a:lnSpc>
              <a:spcAft>
                <a:spcPts val="1333"/>
              </a:spcAft>
              <a:defRPr lang="en-US" sz="1600" b="0" i="0" kern="1200" dirty="0">
                <a:solidFill>
                  <a:schemeClr val="tx1"/>
                </a:solidFill>
                <a:latin typeface="+mj-lt"/>
                <a:ea typeface="Verdana" panose="020B0604030504040204" pitchFamily="34" charset="0"/>
                <a:cs typeface="Verdana" panose="020B0604030504040204" pitchFamily="34" charset="0"/>
              </a:defRPr>
            </a:lvl1pPr>
            <a:lvl2pPr algn="l">
              <a:lnSpc>
                <a:spcPct val="100000"/>
              </a:lnSpc>
              <a:defRPr lang="en-US" sz="1600" b="0" i="0" kern="1200" noProof="0" dirty="0" smtClean="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lgn="ctr">
              <a:lnSpc>
                <a:spcPct val="100000"/>
              </a:lnSpc>
              <a:spcBef>
                <a:spcPts val="1333"/>
              </a:spcBef>
              <a:defRPr/>
            </a:lvl3pPr>
          </a:lstStyle>
          <a:p>
            <a:pPr lvl="0"/>
            <a:r>
              <a:rPr lang="en-US"/>
              <a:t>Click to edit Master text styles</a:t>
            </a:r>
          </a:p>
        </p:txBody>
      </p:sp>
    </p:spTree>
    <p:extLst>
      <p:ext uri="{BB962C8B-B14F-4D97-AF65-F5344CB8AC3E}">
        <p14:creationId xmlns:p14="http://schemas.microsoft.com/office/powerpoint/2010/main" val="3545803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over Title (Dark)">
    <p:bg>
      <p:bgPr>
        <a:solidFill>
          <a:schemeClr val="accent1"/>
        </a:solidFill>
        <a:effectLst/>
      </p:bgPr>
    </p:bg>
    <p:spTree>
      <p:nvGrpSpPr>
        <p:cNvPr id="1" name=""/>
        <p:cNvGrpSpPr/>
        <p:nvPr/>
      </p:nvGrpSpPr>
      <p:grpSpPr>
        <a:xfrm>
          <a:off x="0" y="0"/>
          <a:ext cx="0" cy="0"/>
          <a:chOff x="0" y="0"/>
          <a:chExt cx="0" cy="0"/>
        </a:xfrm>
      </p:grpSpPr>
      <p:grpSp>
        <p:nvGrpSpPr>
          <p:cNvPr id="9" name="Graphique 7">
            <a:extLst>
              <a:ext uri="{FF2B5EF4-FFF2-40B4-BE49-F238E27FC236}">
                <a16:creationId xmlns:a16="http://schemas.microsoft.com/office/drawing/2014/main" id="{27488BCF-9F91-440E-B9B4-3B8628FE5A11}"/>
              </a:ext>
            </a:extLst>
          </p:cNvPr>
          <p:cNvGrpSpPr>
            <a:grpSpLocks noChangeAspect="1"/>
          </p:cNvGrpSpPr>
          <p:nvPr userDrawn="1"/>
        </p:nvGrpSpPr>
        <p:grpSpPr>
          <a:xfrm>
            <a:off x="5528661" y="444457"/>
            <a:ext cx="1134681" cy="292121"/>
            <a:chOff x="4767702" y="-472136"/>
            <a:chExt cx="745525" cy="191931"/>
          </a:xfrm>
          <a:solidFill>
            <a:schemeClr val="bg1"/>
          </a:solidFill>
        </p:grpSpPr>
        <p:sp>
          <p:nvSpPr>
            <p:cNvPr id="10" name="Forme libre : forme 9">
              <a:extLst>
                <a:ext uri="{FF2B5EF4-FFF2-40B4-BE49-F238E27FC236}">
                  <a16:creationId xmlns:a16="http://schemas.microsoft.com/office/drawing/2014/main" id="{EB91D5A6-4846-4A0D-AEA5-4C76E28CB395}"/>
                </a:ext>
              </a:extLst>
            </p:cNvPr>
            <p:cNvSpPr/>
            <p:nvPr/>
          </p:nvSpPr>
          <p:spPr>
            <a:xfrm>
              <a:off x="4770087" y="-471716"/>
              <a:ext cx="740699" cy="191096"/>
            </a:xfrm>
            <a:custGeom>
              <a:avLst/>
              <a:gdLst>
                <a:gd name="connsiteX0" fmla="*/ 689325 w 740699"/>
                <a:gd name="connsiteY0" fmla="*/ 7347 h 191096"/>
                <a:gd name="connsiteX1" fmla="*/ 688790 w 740699"/>
                <a:gd name="connsiteY1" fmla="*/ 10847 h 191096"/>
                <a:gd name="connsiteX2" fmla="*/ 686092 w 740699"/>
                <a:gd name="connsiteY2" fmla="*/ 24840 h 191096"/>
                <a:gd name="connsiteX3" fmla="*/ 680980 w 740699"/>
                <a:gd name="connsiteY3" fmla="*/ 29953 h 191096"/>
                <a:gd name="connsiteX4" fmla="*/ 667797 w 740699"/>
                <a:gd name="connsiteY4" fmla="*/ 28608 h 191096"/>
                <a:gd name="connsiteX5" fmla="*/ 646528 w 740699"/>
                <a:gd name="connsiteY5" fmla="*/ 50946 h 191096"/>
                <a:gd name="connsiteX6" fmla="*/ 646528 w 740699"/>
                <a:gd name="connsiteY6" fmla="*/ 53911 h 191096"/>
                <a:gd name="connsiteX7" fmla="*/ 680712 w 740699"/>
                <a:gd name="connsiteY7" fmla="*/ 53911 h 191096"/>
                <a:gd name="connsiteX8" fmla="*/ 686092 w 740699"/>
                <a:gd name="connsiteY8" fmla="*/ 59559 h 191096"/>
                <a:gd name="connsiteX9" fmla="*/ 686092 w 740699"/>
                <a:gd name="connsiteY9" fmla="*/ 78130 h 191096"/>
                <a:gd name="connsiteX10" fmla="*/ 680712 w 740699"/>
                <a:gd name="connsiteY10" fmla="*/ 83518 h 191096"/>
                <a:gd name="connsiteX11" fmla="*/ 646528 w 740699"/>
                <a:gd name="connsiteY11" fmla="*/ 83518 h 191096"/>
                <a:gd name="connsiteX12" fmla="*/ 646528 w 740699"/>
                <a:gd name="connsiteY12" fmla="*/ 183097 h 191096"/>
                <a:gd name="connsiteX13" fmla="*/ 641148 w 740699"/>
                <a:gd name="connsiteY13" fmla="*/ 188485 h 191096"/>
                <a:gd name="connsiteX14" fmla="*/ 617197 w 740699"/>
                <a:gd name="connsiteY14" fmla="*/ 188485 h 191096"/>
                <a:gd name="connsiteX15" fmla="*/ 611809 w 740699"/>
                <a:gd name="connsiteY15" fmla="*/ 183097 h 191096"/>
                <a:gd name="connsiteX16" fmla="*/ 611809 w 740699"/>
                <a:gd name="connsiteY16" fmla="*/ 56602 h 191096"/>
                <a:gd name="connsiteX17" fmla="*/ 666987 w 740699"/>
                <a:gd name="connsiteY17" fmla="*/ 79 h 191096"/>
                <a:gd name="connsiteX18" fmla="*/ 683945 w 740699"/>
                <a:gd name="connsiteY18" fmla="*/ 1966 h 191096"/>
                <a:gd name="connsiteX19" fmla="*/ 689325 w 740699"/>
                <a:gd name="connsiteY19" fmla="*/ 7347 h 191096"/>
                <a:gd name="connsiteX20" fmla="*/ 741003 w 740699"/>
                <a:gd name="connsiteY20" fmla="*/ 59292 h 191096"/>
                <a:gd name="connsiteX21" fmla="*/ 741003 w 740699"/>
                <a:gd name="connsiteY21" fmla="*/ 183097 h 191096"/>
                <a:gd name="connsiteX22" fmla="*/ 735615 w 740699"/>
                <a:gd name="connsiteY22" fmla="*/ 188485 h 191096"/>
                <a:gd name="connsiteX23" fmla="*/ 711396 w 740699"/>
                <a:gd name="connsiteY23" fmla="*/ 188485 h 191096"/>
                <a:gd name="connsiteX24" fmla="*/ 706008 w 740699"/>
                <a:gd name="connsiteY24" fmla="*/ 183097 h 191096"/>
                <a:gd name="connsiteX25" fmla="*/ 706008 w 740699"/>
                <a:gd name="connsiteY25" fmla="*/ 59292 h 191096"/>
                <a:gd name="connsiteX26" fmla="*/ 711396 w 740699"/>
                <a:gd name="connsiteY26" fmla="*/ 53911 h 191096"/>
                <a:gd name="connsiteX27" fmla="*/ 735615 w 740699"/>
                <a:gd name="connsiteY27" fmla="*/ 53911 h 191096"/>
                <a:gd name="connsiteX28" fmla="*/ 741003 w 740699"/>
                <a:gd name="connsiteY28" fmla="*/ 59292 h 191096"/>
                <a:gd name="connsiteX29" fmla="*/ 518954 w 740699"/>
                <a:gd name="connsiteY29" fmla="*/ 158879 h 191096"/>
                <a:gd name="connsiteX30" fmla="*/ 485847 w 740699"/>
                <a:gd name="connsiteY30" fmla="*/ 121195 h 191096"/>
                <a:gd name="connsiteX31" fmla="*/ 517074 w 740699"/>
                <a:gd name="connsiteY31" fmla="*/ 83518 h 191096"/>
                <a:gd name="connsiteX32" fmla="*/ 550173 w 740699"/>
                <a:gd name="connsiteY32" fmla="*/ 121195 h 191096"/>
                <a:gd name="connsiteX33" fmla="*/ 518954 w 740699"/>
                <a:gd name="connsiteY33" fmla="*/ 158879 h 191096"/>
                <a:gd name="connsiteX34" fmla="*/ 517074 w 740699"/>
                <a:gd name="connsiteY34" fmla="*/ 51221 h 191096"/>
                <a:gd name="connsiteX35" fmla="*/ 450317 w 740699"/>
                <a:gd name="connsiteY35" fmla="*/ 121195 h 191096"/>
                <a:gd name="connsiteX36" fmla="*/ 518954 w 740699"/>
                <a:gd name="connsiteY36" fmla="*/ 191176 h 191096"/>
                <a:gd name="connsiteX37" fmla="*/ 585702 w 740699"/>
                <a:gd name="connsiteY37" fmla="*/ 121195 h 191096"/>
                <a:gd name="connsiteX38" fmla="*/ 517074 w 740699"/>
                <a:gd name="connsiteY38" fmla="*/ 51221 h 191096"/>
                <a:gd name="connsiteX39" fmla="*/ 424486 w 740699"/>
                <a:gd name="connsiteY39" fmla="*/ 101813 h 191096"/>
                <a:gd name="connsiteX40" fmla="*/ 424486 w 740699"/>
                <a:gd name="connsiteY40" fmla="*/ 183097 h 191096"/>
                <a:gd name="connsiteX41" fmla="*/ 419098 w 740699"/>
                <a:gd name="connsiteY41" fmla="*/ 188485 h 191096"/>
                <a:gd name="connsiteX42" fmla="*/ 394880 w 740699"/>
                <a:gd name="connsiteY42" fmla="*/ 188485 h 191096"/>
                <a:gd name="connsiteX43" fmla="*/ 389492 w 740699"/>
                <a:gd name="connsiteY43" fmla="*/ 183097 h 191096"/>
                <a:gd name="connsiteX44" fmla="*/ 389492 w 740699"/>
                <a:gd name="connsiteY44" fmla="*/ 106391 h 191096"/>
                <a:gd name="connsiteX45" fmla="*/ 363385 w 740699"/>
                <a:gd name="connsiteY45" fmla="*/ 83518 h 191096"/>
                <a:gd name="connsiteX46" fmla="*/ 343469 w 740699"/>
                <a:gd name="connsiteY46" fmla="*/ 85665 h 191096"/>
                <a:gd name="connsiteX47" fmla="*/ 337012 w 740699"/>
                <a:gd name="connsiteY47" fmla="*/ 92666 h 191096"/>
                <a:gd name="connsiteX48" fmla="*/ 337012 w 740699"/>
                <a:gd name="connsiteY48" fmla="*/ 183097 h 191096"/>
                <a:gd name="connsiteX49" fmla="*/ 331624 w 740699"/>
                <a:gd name="connsiteY49" fmla="*/ 188485 h 191096"/>
                <a:gd name="connsiteX50" fmla="*/ 307405 w 740699"/>
                <a:gd name="connsiteY50" fmla="*/ 188485 h 191096"/>
                <a:gd name="connsiteX51" fmla="*/ 302017 w 740699"/>
                <a:gd name="connsiteY51" fmla="*/ 183097 h 191096"/>
                <a:gd name="connsiteX52" fmla="*/ 302017 w 740699"/>
                <a:gd name="connsiteY52" fmla="*/ 71672 h 191096"/>
                <a:gd name="connsiteX53" fmla="*/ 308750 w 740699"/>
                <a:gd name="connsiteY53" fmla="*/ 60904 h 191096"/>
                <a:gd name="connsiteX54" fmla="*/ 362850 w 740699"/>
                <a:gd name="connsiteY54" fmla="*/ 51221 h 191096"/>
                <a:gd name="connsiteX55" fmla="*/ 424486 w 740699"/>
                <a:gd name="connsiteY55" fmla="*/ 101813 h 191096"/>
                <a:gd name="connsiteX56" fmla="*/ 122497 w 740699"/>
                <a:gd name="connsiteY56" fmla="*/ 167759 h 191096"/>
                <a:gd name="connsiteX57" fmla="*/ 120342 w 740699"/>
                <a:gd name="connsiteY57" fmla="*/ 183097 h 191096"/>
                <a:gd name="connsiteX58" fmla="*/ 113350 w 740699"/>
                <a:gd name="connsiteY58" fmla="*/ 188485 h 191096"/>
                <a:gd name="connsiteX59" fmla="*/ 89123 w 740699"/>
                <a:gd name="connsiteY59" fmla="*/ 188485 h 191096"/>
                <a:gd name="connsiteX60" fmla="*/ 85088 w 740699"/>
                <a:gd name="connsiteY60" fmla="*/ 184718 h 191096"/>
                <a:gd name="connsiteX61" fmla="*/ 85356 w 740699"/>
                <a:gd name="connsiteY61" fmla="*/ 183097 h 191096"/>
                <a:gd name="connsiteX62" fmla="*/ 86968 w 740699"/>
                <a:gd name="connsiteY62" fmla="*/ 173140 h 191096"/>
                <a:gd name="connsiteX63" fmla="*/ 303 w 740699"/>
                <a:gd name="connsiteY63" fmla="*/ 98589 h 191096"/>
                <a:gd name="connsiteX64" fmla="*/ 59517 w 740699"/>
                <a:gd name="connsiteY64" fmla="*/ 50144 h 191096"/>
                <a:gd name="connsiteX65" fmla="*/ 115230 w 740699"/>
                <a:gd name="connsiteY65" fmla="*/ 64404 h 191096"/>
                <a:gd name="connsiteX66" fmla="*/ 118462 w 740699"/>
                <a:gd name="connsiteY66" fmla="*/ 69792 h 191096"/>
                <a:gd name="connsiteX67" fmla="*/ 117385 w 740699"/>
                <a:gd name="connsiteY67" fmla="*/ 74362 h 191096"/>
                <a:gd name="connsiteX68" fmla="*/ 109039 w 740699"/>
                <a:gd name="connsiteY68" fmla="*/ 92131 h 191096"/>
                <a:gd name="connsiteX69" fmla="*/ 103116 w 740699"/>
                <a:gd name="connsiteY69" fmla="*/ 95899 h 191096"/>
                <a:gd name="connsiteX70" fmla="*/ 99081 w 740699"/>
                <a:gd name="connsiteY70" fmla="*/ 94821 h 191096"/>
                <a:gd name="connsiteX71" fmla="*/ 58439 w 740699"/>
                <a:gd name="connsiteY71" fmla="*/ 82708 h 191096"/>
                <a:gd name="connsiteX72" fmla="*/ 35833 w 740699"/>
                <a:gd name="connsiteY72" fmla="*/ 96166 h 191096"/>
                <a:gd name="connsiteX73" fmla="*/ 122497 w 740699"/>
                <a:gd name="connsiteY73" fmla="*/ 167759 h 191096"/>
                <a:gd name="connsiteX74" fmla="*/ 234191 w 740699"/>
                <a:gd name="connsiteY74" fmla="*/ 149189 h 191096"/>
                <a:gd name="connsiteX75" fmla="*/ 227466 w 740699"/>
                <a:gd name="connsiteY75" fmla="*/ 156456 h 191096"/>
                <a:gd name="connsiteX76" fmla="*/ 209162 w 740699"/>
                <a:gd name="connsiteY76" fmla="*/ 158879 h 191096"/>
                <a:gd name="connsiteX77" fmla="*/ 175788 w 740699"/>
                <a:gd name="connsiteY77" fmla="*/ 121195 h 191096"/>
                <a:gd name="connsiteX78" fmla="*/ 209162 w 740699"/>
                <a:gd name="connsiteY78" fmla="*/ 83518 h 191096"/>
                <a:gd name="connsiteX79" fmla="*/ 227466 w 740699"/>
                <a:gd name="connsiteY79" fmla="*/ 85941 h 191096"/>
                <a:gd name="connsiteX80" fmla="*/ 234191 w 740699"/>
                <a:gd name="connsiteY80" fmla="*/ 93201 h 191096"/>
                <a:gd name="connsiteX81" fmla="*/ 234191 w 740699"/>
                <a:gd name="connsiteY81" fmla="*/ 149189 h 191096"/>
                <a:gd name="connsiteX82" fmla="*/ 262452 w 740699"/>
                <a:gd name="connsiteY82" fmla="*/ 61179 h 191096"/>
                <a:gd name="connsiteX83" fmla="*/ 209430 w 740699"/>
                <a:gd name="connsiteY83" fmla="*/ 51221 h 191096"/>
                <a:gd name="connsiteX84" fmla="*/ 140258 w 740699"/>
                <a:gd name="connsiteY84" fmla="*/ 121195 h 191096"/>
                <a:gd name="connsiteX85" fmla="*/ 208895 w 740699"/>
                <a:gd name="connsiteY85" fmla="*/ 191176 h 191096"/>
                <a:gd name="connsiteX86" fmla="*/ 262452 w 740699"/>
                <a:gd name="connsiteY86" fmla="*/ 180407 h 191096"/>
                <a:gd name="connsiteX87" fmla="*/ 269185 w 740699"/>
                <a:gd name="connsiteY87" fmla="*/ 169639 h 191096"/>
                <a:gd name="connsiteX88" fmla="*/ 269185 w 740699"/>
                <a:gd name="connsiteY88" fmla="*/ 71940 h 191096"/>
                <a:gd name="connsiteX89" fmla="*/ 262452 w 740699"/>
                <a:gd name="connsiteY89" fmla="*/ 61179 h 191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740699" h="191096">
                  <a:moveTo>
                    <a:pt x="689325" y="7347"/>
                  </a:moveTo>
                  <a:cubicBezTo>
                    <a:pt x="689325" y="8511"/>
                    <a:pt x="689026" y="9604"/>
                    <a:pt x="688790" y="10847"/>
                  </a:cubicBezTo>
                  <a:lnTo>
                    <a:pt x="686092" y="24840"/>
                  </a:lnTo>
                  <a:cubicBezTo>
                    <a:pt x="685558" y="28073"/>
                    <a:pt x="684213" y="29953"/>
                    <a:pt x="680980" y="29953"/>
                  </a:cubicBezTo>
                  <a:cubicBezTo>
                    <a:pt x="678974" y="29953"/>
                    <a:pt x="673177" y="28608"/>
                    <a:pt x="667797" y="28608"/>
                  </a:cubicBezTo>
                  <a:cubicBezTo>
                    <a:pt x="652993" y="28608"/>
                    <a:pt x="646528" y="36143"/>
                    <a:pt x="646528" y="50946"/>
                  </a:cubicBezTo>
                  <a:lnTo>
                    <a:pt x="646528" y="53911"/>
                  </a:lnTo>
                  <a:lnTo>
                    <a:pt x="680712" y="53911"/>
                  </a:lnTo>
                  <a:cubicBezTo>
                    <a:pt x="684213" y="53911"/>
                    <a:pt x="686092" y="56059"/>
                    <a:pt x="686092" y="59559"/>
                  </a:cubicBezTo>
                  <a:lnTo>
                    <a:pt x="686092" y="78130"/>
                  </a:lnTo>
                  <a:cubicBezTo>
                    <a:pt x="686092" y="81363"/>
                    <a:pt x="684213" y="83518"/>
                    <a:pt x="680712" y="83518"/>
                  </a:cubicBezTo>
                  <a:lnTo>
                    <a:pt x="646528" y="83518"/>
                  </a:lnTo>
                  <a:lnTo>
                    <a:pt x="646528" y="183097"/>
                  </a:lnTo>
                  <a:cubicBezTo>
                    <a:pt x="646528" y="186330"/>
                    <a:pt x="644380" y="188485"/>
                    <a:pt x="641148" y="188485"/>
                  </a:cubicBezTo>
                  <a:lnTo>
                    <a:pt x="617197" y="188485"/>
                  </a:lnTo>
                  <a:cubicBezTo>
                    <a:pt x="613964" y="188485"/>
                    <a:pt x="611809" y="186330"/>
                    <a:pt x="611809" y="183097"/>
                  </a:cubicBezTo>
                  <a:lnTo>
                    <a:pt x="611809" y="56602"/>
                  </a:lnTo>
                  <a:cubicBezTo>
                    <a:pt x="611809" y="17839"/>
                    <a:pt x="633612" y="79"/>
                    <a:pt x="666987" y="79"/>
                  </a:cubicBezTo>
                  <a:cubicBezTo>
                    <a:pt x="672729" y="79"/>
                    <a:pt x="678557" y="621"/>
                    <a:pt x="683945" y="1966"/>
                  </a:cubicBezTo>
                  <a:cubicBezTo>
                    <a:pt x="687713" y="2769"/>
                    <a:pt x="689325" y="4358"/>
                    <a:pt x="689325" y="7347"/>
                  </a:cubicBezTo>
                  <a:moveTo>
                    <a:pt x="741003" y="59292"/>
                  </a:moveTo>
                  <a:lnTo>
                    <a:pt x="741003" y="183097"/>
                  </a:lnTo>
                  <a:cubicBezTo>
                    <a:pt x="741003" y="186330"/>
                    <a:pt x="738848" y="188485"/>
                    <a:pt x="735615" y="188485"/>
                  </a:cubicBezTo>
                  <a:lnTo>
                    <a:pt x="711396" y="188485"/>
                  </a:lnTo>
                  <a:cubicBezTo>
                    <a:pt x="708164" y="188485"/>
                    <a:pt x="706008" y="186330"/>
                    <a:pt x="706008" y="183097"/>
                  </a:cubicBezTo>
                  <a:lnTo>
                    <a:pt x="706008" y="59292"/>
                  </a:lnTo>
                  <a:cubicBezTo>
                    <a:pt x="706008" y="56059"/>
                    <a:pt x="708164" y="53911"/>
                    <a:pt x="711396" y="53911"/>
                  </a:cubicBezTo>
                  <a:lnTo>
                    <a:pt x="735615" y="53911"/>
                  </a:lnTo>
                  <a:cubicBezTo>
                    <a:pt x="738848" y="53911"/>
                    <a:pt x="741003" y="56059"/>
                    <a:pt x="741003" y="59292"/>
                  </a:cubicBezTo>
                  <a:moveTo>
                    <a:pt x="518954" y="158879"/>
                  </a:moveTo>
                  <a:cubicBezTo>
                    <a:pt x="499038" y="158879"/>
                    <a:pt x="485847" y="145956"/>
                    <a:pt x="485847" y="121195"/>
                  </a:cubicBezTo>
                  <a:cubicBezTo>
                    <a:pt x="485847" y="96433"/>
                    <a:pt x="499038" y="83518"/>
                    <a:pt x="517074" y="83518"/>
                  </a:cubicBezTo>
                  <a:cubicBezTo>
                    <a:pt x="536990" y="83518"/>
                    <a:pt x="550173" y="96433"/>
                    <a:pt x="550173" y="121195"/>
                  </a:cubicBezTo>
                  <a:cubicBezTo>
                    <a:pt x="550173" y="145956"/>
                    <a:pt x="536990" y="158879"/>
                    <a:pt x="518954" y="158879"/>
                  </a:cubicBezTo>
                  <a:moveTo>
                    <a:pt x="517074" y="51221"/>
                  </a:moveTo>
                  <a:cubicBezTo>
                    <a:pt x="476699" y="51221"/>
                    <a:pt x="450317" y="80553"/>
                    <a:pt x="450317" y="121195"/>
                  </a:cubicBezTo>
                  <a:cubicBezTo>
                    <a:pt x="450317" y="161837"/>
                    <a:pt x="476699" y="191176"/>
                    <a:pt x="518954" y="191176"/>
                  </a:cubicBezTo>
                  <a:cubicBezTo>
                    <a:pt x="559328" y="191176"/>
                    <a:pt x="585702" y="161837"/>
                    <a:pt x="585702" y="121195"/>
                  </a:cubicBezTo>
                  <a:cubicBezTo>
                    <a:pt x="585702" y="80553"/>
                    <a:pt x="559328" y="51221"/>
                    <a:pt x="517074" y="51221"/>
                  </a:cubicBezTo>
                  <a:moveTo>
                    <a:pt x="424486" y="101813"/>
                  </a:moveTo>
                  <a:lnTo>
                    <a:pt x="424486" y="183097"/>
                  </a:lnTo>
                  <a:cubicBezTo>
                    <a:pt x="424486" y="186330"/>
                    <a:pt x="422331" y="188485"/>
                    <a:pt x="419098" y="188485"/>
                  </a:cubicBezTo>
                  <a:lnTo>
                    <a:pt x="394880" y="188485"/>
                  </a:lnTo>
                  <a:cubicBezTo>
                    <a:pt x="391647" y="188485"/>
                    <a:pt x="389492" y="186330"/>
                    <a:pt x="389492" y="183097"/>
                  </a:cubicBezTo>
                  <a:lnTo>
                    <a:pt x="389492" y="106391"/>
                  </a:lnTo>
                  <a:cubicBezTo>
                    <a:pt x="389492" y="90243"/>
                    <a:pt x="377921" y="83518"/>
                    <a:pt x="363385" y="83518"/>
                  </a:cubicBezTo>
                  <a:cubicBezTo>
                    <a:pt x="355040" y="83518"/>
                    <a:pt x="350470" y="84053"/>
                    <a:pt x="343469" y="85665"/>
                  </a:cubicBezTo>
                  <a:cubicBezTo>
                    <a:pt x="339159" y="86743"/>
                    <a:pt x="337012" y="88631"/>
                    <a:pt x="337012" y="92666"/>
                  </a:cubicBezTo>
                  <a:lnTo>
                    <a:pt x="337012" y="183097"/>
                  </a:lnTo>
                  <a:cubicBezTo>
                    <a:pt x="337012" y="186330"/>
                    <a:pt x="334856" y="188485"/>
                    <a:pt x="331624" y="188485"/>
                  </a:cubicBezTo>
                  <a:lnTo>
                    <a:pt x="307405" y="188485"/>
                  </a:lnTo>
                  <a:cubicBezTo>
                    <a:pt x="304172" y="188485"/>
                    <a:pt x="302017" y="186330"/>
                    <a:pt x="302017" y="183097"/>
                  </a:cubicBezTo>
                  <a:lnTo>
                    <a:pt x="302017" y="71672"/>
                  </a:lnTo>
                  <a:cubicBezTo>
                    <a:pt x="302017" y="65482"/>
                    <a:pt x="304982" y="62249"/>
                    <a:pt x="308750" y="60904"/>
                  </a:cubicBezTo>
                  <a:cubicBezTo>
                    <a:pt x="328399" y="53911"/>
                    <a:pt x="346970" y="51221"/>
                    <a:pt x="362850" y="51221"/>
                  </a:cubicBezTo>
                  <a:cubicBezTo>
                    <a:pt x="404295" y="51221"/>
                    <a:pt x="424486" y="68982"/>
                    <a:pt x="424486" y="101813"/>
                  </a:cubicBezTo>
                  <a:moveTo>
                    <a:pt x="122497" y="167759"/>
                  </a:moveTo>
                  <a:cubicBezTo>
                    <a:pt x="122497" y="172337"/>
                    <a:pt x="121963" y="178528"/>
                    <a:pt x="120342" y="183097"/>
                  </a:cubicBezTo>
                  <a:cubicBezTo>
                    <a:pt x="118997" y="187140"/>
                    <a:pt x="117385" y="188485"/>
                    <a:pt x="113350" y="188485"/>
                  </a:cubicBezTo>
                  <a:lnTo>
                    <a:pt x="89123" y="188485"/>
                  </a:lnTo>
                  <a:cubicBezTo>
                    <a:pt x="86433" y="188485"/>
                    <a:pt x="85088" y="186865"/>
                    <a:pt x="85088" y="184718"/>
                  </a:cubicBezTo>
                  <a:cubicBezTo>
                    <a:pt x="85088" y="184175"/>
                    <a:pt x="85088" y="183640"/>
                    <a:pt x="85356" y="183097"/>
                  </a:cubicBezTo>
                  <a:cubicBezTo>
                    <a:pt x="86433" y="179597"/>
                    <a:pt x="86968" y="177175"/>
                    <a:pt x="86968" y="173140"/>
                  </a:cubicBezTo>
                  <a:cubicBezTo>
                    <a:pt x="86968" y="133559"/>
                    <a:pt x="303" y="155646"/>
                    <a:pt x="303" y="98589"/>
                  </a:cubicBezTo>
                  <a:cubicBezTo>
                    <a:pt x="303" y="69517"/>
                    <a:pt x="23452" y="50144"/>
                    <a:pt x="59517" y="50144"/>
                  </a:cubicBezTo>
                  <a:cubicBezTo>
                    <a:pt x="78623" y="50144"/>
                    <a:pt x="98546" y="54714"/>
                    <a:pt x="115230" y="64404"/>
                  </a:cubicBezTo>
                  <a:cubicBezTo>
                    <a:pt x="117393" y="65490"/>
                    <a:pt x="118462" y="67637"/>
                    <a:pt x="118462" y="69792"/>
                  </a:cubicBezTo>
                  <a:cubicBezTo>
                    <a:pt x="118462" y="71137"/>
                    <a:pt x="118164" y="72710"/>
                    <a:pt x="117385" y="74362"/>
                  </a:cubicBezTo>
                  <a:lnTo>
                    <a:pt x="109039" y="92131"/>
                  </a:lnTo>
                  <a:cubicBezTo>
                    <a:pt x="107962" y="94553"/>
                    <a:pt x="105539" y="95899"/>
                    <a:pt x="103116" y="95899"/>
                  </a:cubicBezTo>
                  <a:cubicBezTo>
                    <a:pt x="101771" y="95899"/>
                    <a:pt x="100426" y="95623"/>
                    <a:pt x="99081" y="94821"/>
                  </a:cubicBezTo>
                  <a:cubicBezTo>
                    <a:pt x="85356" y="87286"/>
                    <a:pt x="72165" y="82708"/>
                    <a:pt x="58439" y="82708"/>
                  </a:cubicBezTo>
                  <a:cubicBezTo>
                    <a:pt x="44179" y="82708"/>
                    <a:pt x="35833" y="87923"/>
                    <a:pt x="35833" y="96166"/>
                  </a:cubicBezTo>
                  <a:cubicBezTo>
                    <a:pt x="35833" y="121368"/>
                    <a:pt x="122497" y="106659"/>
                    <a:pt x="122497" y="167759"/>
                  </a:cubicBezTo>
                  <a:moveTo>
                    <a:pt x="234191" y="149189"/>
                  </a:moveTo>
                  <a:cubicBezTo>
                    <a:pt x="234191" y="153224"/>
                    <a:pt x="232043" y="155111"/>
                    <a:pt x="227466" y="156456"/>
                  </a:cubicBezTo>
                  <a:cubicBezTo>
                    <a:pt x="221543" y="158069"/>
                    <a:pt x="216430" y="158879"/>
                    <a:pt x="209162" y="158879"/>
                  </a:cubicBezTo>
                  <a:cubicBezTo>
                    <a:pt x="191936" y="158879"/>
                    <a:pt x="175788" y="148646"/>
                    <a:pt x="175788" y="121195"/>
                  </a:cubicBezTo>
                  <a:cubicBezTo>
                    <a:pt x="175788" y="93743"/>
                    <a:pt x="191936" y="83518"/>
                    <a:pt x="209162" y="83518"/>
                  </a:cubicBezTo>
                  <a:cubicBezTo>
                    <a:pt x="216430" y="83518"/>
                    <a:pt x="221543" y="84320"/>
                    <a:pt x="227466" y="85941"/>
                  </a:cubicBezTo>
                  <a:cubicBezTo>
                    <a:pt x="232043" y="87286"/>
                    <a:pt x="234191" y="89165"/>
                    <a:pt x="234191" y="93201"/>
                  </a:cubicBezTo>
                  <a:lnTo>
                    <a:pt x="234191" y="149189"/>
                  </a:lnTo>
                  <a:close/>
                  <a:moveTo>
                    <a:pt x="262452" y="61179"/>
                  </a:moveTo>
                  <a:cubicBezTo>
                    <a:pt x="244692" y="54446"/>
                    <a:pt x="228000" y="51221"/>
                    <a:pt x="209430" y="51221"/>
                  </a:cubicBezTo>
                  <a:cubicBezTo>
                    <a:pt x="168795" y="51221"/>
                    <a:pt x="140258" y="78405"/>
                    <a:pt x="140258" y="121195"/>
                  </a:cubicBezTo>
                  <a:cubicBezTo>
                    <a:pt x="140258" y="164527"/>
                    <a:pt x="165020" y="191176"/>
                    <a:pt x="208895" y="191176"/>
                  </a:cubicBezTo>
                  <a:cubicBezTo>
                    <a:pt x="226655" y="191176"/>
                    <a:pt x="243881" y="188210"/>
                    <a:pt x="262452" y="180407"/>
                  </a:cubicBezTo>
                  <a:cubicBezTo>
                    <a:pt x="266763" y="178528"/>
                    <a:pt x="269185" y="175562"/>
                    <a:pt x="269185" y="169639"/>
                  </a:cubicBezTo>
                  <a:lnTo>
                    <a:pt x="269185" y="71940"/>
                  </a:lnTo>
                  <a:cubicBezTo>
                    <a:pt x="269185" y="65749"/>
                    <a:pt x="266763" y="62792"/>
                    <a:pt x="262452" y="61179"/>
                  </a:cubicBezTo>
                </a:path>
              </a:pathLst>
            </a:custGeom>
            <a:grpFill/>
            <a:ln w="7833" cap="flat">
              <a:noFill/>
              <a:prstDash val="solid"/>
              <a:round/>
            </a:ln>
          </p:spPr>
          <p:txBody>
            <a:bodyPr rtlCol="0" anchor="ctr"/>
            <a:lstStyle/>
            <a:p>
              <a:endParaRPr lang="en-US" sz="2400" noProof="0"/>
            </a:p>
          </p:txBody>
        </p:sp>
        <p:sp>
          <p:nvSpPr>
            <p:cNvPr id="11" name="Forme libre : forme 10">
              <a:extLst>
                <a:ext uri="{FF2B5EF4-FFF2-40B4-BE49-F238E27FC236}">
                  <a16:creationId xmlns:a16="http://schemas.microsoft.com/office/drawing/2014/main" id="{503CE94E-53F9-481B-BF77-A348529571D3}"/>
                </a:ext>
              </a:extLst>
            </p:cNvPr>
            <p:cNvSpPr/>
            <p:nvPr/>
          </p:nvSpPr>
          <p:spPr>
            <a:xfrm rot="-73896" flipV="1">
              <a:off x="5474877" y="-471733"/>
              <a:ext cx="37949" cy="37711"/>
            </a:xfrm>
            <a:custGeom>
              <a:avLst/>
              <a:gdLst>
                <a:gd name="connsiteX0" fmla="*/ 19483 w 37949"/>
                <a:gd name="connsiteY0" fmla="*/ 17 h 37711"/>
                <a:gd name="connsiteX1" fmla="*/ 38456 w 37949"/>
                <a:gd name="connsiteY1" fmla="*/ 18454 h 37711"/>
                <a:gd name="connsiteX2" fmla="*/ 19491 w 37949"/>
                <a:gd name="connsiteY2" fmla="*/ 37717 h 37711"/>
                <a:gd name="connsiteX3" fmla="*/ 519 w 37949"/>
                <a:gd name="connsiteY3" fmla="*/ 19272 h 37711"/>
                <a:gd name="connsiteX4" fmla="*/ 19483 w 37949"/>
                <a:gd name="connsiteY4" fmla="*/ 17 h 37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949" h="37711">
                  <a:moveTo>
                    <a:pt x="19483" y="17"/>
                  </a:moveTo>
                  <a:cubicBezTo>
                    <a:pt x="30519" y="-219"/>
                    <a:pt x="38212" y="6883"/>
                    <a:pt x="38456" y="18454"/>
                  </a:cubicBezTo>
                  <a:cubicBezTo>
                    <a:pt x="38715" y="30300"/>
                    <a:pt x="31329" y="37457"/>
                    <a:pt x="19491" y="37717"/>
                  </a:cubicBezTo>
                  <a:cubicBezTo>
                    <a:pt x="8188" y="37953"/>
                    <a:pt x="771" y="31118"/>
                    <a:pt x="519" y="19272"/>
                  </a:cubicBezTo>
                  <a:cubicBezTo>
                    <a:pt x="267" y="7701"/>
                    <a:pt x="7378" y="284"/>
                    <a:pt x="19483" y="17"/>
                  </a:cubicBezTo>
                </a:path>
              </a:pathLst>
            </a:custGeom>
            <a:grpFill/>
            <a:ln w="7833" cap="flat">
              <a:noFill/>
              <a:prstDash val="solid"/>
              <a:round/>
            </a:ln>
          </p:spPr>
          <p:txBody>
            <a:bodyPr rtlCol="0" anchor="ctr"/>
            <a:lstStyle/>
            <a:p>
              <a:endParaRPr lang="en-US" sz="2400" noProof="0">
                <a:solidFill>
                  <a:schemeClr val="accent2"/>
                </a:solidFill>
              </a:endParaRPr>
            </a:p>
          </p:txBody>
        </p:sp>
        <p:sp>
          <p:nvSpPr>
            <p:cNvPr id="12" name="Forme libre : forme 11">
              <a:extLst>
                <a:ext uri="{FF2B5EF4-FFF2-40B4-BE49-F238E27FC236}">
                  <a16:creationId xmlns:a16="http://schemas.microsoft.com/office/drawing/2014/main" id="{7ADD6FFB-F84E-4F7B-930C-208E58062DD7}"/>
                </a:ext>
              </a:extLst>
            </p:cNvPr>
            <p:cNvSpPr/>
            <p:nvPr/>
          </p:nvSpPr>
          <p:spPr>
            <a:xfrm rot="10725025" flipV="1">
              <a:off x="4768103" y="-317778"/>
              <a:ext cx="37406" cy="37169"/>
            </a:xfrm>
            <a:custGeom>
              <a:avLst/>
              <a:gdLst>
                <a:gd name="connsiteX0" fmla="*/ 18717 w 37406"/>
                <a:gd name="connsiteY0" fmla="*/ 130 h 37169"/>
                <a:gd name="connsiteX1" fmla="*/ 37414 w 37406"/>
                <a:gd name="connsiteY1" fmla="*/ 18300 h 37169"/>
                <a:gd name="connsiteX2" fmla="*/ 18717 w 37406"/>
                <a:gd name="connsiteY2" fmla="*/ 37288 h 37169"/>
                <a:gd name="connsiteX3" fmla="*/ 20 w 37406"/>
                <a:gd name="connsiteY3" fmla="*/ 19118 h 37169"/>
                <a:gd name="connsiteX4" fmla="*/ 18717 w 37406"/>
                <a:gd name="connsiteY4" fmla="*/ 130 h 371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406" h="37169">
                  <a:moveTo>
                    <a:pt x="18717" y="130"/>
                  </a:moveTo>
                  <a:cubicBezTo>
                    <a:pt x="29745" y="-106"/>
                    <a:pt x="37162" y="6729"/>
                    <a:pt x="37414" y="18300"/>
                  </a:cubicBezTo>
                  <a:cubicBezTo>
                    <a:pt x="37665" y="29603"/>
                    <a:pt x="30555" y="37028"/>
                    <a:pt x="18717" y="37288"/>
                  </a:cubicBezTo>
                  <a:cubicBezTo>
                    <a:pt x="7681" y="37524"/>
                    <a:pt x="264" y="30421"/>
                    <a:pt x="20" y="19118"/>
                  </a:cubicBezTo>
                  <a:cubicBezTo>
                    <a:pt x="-240" y="7547"/>
                    <a:pt x="6871" y="390"/>
                    <a:pt x="18717" y="130"/>
                  </a:cubicBezTo>
                </a:path>
              </a:pathLst>
            </a:custGeom>
            <a:grpFill/>
            <a:ln w="7833" cap="flat">
              <a:noFill/>
              <a:prstDash val="solid"/>
              <a:round/>
            </a:ln>
          </p:spPr>
          <p:txBody>
            <a:bodyPr rtlCol="0" anchor="ctr"/>
            <a:lstStyle/>
            <a:p>
              <a:endParaRPr lang="en-US" sz="2400" noProof="0"/>
            </a:p>
          </p:txBody>
        </p:sp>
      </p:grpSp>
      <p:sp>
        <p:nvSpPr>
          <p:cNvPr id="6" name="Espace réservé de la date 5">
            <a:extLst>
              <a:ext uri="{FF2B5EF4-FFF2-40B4-BE49-F238E27FC236}">
                <a16:creationId xmlns:a16="http://schemas.microsoft.com/office/drawing/2014/main" id="{055EFF8E-40A6-42AA-8E6F-31C4F50AAD2A}"/>
              </a:ext>
            </a:extLst>
          </p:cNvPr>
          <p:cNvSpPr>
            <a:spLocks noGrp="1"/>
          </p:cNvSpPr>
          <p:nvPr>
            <p:ph type="dt" sz="half" idx="15"/>
          </p:nvPr>
        </p:nvSpPr>
        <p:spPr/>
        <p:txBody>
          <a:bodyPr/>
          <a:lstStyle>
            <a:lvl1pPr>
              <a:defRPr>
                <a:solidFill>
                  <a:schemeClr val="bg2"/>
                </a:solidFill>
              </a:defRPr>
            </a:lvl1pPr>
          </a:lstStyle>
          <a:p>
            <a:endParaRPr lang="en-US"/>
          </a:p>
        </p:txBody>
      </p:sp>
      <p:sp>
        <p:nvSpPr>
          <p:cNvPr id="17" name="Espace réservé du graphique SmartArt 18">
            <a:extLst>
              <a:ext uri="{FF2B5EF4-FFF2-40B4-BE49-F238E27FC236}">
                <a16:creationId xmlns:a16="http://schemas.microsoft.com/office/drawing/2014/main" id="{50E609C3-EA6F-468A-8B7C-CD27949FB33C}"/>
              </a:ext>
            </a:extLst>
          </p:cNvPr>
          <p:cNvSpPr>
            <a:spLocks noGrp="1" noChangeAspect="1"/>
          </p:cNvSpPr>
          <p:nvPr>
            <p:ph type="dgm" sz="quarter" idx="13"/>
          </p:nvPr>
        </p:nvSpPr>
        <p:spPr>
          <a:xfrm>
            <a:off x="6019130" y="4999905"/>
            <a:ext cx="153740" cy="152649"/>
          </a:xfrm>
          <a:custGeom>
            <a:avLst/>
            <a:gdLst>
              <a:gd name="connsiteX0" fmla="*/ 122355 w 250013"/>
              <a:gd name="connsiteY0" fmla="*/ 0 h 248243"/>
              <a:gd name="connsiteX1" fmla="*/ 250013 w 250013"/>
              <a:gd name="connsiteY1" fmla="*/ 124134 h 248243"/>
              <a:gd name="connsiteX2" fmla="*/ 127674 w 250013"/>
              <a:gd name="connsiteY2" fmla="*/ 248243 h 248243"/>
              <a:gd name="connsiteX3" fmla="*/ 1 w 250013"/>
              <a:gd name="connsiteY3" fmla="*/ 124125 h 248243"/>
              <a:gd name="connsiteX4" fmla="*/ 122355 w 250013"/>
              <a:gd name="connsiteY4" fmla="*/ 0 h 248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0013" h="248243">
                <a:moveTo>
                  <a:pt x="122355" y="0"/>
                </a:moveTo>
                <a:cubicBezTo>
                  <a:pt x="200363" y="0"/>
                  <a:pt x="250013" y="46111"/>
                  <a:pt x="250013" y="124134"/>
                </a:cubicBezTo>
                <a:cubicBezTo>
                  <a:pt x="250022" y="200379"/>
                  <a:pt x="200361" y="248234"/>
                  <a:pt x="127674" y="248243"/>
                </a:cubicBezTo>
                <a:cubicBezTo>
                  <a:pt x="47872" y="248236"/>
                  <a:pt x="-6" y="200370"/>
                  <a:pt x="1" y="124125"/>
                </a:cubicBezTo>
                <a:cubicBezTo>
                  <a:pt x="0" y="46103"/>
                  <a:pt x="47874" y="2"/>
                  <a:pt x="122355" y="0"/>
                </a:cubicBezTo>
                <a:close/>
              </a:path>
            </a:pathLst>
          </a:custGeom>
          <a:solidFill>
            <a:schemeClr val="bg1"/>
          </a:solidFill>
        </p:spPr>
        <p:txBody>
          <a:bodyPr wrap="square">
            <a:noAutofit/>
          </a:bodyPr>
          <a:lstStyle>
            <a:lvl1pPr>
              <a:defRPr>
                <a:noFill/>
              </a:defRPr>
            </a:lvl1pPr>
          </a:lstStyle>
          <a:p>
            <a:r>
              <a:rPr lang="en-US" noProof="0"/>
              <a:t>Click icon to add SmartArt graphic</a:t>
            </a:r>
          </a:p>
        </p:txBody>
      </p:sp>
      <p:sp>
        <p:nvSpPr>
          <p:cNvPr id="18" name="Espace réservé du graphique SmartArt 19">
            <a:extLst>
              <a:ext uri="{FF2B5EF4-FFF2-40B4-BE49-F238E27FC236}">
                <a16:creationId xmlns:a16="http://schemas.microsoft.com/office/drawing/2014/main" id="{F155B637-1E1E-462B-9FBB-56FD4231172C}"/>
              </a:ext>
            </a:extLst>
          </p:cNvPr>
          <p:cNvSpPr>
            <a:spLocks noGrp="1" noChangeAspect="1"/>
          </p:cNvSpPr>
          <p:nvPr>
            <p:ph type="dgm" sz="quarter" idx="14"/>
          </p:nvPr>
        </p:nvSpPr>
        <p:spPr>
          <a:xfrm>
            <a:off x="6019130" y="1548016"/>
            <a:ext cx="153740" cy="152649"/>
          </a:xfrm>
          <a:custGeom>
            <a:avLst/>
            <a:gdLst>
              <a:gd name="connsiteX0" fmla="*/ 122355 w 250013"/>
              <a:gd name="connsiteY0" fmla="*/ 0 h 248243"/>
              <a:gd name="connsiteX1" fmla="*/ 250013 w 250013"/>
              <a:gd name="connsiteY1" fmla="*/ 124134 h 248243"/>
              <a:gd name="connsiteX2" fmla="*/ 127674 w 250013"/>
              <a:gd name="connsiteY2" fmla="*/ 248243 h 248243"/>
              <a:gd name="connsiteX3" fmla="*/ 1 w 250013"/>
              <a:gd name="connsiteY3" fmla="*/ 124125 h 248243"/>
              <a:gd name="connsiteX4" fmla="*/ 122355 w 250013"/>
              <a:gd name="connsiteY4" fmla="*/ 0 h 248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0013" h="248243">
                <a:moveTo>
                  <a:pt x="122355" y="0"/>
                </a:moveTo>
                <a:cubicBezTo>
                  <a:pt x="200363" y="0"/>
                  <a:pt x="250013" y="46111"/>
                  <a:pt x="250013" y="124134"/>
                </a:cubicBezTo>
                <a:cubicBezTo>
                  <a:pt x="250022" y="200379"/>
                  <a:pt x="200361" y="248234"/>
                  <a:pt x="127674" y="248243"/>
                </a:cubicBezTo>
                <a:cubicBezTo>
                  <a:pt x="47872" y="248236"/>
                  <a:pt x="-6" y="200370"/>
                  <a:pt x="1" y="124125"/>
                </a:cubicBezTo>
                <a:cubicBezTo>
                  <a:pt x="0" y="46103"/>
                  <a:pt x="47874" y="2"/>
                  <a:pt x="122355" y="0"/>
                </a:cubicBezTo>
                <a:close/>
              </a:path>
            </a:pathLst>
          </a:custGeom>
          <a:solidFill>
            <a:schemeClr val="bg1"/>
          </a:solidFill>
        </p:spPr>
        <p:txBody>
          <a:bodyPr wrap="square">
            <a:noAutofit/>
          </a:bodyPr>
          <a:lstStyle>
            <a:lvl1pPr>
              <a:defRPr>
                <a:noFill/>
              </a:defRPr>
            </a:lvl1pPr>
          </a:lstStyle>
          <a:p>
            <a:r>
              <a:rPr lang="en-US" noProof="0"/>
              <a:t>Click icon to add SmartArt graphic</a:t>
            </a:r>
          </a:p>
        </p:txBody>
      </p:sp>
      <p:sp>
        <p:nvSpPr>
          <p:cNvPr id="16" name="Espace réservé du texte 5">
            <a:extLst>
              <a:ext uri="{FF2B5EF4-FFF2-40B4-BE49-F238E27FC236}">
                <a16:creationId xmlns:a16="http://schemas.microsoft.com/office/drawing/2014/main" id="{287A90CB-3485-4D3D-9E87-2D7382BBBC10}"/>
              </a:ext>
            </a:extLst>
          </p:cNvPr>
          <p:cNvSpPr>
            <a:spLocks noGrp="1"/>
          </p:cNvSpPr>
          <p:nvPr>
            <p:ph type="body" sz="quarter" idx="21"/>
          </p:nvPr>
        </p:nvSpPr>
        <p:spPr>
          <a:xfrm>
            <a:off x="1480778" y="1926301"/>
            <a:ext cx="9230445" cy="1658148"/>
          </a:xfrm>
        </p:spPr>
        <p:txBody>
          <a:bodyPr anchor="b">
            <a:noAutofit/>
          </a:bodyPr>
          <a:lstStyle>
            <a:lvl1pPr algn="ctr">
              <a:lnSpc>
                <a:spcPct val="96000"/>
              </a:lnSpc>
              <a:spcAft>
                <a:spcPts val="1333"/>
              </a:spcAft>
              <a:defRPr lang="fr-FR" sz="5600" b="0" i="0" kern="1200" dirty="0" err="1" smtClean="0">
                <a:solidFill>
                  <a:schemeClr val="bg2"/>
                </a:solidFill>
                <a:latin typeface="Verdana" panose="020B0604030504040204" pitchFamily="34" charset="0"/>
                <a:ea typeface="Verdana" panose="020B0604030504040204" pitchFamily="34" charset="0"/>
                <a:cs typeface="Verdana" panose="020B0604030504040204" pitchFamily="34" charset="0"/>
              </a:defRPr>
            </a:lvl1pPr>
            <a:lvl2pPr algn="ctr">
              <a:lnSpc>
                <a:spcPct val="100000"/>
              </a:lnSpc>
              <a:defRPr sz="2667" b="0" i="1">
                <a:solidFill>
                  <a:schemeClr val="accent2"/>
                </a:solidFill>
                <a:latin typeface="Georgia" panose="02040502050405020303" pitchFamily="18" charset="0"/>
                <a:ea typeface="Verdana" panose="020B0604030504040204" pitchFamily="34" charset="0"/>
                <a:cs typeface="Verdana" panose="020B0604030504040204" pitchFamily="34" charset="0"/>
              </a:defRPr>
            </a:lvl2pPr>
            <a:lvl3pPr algn="ctr">
              <a:lnSpc>
                <a:spcPct val="100000"/>
              </a:lnSpc>
              <a:spcBef>
                <a:spcPts val="1333"/>
              </a:spcBef>
              <a:defRPr/>
            </a:lvl3pPr>
          </a:lstStyle>
          <a:p>
            <a:pPr lvl="0"/>
            <a:r>
              <a:rPr lang="en-US"/>
              <a:t>Click to edit Master text styles</a:t>
            </a:r>
          </a:p>
        </p:txBody>
      </p:sp>
      <p:sp>
        <p:nvSpPr>
          <p:cNvPr id="19" name="Espace réservé du texte 5">
            <a:extLst>
              <a:ext uri="{FF2B5EF4-FFF2-40B4-BE49-F238E27FC236}">
                <a16:creationId xmlns:a16="http://schemas.microsoft.com/office/drawing/2014/main" id="{54CCF570-9115-4289-839C-7FACBC619C13}"/>
              </a:ext>
            </a:extLst>
          </p:cNvPr>
          <p:cNvSpPr>
            <a:spLocks noGrp="1"/>
          </p:cNvSpPr>
          <p:nvPr>
            <p:ph type="body" sz="quarter" idx="22"/>
          </p:nvPr>
        </p:nvSpPr>
        <p:spPr>
          <a:xfrm>
            <a:off x="1480778" y="3758157"/>
            <a:ext cx="9230445" cy="537959"/>
          </a:xfrm>
        </p:spPr>
        <p:txBody>
          <a:bodyPr anchor="ctr">
            <a:noAutofit/>
          </a:bodyPr>
          <a:lstStyle>
            <a:lvl1pPr algn="ctr">
              <a:lnSpc>
                <a:spcPct val="96000"/>
              </a:lnSpc>
              <a:spcAft>
                <a:spcPts val="1333"/>
              </a:spcAft>
              <a:defRPr lang="en-US" sz="2667" b="0" i="1" kern="1200" dirty="0">
                <a:solidFill>
                  <a:schemeClr val="bg2"/>
                </a:solidFill>
                <a:latin typeface="Georgia" panose="02040502050405020303" pitchFamily="18" charset="0"/>
                <a:ea typeface="Verdana" panose="020B0604030504040204" pitchFamily="34" charset="0"/>
                <a:cs typeface="Verdana" panose="020B0604030504040204" pitchFamily="34" charset="0"/>
              </a:defRPr>
            </a:lvl1pPr>
            <a:lvl2pPr marL="371391" indent="0" algn="ctr">
              <a:lnSpc>
                <a:spcPct val="100000"/>
              </a:lnSpc>
              <a:buFont typeface="Arial" panose="020B0604020202020204" pitchFamily="34" charset="0"/>
              <a:buNone/>
              <a:defRPr sz="5600" b="0" i="1">
                <a:solidFill>
                  <a:schemeClr val="bg1"/>
                </a:solidFill>
                <a:latin typeface="Georgia" panose="02040502050405020303" pitchFamily="18" charset="0"/>
                <a:ea typeface="Verdana" panose="020B0604030504040204" pitchFamily="34" charset="0"/>
                <a:cs typeface="Verdana" panose="020B0604030504040204" pitchFamily="34" charset="0"/>
              </a:defRPr>
            </a:lvl2pPr>
            <a:lvl3pPr algn="ctr">
              <a:lnSpc>
                <a:spcPct val="100000"/>
              </a:lnSpc>
              <a:spcBef>
                <a:spcPts val="1333"/>
              </a:spcBef>
              <a:defRPr/>
            </a:lvl3pPr>
          </a:lstStyle>
          <a:p>
            <a:pPr lvl="0"/>
            <a:r>
              <a:rPr lang="en-US"/>
              <a:t>Click to edit Master text styles</a:t>
            </a:r>
          </a:p>
        </p:txBody>
      </p:sp>
      <p:sp>
        <p:nvSpPr>
          <p:cNvPr id="20" name="Espace réservé du texte 5">
            <a:extLst>
              <a:ext uri="{FF2B5EF4-FFF2-40B4-BE49-F238E27FC236}">
                <a16:creationId xmlns:a16="http://schemas.microsoft.com/office/drawing/2014/main" id="{889FD9C7-FB39-4714-81F8-6EA37E5B621B}"/>
              </a:ext>
            </a:extLst>
          </p:cNvPr>
          <p:cNvSpPr>
            <a:spLocks noGrp="1"/>
          </p:cNvSpPr>
          <p:nvPr>
            <p:ph type="body" sz="quarter" idx="23"/>
          </p:nvPr>
        </p:nvSpPr>
        <p:spPr>
          <a:xfrm>
            <a:off x="1480778" y="4513248"/>
            <a:ext cx="9230445" cy="308387"/>
          </a:xfrm>
        </p:spPr>
        <p:txBody>
          <a:bodyPr anchor="t">
            <a:noAutofit/>
          </a:bodyPr>
          <a:lstStyle>
            <a:lvl1pPr algn="ctr">
              <a:lnSpc>
                <a:spcPct val="96000"/>
              </a:lnSpc>
              <a:spcAft>
                <a:spcPts val="1333"/>
              </a:spcAft>
              <a:defRPr lang="en-US" sz="1600" b="0" i="0" kern="1200" dirty="0">
                <a:solidFill>
                  <a:schemeClr val="bg2"/>
                </a:solidFill>
                <a:latin typeface="+mj-lt"/>
                <a:ea typeface="Verdana" panose="020B0604030504040204" pitchFamily="34" charset="0"/>
                <a:cs typeface="Verdana" panose="020B0604030504040204" pitchFamily="34" charset="0"/>
              </a:defRPr>
            </a:lvl1pPr>
            <a:lvl2pPr algn="l">
              <a:lnSpc>
                <a:spcPct val="100000"/>
              </a:lnSpc>
              <a:defRPr lang="en-US" sz="1600" b="0" i="0" kern="1200" noProof="0" dirty="0" smtClean="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lgn="ctr">
              <a:lnSpc>
                <a:spcPct val="100000"/>
              </a:lnSpc>
              <a:spcBef>
                <a:spcPts val="1333"/>
              </a:spcBef>
              <a:defRPr/>
            </a:lvl3pPr>
          </a:lstStyle>
          <a:p>
            <a:pPr lvl="0"/>
            <a:r>
              <a:rPr lang="en-US"/>
              <a:t>Click to edit Master text styles</a:t>
            </a:r>
          </a:p>
        </p:txBody>
      </p:sp>
    </p:spTree>
    <p:extLst>
      <p:ext uri="{BB962C8B-B14F-4D97-AF65-F5344CB8AC3E}">
        <p14:creationId xmlns:p14="http://schemas.microsoft.com/office/powerpoint/2010/main" val="30280642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Cover Title with Image (Light)">
    <p:spTree>
      <p:nvGrpSpPr>
        <p:cNvPr id="1" name=""/>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B061F378-E818-498E-989A-601A8E73F31E}"/>
              </a:ext>
            </a:extLst>
          </p:cNvPr>
          <p:cNvSpPr>
            <a:spLocks noGrp="1"/>
          </p:cNvSpPr>
          <p:nvPr>
            <p:ph type="dt" sz="half" idx="20"/>
          </p:nvPr>
        </p:nvSpPr>
        <p:spPr>
          <a:xfrm>
            <a:off x="7886700" y="6046106"/>
            <a:ext cx="2743200" cy="366183"/>
          </a:xfrm>
        </p:spPr>
        <p:txBody>
          <a:bodyPr/>
          <a:lstStyle/>
          <a:p>
            <a:endParaRPr lang="fr-FR" dirty="0"/>
          </a:p>
        </p:txBody>
      </p:sp>
      <p:grpSp>
        <p:nvGrpSpPr>
          <p:cNvPr id="13" name="Graphique 7">
            <a:extLst>
              <a:ext uri="{FF2B5EF4-FFF2-40B4-BE49-F238E27FC236}">
                <a16:creationId xmlns:a16="http://schemas.microsoft.com/office/drawing/2014/main" id="{9EDD880A-DFFE-4F0B-ACE0-49E81EAC5C57}"/>
              </a:ext>
            </a:extLst>
          </p:cNvPr>
          <p:cNvGrpSpPr>
            <a:grpSpLocks noChangeAspect="1"/>
          </p:cNvGrpSpPr>
          <p:nvPr userDrawn="1"/>
        </p:nvGrpSpPr>
        <p:grpSpPr>
          <a:xfrm>
            <a:off x="8690961" y="516248"/>
            <a:ext cx="1134681" cy="292121"/>
            <a:chOff x="4767702" y="-472136"/>
            <a:chExt cx="745525" cy="191931"/>
          </a:xfrm>
          <a:solidFill>
            <a:srgbClr val="FFFFFF"/>
          </a:solidFill>
        </p:grpSpPr>
        <p:sp>
          <p:nvSpPr>
            <p:cNvPr id="14" name="Forme libre : forme 13">
              <a:extLst>
                <a:ext uri="{FF2B5EF4-FFF2-40B4-BE49-F238E27FC236}">
                  <a16:creationId xmlns:a16="http://schemas.microsoft.com/office/drawing/2014/main" id="{23232CF7-6A63-4E62-9BB3-AEC2E2985622}"/>
                </a:ext>
              </a:extLst>
            </p:cNvPr>
            <p:cNvSpPr/>
            <p:nvPr/>
          </p:nvSpPr>
          <p:spPr>
            <a:xfrm>
              <a:off x="4770087" y="-471716"/>
              <a:ext cx="740699" cy="191096"/>
            </a:xfrm>
            <a:custGeom>
              <a:avLst/>
              <a:gdLst>
                <a:gd name="connsiteX0" fmla="*/ 689325 w 740699"/>
                <a:gd name="connsiteY0" fmla="*/ 7347 h 191096"/>
                <a:gd name="connsiteX1" fmla="*/ 688790 w 740699"/>
                <a:gd name="connsiteY1" fmla="*/ 10847 h 191096"/>
                <a:gd name="connsiteX2" fmla="*/ 686092 w 740699"/>
                <a:gd name="connsiteY2" fmla="*/ 24840 h 191096"/>
                <a:gd name="connsiteX3" fmla="*/ 680980 w 740699"/>
                <a:gd name="connsiteY3" fmla="*/ 29953 h 191096"/>
                <a:gd name="connsiteX4" fmla="*/ 667797 w 740699"/>
                <a:gd name="connsiteY4" fmla="*/ 28608 h 191096"/>
                <a:gd name="connsiteX5" fmla="*/ 646528 w 740699"/>
                <a:gd name="connsiteY5" fmla="*/ 50946 h 191096"/>
                <a:gd name="connsiteX6" fmla="*/ 646528 w 740699"/>
                <a:gd name="connsiteY6" fmla="*/ 53911 h 191096"/>
                <a:gd name="connsiteX7" fmla="*/ 680712 w 740699"/>
                <a:gd name="connsiteY7" fmla="*/ 53911 h 191096"/>
                <a:gd name="connsiteX8" fmla="*/ 686092 w 740699"/>
                <a:gd name="connsiteY8" fmla="*/ 59559 h 191096"/>
                <a:gd name="connsiteX9" fmla="*/ 686092 w 740699"/>
                <a:gd name="connsiteY9" fmla="*/ 78130 h 191096"/>
                <a:gd name="connsiteX10" fmla="*/ 680712 w 740699"/>
                <a:gd name="connsiteY10" fmla="*/ 83518 h 191096"/>
                <a:gd name="connsiteX11" fmla="*/ 646528 w 740699"/>
                <a:gd name="connsiteY11" fmla="*/ 83518 h 191096"/>
                <a:gd name="connsiteX12" fmla="*/ 646528 w 740699"/>
                <a:gd name="connsiteY12" fmla="*/ 183097 h 191096"/>
                <a:gd name="connsiteX13" fmla="*/ 641148 w 740699"/>
                <a:gd name="connsiteY13" fmla="*/ 188485 h 191096"/>
                <a:gd name="connsiteX14" fmla="*/ 617197 w 740699"/>
                <a:gd name="connsiteY14" fmla="*/ 188485 h 191096"/>
                <a:gd name="connsiteX15" fmla="*/ 611809 w 740699"/>
                <a:gd name="connsiteY15" fmla="*/ 183097 h 191096"/>
                <a:gd name="connsiteX16" fmla="*/ 611809 w 740699"/>
                <a:gd name="connsiteY16" fmla="*/ 56602 h 191096"/>
                <a:gd name="connsiteX17" fmla="*/ 666987 w 740699"/>
                <a:gd name="connsiteY17" fmla="*/ 79 h 191096"/>
                <a:gd name="connsiteX18" fmla="*/ 683945 w 740699"/>
                <a:gd name="connsiteY18" fmla="*/ 1966 h 191096"/>
                <a:gd name="connsiteX19" fmla="*/ 689325 w 740699"/>
                <a:gd name="connsiteY19" fmla="*/ 7347 h 191096"/>
                <a:gd name="connsiteX20" fmla="*/ 741003 w 740699"/>
                <a:gd name="connsiteY20" fmla="*/ 59292 h 191096"/>
                <a:gd name="connsiteX21" fmla="*/ 741003 w 740699"/>
                <a:gd name="connsiteY21" fmla="*/ 183097 h 191096"/>
                <a:gd name="connsiteX22" fmla="*/ 735615 w 740699"/>
                <a:gd name="connsiteY22" fmla="*/ 188485 h 191096"/>
                <a:gd name="connsiteX23" fmla="*/ 711396 w 740699"/>
                <a:gd name="connsiteY23" fmla="*/ 188485 h 191096"/>
                <a:gd name="connsiteX24" fmla="*/ 706008 w 740699"/>
                <a:gd name="connsiteY24" fmla="*/ 183097 h 191096"/>
                <a:gd name="connsiteX25" fmla="*/ 706008 w 740699"/>
                <a:gd name="connsiteY25" fmla="*/ 59292 h 191096"/>
                <a:gd name="connsiteX26" fmla="*/ 711396 w 740699"/>
                <a:gd name="connsiteY26" fmla="*/ 53911 h 191096"/>
                <a:gd name="connsiteX27" fmla="*/ 735615 w 740699"/>
                <a:gd name="connsiteY27" fmla="*/ 53911 h 191096"/>
                <a:gd name="connsiteX28" fmla="*/ 741003 w 740699"/>
                <a:gd name="connsiteY28" fmla="*/ 59292 h 191096"/>
                <a:gd name="connsiteX29" fmla="*/ 518954 w 740699"/>
                <a:gd name="connsiteY29" fmla="*/ 158879 h 191096"/>
                <a:gd name="connsiteX30" fmla="*/ 485847 w 740699"/>
                <a:gd name="connsiteY30" fmla="*/ 121195 h 191096"/>
                <a:gd name="connsiteX31" fmla="*/ 517074 w 740699"/>
                <a:gd name="connsiteY31" fmla="*/ 83518 h 191096"/>
                <a:gd name="connsiteX32" fmla="*/ 550173 w 740699"/>
                <a:gd name="connsiteY32" fmla="*/ 121195 h 191096"/>
                <a:gd name="connsiteX33" fmla="*/ 518954 w 740699"/>
                <a:gd name="connsiteY33" fmla="*/ 158879 h 191096"/>
                <a:gd name="connsiteX34" fmla="*/ 517074 w 740699"/>
                <a:gd name="connsiteY34" fmla="*/ 51221 h 191096"/>
                <a:gd name="connsiteX35" fmla="*/ 450317 w 740699"/>
                <a:gd name="connsiteY35" fmla="*/ 121195 h 191096"/>
                <a:gd name="connsiteX36" fmla="*/ 518954 w 740699"/>
                <a:gd name="connsiteY36" fmla="*/ 191176 h 191096"/>
                <a:gd name="connsiteX37" fmla="*/ 585702 w 740699"/>
                <a:gd name="connsiteY37" fmla="*/ 121195 h 191096"/>
                <a:gd name="connsiteX38" fmla="*/ 517074 w 740699"/>
                <a:gd name="connsiteY38" fmla="*/ 51221 h 191096"/>
                <a:gd name="connsiteX39" fmla="*/ 424486 w 740699"/>
                <a:gd name="connsiteY39" fmla="*/ 101813 h 191096"/>
                <a:gd name="connsiteX40" fmla="*/ 424486 w 740699"/>
                <a:gd name="connsiteY40" fmla="*/ 183097 h 191096"/>
                <a:gd name="connsiteX41" fmla="*/ 419098 w 740699"/>
                <a:gd name="connsiteY41" fmla="*/ 188485 h 191096"/>
                <a:gd name="connsiteX42" fmla="*/ 394880 w 740699"/>
                <a:gd name="connsiteY42" fmla="*/ 188485 h 191096"/>
                <a:gd name="connsiteX43" fmla="*/ 389492 w 740699"/>
                <a:gd name="connsiteY43" fmla="*/ 183097 h 191096"/>
                <a:gd name="connsiteX44" fmla="*/ 389492 w 740699"/>
                <a:gd name="connsiteY44" fmla="*/ 106391 h 191096"/>
                <a:gd name="connsiteX45" fmla="*/ 363385 w 740699"/>
                <a:gd name="connsiteY45" fmla="*/ 83518 h 191096"/>
                <a:gd name="connsiteX46" fmla="*/ 343469 w 740699"/>
                <a:gd name="connsiteY46" fmla="*/ 85665 h 191096"/>
                <a:gd name="connsiteX47" fmla="*/ 337012 w 740699"/>
                <a:gd name="connsiteY47" fmla="*/ 92666 h 191096"/>
                <a:gd name="connsiteX48" fmla="*/ 337012 w 740699"/>
                <a:gd name="connsiteY48" fmla="*/ 183097 h 191096"/>
                <a:gd name="connsiteX49" fmla="*/ 331624 w 740699"/>
                <a:gd name="connsiteY49" fmla="*/ 188485 h 191096"/>
                <a:gd name="connsiteX50" fmla="*/ 307405 w 740699"/>
                <a:gd name="connsiteY50" fmla="*/ 188485 h 191096"/>
                <a:gd name="connsiteX51" fmla="*/ 302017 w 740699"/>
                <a:gd name="connsiteY51" fmla="*/ 183097 h 191096"/>
                <a:gd name="connsiteX52" fmla="*/ 302017 w 740699"/>
                <a:gd name="connsiteY52" fmla="*/ 71672 h 191096"/>
                <a:gd name="connsiteX53" fmla="*/ 308750 w 740699"/>
                <a:gd name="connsiteY53" fmla="*/ 60904 h 191096"/>
                <a:gd name="connsiteX54" fmla="*/ 362850 w 740699"/>
                <a:gd name="connsiteY54" fmla="*/ 51221 h 191096"/>
                <a:gd name="connsiteX55" fmla="*/ 424486 w 740699"/>
                <a:gd name="connsiteY55" fmla="*/ 101813 h 191096"/>
                <a:gd name="connsiteX56" fmla="*/ 122497 w 740699"/>
                <a:gd name="connsiteY56" fmla="*/ 167759 h 191096"/>
                <a:gd name="connsiteX57" fmla="*/ 120342 w 740699"/>
                <a:gd name="connsiteY57" fmla="*/ 183097 h 191096"/>
                <a:gd name="connsiteX58" fmla="*/ 113350 w 740699"/>
                <a:gd name="connsiteY58" fmla="*/ 188485 h 191096"/>
                <a:gd name="connsiteX59" fmla="*/ 89123 w 740699"/>
                <a:gd name="connsiteY59" fmla="*/ 188485 h 191096"/>
                <a:gd name="connsiteX60" fmla="*/ 85088 w 740699"/>
                <a:gd name="connsiteY60" fmla="*/ 184718 h 191096"/>
                <a:gd name="connsiteX61" fmla="*/ 85356 w 740699"/>
                <a:gd name="connsiteY61" fmla="*/ 183097 h 191096"/>
                <a:gd name="connsiteX62" fmla="*/ 86968 w 740699"/>
                <a:gd name="connsiteY62" fmla="*/ 173140 h 191096"/>
                <a:gd name="connsiteX63" fmla="*/ 303 w 740699"/>
                <a:gd name="connsiteY63" fmla="*/ 98589 h 191096"/>
                <a:gd name="connsiteX64" fmla="*/ 59517 w 740699"/>
                <a:gd name="connsiteY64" fmla="*/ 50144 h 191096"/>
                <a:gd name="connsiteX65" fmla="*/ 115230 w 740699"/>
                <a:gd name="connsiteY65" fmla="*/ 64404 h 191096"/>
                <a:gd name="connsiteX66" fmla="*/ 118462 w 740699"/>
                <a:gd name="connsiteY66" fmla="*/ 69792 h 191096"/>
                <a:gd name="connsiteX67" fmla="*/ 117385 w 740699"/>
                <a:gd name="connsiteY67" fmla="*/ 74362 h 191096"/>
                <a:gd name="connsiteX68" fmla="*/ 109039 w 740699"/>
                <a:gd name="connsiteY68" fmla="*/ 92131 h 191096"/>
                <a:gd name="connsiteX69" fmla="*/ 103116 w 740699"/>
                <a:gd name="connsiteY69" fmla="*/ 95899 h 191096"/>
                <a:gd name="connsiteX70" fmla="*/ 99081 w 740699"/>
                <a:gd name="connsiteY70" fmla="*/ 94821 h 191096"/>
                <a:gd name="connsiteX71" fmla="*/ 58439 w 740699"/>
                <a:gd name="connsiteY71" fmla="*/ 82708 h 191096"/>
                <a:gd name="connsiteX72" fmla="*/ 35833 w 740699"/>
                <a:gd name="connsiteY72" fmla="*/ 96166 h 191096"/>
                <a:gd name="connsiteX73" fmla="*/ 122497 w 740699"/>
                <a:gd name="connsiteY73" fmla="*/ 167759 h 191096"/>
                <a:gd name="connsiteX74" fmla="*/ 234191 w 740699"/>
                <a:gd name="connsiteY74" fmla="*/ 149189 h 191096"/>
                <a:gd name="connsiteX75" fmla="*/ 227466 w 740699"/>
                <a:gd name="connsiteY75" fmla="*/ 156456 h 191096"/>
                <a:gd name="connsiteX76" fmla="*/ 209162 w 740699"/>
                <a:gd name="connsiteY76" fmla="*/ 158879 h 191096"/>
                <a:gd name="connsiteX77" fmla="*/ 175788 w 740699"/>
                <a:gd name="connsiteY77" fmla="*/ 121195 h 191096"/>
                <a:gd name="connsiteX78" fmla="*/ 209162 w 740699"/>
                <a:gd name="connsiteY78" fmla="*/ 83518 h 191096"/>
                <a:gd name="connsiteX79" fmla="*/ 227466 w 740699"/>
                <a:gd name="connsiteY79" fmla="*/ 85941 h 191096"/>
                <a:gd name="connsiteX80" fmla="*/ 234191 w 740699"/>
                <a:gd name="connsiteY80" fmla="*/ 93201 h 191096"/>
                <a:gd name="connsiteX81" fmla="*/ 234191 w 740699"/>
                <a:gd name="connsiteY81" fmla="*/ 149189 h 191096"/>
                <a:gd name="connsiteX82" fmla="*/ 262452 w 740699"/>
                <a:gd name="connsiteY82" fmla="*/ 61179 h 191096"/>
                <a:gd name="connsiteX83" fmla="*/ 209430 w 740699"/>
                <a:gd name="connsiteY83" fmla="*/ 51221 h 191096"/>
                <a:gd name="connsiteX84" fmla="*/ 140258 w 740699"/>
                <a:gd name="connsiteY84" fmla="*/ 121195 h 191096"/>
                <a:gd name="connsiteX85" fmla="*/ 208895 w 740699"/>
                <a:gd name="connsiteY85" fmla="*/ 191176 h 191096"/>
                <a:gd name="connsiteX86" fmla="*/ 262452 w 740699"/>
                <a:gd name="connsiteY86" fmla="*/ 180407 h 191096"/>
                <a:gd name="connsiteX87" fmla="*/ 269185 w 740699"/>
                <a:gd name="connsiteY87" fmla="*/ 169639 h 191096"/>
                <a:gd name="connsiteX88" fmla="*/ 269185 w 740699"/>
                <a:gd name="connsiteY88" fmla="*/ 71940 h 191096"/>
                <a:gd name="connsiteX89" fmla="*/ 262452 w 740699"/>
                <a:gd name="connsiteY89" fmla="*/ 61179 h 191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740699" h="191096">
                  <a:moveTo>
                    <a:pt x="689325" y="7347"/>
                  </a:moveTo>
                  <a:cubicBezTo>
                    <a:pt x="689325" y="8511"/>
                    <a:pt x="689026" y="9604"/>
                    <a:pt x="688790" y="10847"/>
                  </a:cubicBezTo>
                  <a:lnTo>
                    <a:pt x="686092" y="24840"/>
                  </a:lnTo>
                  <a:cubicBezTo>
                    <a:pt x="685558" y="28073"/>
                    <a:pt x="684213" y="29953"/>
                    <a:pt x="680980" y="29953"/>
                  </a:cubicBezTo>
                  <a:cubicBezTo>
                    <a:pt x="678974" y="29953"/>
                    <a:pt x="673177" y="28608"/>
                    <a:pt x="667797" y="28608"/>
                  </a:cubicBezTo>
                  <a:cubicBezTo>
                    <a:pt x="652993" y="28608"/>
                    <a:pt x="646528" y="36143"/>
                    <a:pt x="646528" y="50946"/>
                  </a:cubicBezTo>
                  <a:lnTo>
                    <a:pt x="646528" y="53911"/>
                  </a:lnTo>
                  <a:lnTo>
                    <a:pt x="680712" y="53911"/>
                  </a:lnTo>
                  <a:cubicBezTo>
                    <a:pt x="684213" y="53911"/>
                    <a:pt x="686092" y="56059"/>
                    <a:pt x="686092" y="59559"/>
                  </a:cubicBezTo>
                  <a:lnTo>
                    <a:pt x="686092" y="78130"/>
                  </a:lnTo>
                  <a:cubicBezTo>
                    <a:pt x="686092" y="81363"/>
                    <a:pt x="684213" y="83518"/>
                    <a:pt x="680712" y="83518"/>
                  </a:cubicBezTo>
                  <a:lnTo>
                    <a:pt x="646528" y="83518"/>
                  </a:lnTo>
                  <a:lnTo>
                    <a:pt x="646528" y="183097"/>
                  </a:lnTo>
                  <a:cubicBezTo>
                    <a:pt x="646528" y="186330"/>
                    <a:pt x="644380" y="188485"/>
                    <a:pt x="641148" y="188485"/>
                  </a:cubicBezTo>
                  <a:lnTo>
                    <a:pt x="617197" y="188485"/>
                  </a:lnTo>
                  <a:cubicBezTo>
                    <a:pt x="613964" y="188485"/>
                    <a:pt x="611809" y="186330"/>
                    <a:pt x="611809" y="183097"/>
                  </a:cubicBezTo>
                  <a:lnTo>
                    <a:pt x="611809" y="56602"/>
                  </a:lnTo>
                  <a:cubicBezTo>
                    <a:pt x="611809" y="17839"/>
                    <a:pt x="633612" y="79"/>
                    <a:pt x="666987" y="79"/>
                  </a:cubicBezTo>
                  <a:cubicBezTo>
                    <a:pt x="672729" y="79"/>
                    <a:pt x="678557" y="621"/>
                    <a:pt x="683945" y="1966"/>
                  </a:cubicBezTo>
                  <a:cubicBezTo>
                    <a:pt x="687713" y="2769"/>
                    <a:pt x="689325" y="4358"/>
                    <a:pt x="689325" y="7347"/>
                  </a:cubicBezTo>
                  <a:moveTo>
                    <a:pt x="741003" y="59292"/>
                  </a:moveTo>
                  <a:lnTo>
                    <a:pt x="741003" y="183097"/>
                  </a:lnTo>
                  <a:cubicBezTo>
                    <a:pt x="741003" y="186330"/>
                    <a:pt x="738848" y="188485"/>
                    <a:pt x="735615" y="188485"/>
                  </a:cubicBezTo>
                  <a:lnTo>
                    <a:pt x="711396" y="188485"/>
                  </a:lnTo>
                  <a:cubicBezTo>
                    <a:pt x="708164" y="188485"/>
                    <a:pt x="706008" y="186330"/>
                    <a:pt x="706008" y="183097"/>
                  </a:cubicBezTo>
                  <a:lnTo>
                    <a:pt x="706008" y="59292"/>
                  </a:lnTo>
                  <a:cubicBezTo>
                    <a:pt x="706008" y="56059"/>
                    <a:pt x="708164" y="53911"/>
                    <a:pt x="711396" y="53911"/>
                  </a:cubicBezTo>
                  <a:lnTo>
                    <a:pt x="735615" y="53911"/>
                  </a:lnTo>
                  <a:cubicBezTo>
                    <a:pt x="738848" y="53911"/>
                    <a:pt x="741003" y="56059"/>
                    <a:pt x="741003" y="59292"/>
                  </a:cubicBezTo>
                  <a:moveTo>
                    <a:pt x="518954" y="158879"/>
                  </a:moveTo>
                  <a:cubicBezTo>
                    <a:pt x="499038" y="158879"/>
                    <a:pt x="485847" y="145956"/>
                    <a:pt x="485847" y="121195"/>
                  </a:cubicBezTo>
                  <a:cubicBezTo>
                    <a:pt x="485847" y="96433"/>
                    <a:pt x="499038" y="83518"/>
                    <a:pt x="517074" y="83518"/>
                  </a:cubicBezTo>
                  <a:cubicBezTo>
                    <a:pt x="536990" y="83518"/>
                    <a:pt x="550173" y="96433"/>
                    <a:pt x="550173" y="121195"/>
                  </a:cubicBezTo>
                  <a:cubicBezTo>
                    <a:pt x="550173" y="145956"/>
                    <a:pt x="536990" y="158879"/>
                    <a:pt x="518954" y="158879"/>
                  </a:cubicBezTo>
                  <a:moveTo>
                    <a:pt x="517074" y="51221"/>
                  </a:moveTo>
                  <a:cubicBezTo>
                    <a:pt x="476699" y="51221"/>
                    <a:pt x="450317" y="80553"/>
                    <a:pt x="450317" y="121195"/>
                  </a:cubicBezTo>
                  <a:cubicBezTo>
                    <a:pt x="450317" y="161837"/>
                    <a:pt x="476699" y="191176"/>
                    <a:pt x="518954" y="191176"/>
                  </a:cubicBezTo>
                  <a:cubicBezTo>
                    <a:pt x="559328" y="191176"/>
                    <a:pt x="585702" y="161837"/>
                    <a:pt x="585702" y="121195"/>
                  </a:cubicBezTo>
                  <a:cubicBezTo>
                    <a:pt x="585702" y="80553"/>
                    <a:pt x="559328" y="51221"/>
                    <a:pt x="517074" y="51221"/>
                  </a:cubicBezTo>
                  <a:moveTo>
                    <a:pt x="424486" y="101813"/>
                  </a:moveTo>
                  <a:lnTo>
                    <a:pt x="424486" y="183097"/>
                  </a:lnTo>
                  <a:cubicBezTo>
                    <a:pt x="424486" y="186330"/>
                    <a:pt x="422331" y="188485"/>
                    <a:pt x="419098" y="188485"/>
                  </a:cubicBezTo>
                  <a:lnTo>
                    <a:pt x="394880" y="188485"/>
                  </a:lnTo>
                  <a:cubicBezTo>
                    <a:pt x="391647" y="188485"/>
                    <a:pt x="389492" y="186330"/>
                    <a:pt x="389492" y="183097"/>
                  </a:cubicBezTo>
                  <a:lnTo>
                    <a:pt x="389492" y="106391"/>
                  </a:lnTo>
                  <a:cubicBezTo>
                    <a:pt x="389492" y="90243"/>
                    <a:pt x="377921" y="83518"/>
                    <a:pt x="363385" y="83518"/>
                  </a:cubicBezTo>
                  <a:cubicBezTo>
                    <a:pt x="355040" y="83518"/>
                    <a:pt x="350470" y="84053"/>
                    <a:pt x="343469" y="85665"/>
                  </a:cubicBezTo>
                  <a:cubicBezTo>
                    <a:pt x="339159" y="86743"/>
                    <a:pt x="337012" y="88631"/>
                    <a:pt x="337012" y="92666"/>
                  </a:cubicBezTo>
                  <a:lnTo>
                    <a:pt x="337012" y="183097"/>
                  </a:lnTo>
                  <a:cubicBezTo>
                    <a:pt x="337012" y="186330"/>
                    <a:pt x="334856" y="188485"/>
                    <a:pt x="331624" y="188485"/>
                  </a:cubicBezTo>
                  <a:lnTo>
                    <a:pt x="307405" y="188485"/>
                  </a:lnTo>
                  <a:cubicBezTo>
                    <a:pt x="304172" y="188485"/>
                    <a:pt x="302017" y="186330"/>
                    <a:pt x="302017" y="183097"/>
                  </a:cubicBezTo>
                  <a:lnTo>
                    <a:pt x="302017" y="71672"/>
                  </a:lnTo>
                  <a:cubicBezTo>
                    <a:pt x="302017" y="65482"/>
                    <a:pt x="304982" y="62249"/>
                    <a:pt x="308750" y="60904"/>
                  </a:cubicBezTo>
                  <a:cubicBezTo>
                    <a:pt x="328399" y="53911"/>
                    <a:pt x="346970" y="51221"/>
                    <a:pt x="362850" y="51221"/>
                  </a:cubicBezTo>
                  <a:cubicBezTo>
                    <a:pt x="404295" y="51221"/>
                    <a:pt x="424486" y="68982"/>
                    <a:pt x="424486" y="101813"/>
                  </a:cubicBezTo>
                  <a:moveTo>
                    <a:pt x="122497" y="167759"/>
                  </a:moveTo>
                  <a:cubicBezTo>
                    <a:pt x="122497" y="172337"/>
                    <a:pt x="121963" y="178528"/>
                    <a:pt x="120342" y="183097"/>
                  </a:cubicBezTo>
                  <a:cubicBezTo>
                    <a:pt x="118997" y="187140"/>
                    <a:pt x="117385" y="188485"/>
                    <a:pt x="113350" y="188485"/>
                  </a:cubicBezTo>
                  <a:lnTo>
                    <a:pt x="89123" y="188485"/>
                  </a:lnTo>
                  <a:cubicBezTo>
                    <a:pt x="86433" y="188485"/>
                    <a:pt x="85088" y="186865"/>
                    <a:pt x="85088" y="184718"/>
                  </a:cubicBezTo>
                  <a:cubicBezTo>
                    <a:pt x="85088" y="184175"/>
                    <a:pt x="85088" y="183640"/>
                    <a:pt x="85356" y="183097"/>
                  </a:cubicBezTo>
                  <a:cubicBezTo>
                    <a:pt x="86433" y="179597"/>
                    <a:pt x="86968" y="177175"/>
                    <a:pt x="86968" y="173140"/>
                  </a:cubicBezTo>
                  <a:cubicBezTo>
                    <a:pt x="86968" y="133559"/>
                    <a:pt x="303" y="155646"/>
                    <a:pt x="303" y="98589"/>
                  </a:cubicBezTo>
                  <a:cubicBezTo>
                    <a:pt x="303" y="69517"/>
                    <a:pt x="23452" y="50144"/>
                    <a:pt x="59517" y="50144"/>
                  </a:cubicBezTo>
                  <a:cubicBezTo>
                    <a:pt x="78623" y="50144"/>
                    <a:pt x="98546" y="54714"/>
                    <a:pt x="115230" y="64404"/>
                  </a:cubicBezTo>
                  <a:cubicBezTo>
                    <a:pt x="117393" y="65490"/>
                    <a:pt x="118462" y="67637"/>
                    <a:pt x="118462" y="69792"/>
                  </a:cubicBezTo>
                  <a:cubicBezTo>
                    <a:pt x="118462" y="71137"/>
                    <a:pt x="118164" y="72710"/>
                    <a:pt x="117385" y="74362"/>
                  </a:cubicBezTo>
                  <a:lnTo>
                    <a:pt x="109039" y="92131"/>
                  </a:lnTo>
                  <a:cubicBezTo>
                    <a:pt x="107962" y="94553"/>
                    <a:pt x="105539" y="95899"/>
                    <a:pt x="103116" y="95899"/>
                  </a:cubicBezTo>
                  <a:cubicBezTo>
                    <a:pt x="101771" y="95899"/>
                    <a:pt x="100426" y="95623"/>
                    <a:pt x="99081" y="94821"/>
                  </a:cubicBezTo>
                  <a:cubicBezTo>
                    <a:pt x="85356" y="87286"/>
                    <a:pt x="72165" y="82708"/>
                    <a:pt x="58439" y="82708"/>
                  </a:cubicBezTo>
                  <a:cubicBezTo>
                    <a:pt x="44179" y="82708"/>
                    <a:pt x="35833" y="87923"/>
                    <a:pt x="35833" y="96166"/>
                  </a:cubicBezTo>
                  <a:cubicBezTo>
                    <a:pt x="35833" y="121368"/>
                    <a:pt x="122497" y="106659"/>
                    <a:pt x="122497" y="167759"/>
                  </a:cubicBezTo>
                  <a:moveTo>
                    <a:pt x="234191" y="149189"/>
                  </a:moveTo>
                  <a:cubicBezTo>
                    <a:pt x="234191" y="153224"/>
                    <a:pt x="232043" y="155111"/>
                    <a:pt x="227466" y="156456"/>
                  </a:cubicBezTo>
                  <a:cubicBezTo>
                    <a:pt x="221543" y="158069"/>
                    <a:pt x="216430" y="158879"/>
                    <a:pt x="209162" y="158879"/>
                  </a:cubicBezTo>
                  <a:cubicBezTo>
                    <a:pt x="191936" y="158879"/>
                    <a:pt x="175788" y="148646"/>
                    <a:pt x="175788" y="121195"/>
                  </a:cubicBezTo>
                  <a:cubicBezTo>
                    <a:pt x="175788" y="93743"/>
                    <a:pt x="191936" y="83518"/>
                    <a:pt x="209162" y="83518"/>
                  </a:cubicBezTo>
                  <a:cubicBezTo>
                    <a:pt x="216430" y="83518"/>
                    <a:pt x="221543" y="84320"/>
                    <a:pt x="227466" y="85941"/>
                  </a:cubicBezTo>
                  <a:cubicBezTo>
                    <a:pt x="232043" y="87286"/>
                    <a:pt x="234191" y="89165"/>
                    <a:pt x="234191" y="93201"/>
                  </a:cubicBezTo>
                  <a:lnTo>
                    <a:pt x="234191" y="149189"/>
                  </a:lnTo>
                  <a:close/>
                  <a:moveTo>
                    <a:pt x="262452" y="61179"/>
                  </a:moveTo>
                  <a:cubicBezTo>
                    <a:pt x="244692" y="54446"/>
                    <a:pt x="228000" y="51221"/>
                    <a:pt x="209430" y="51221"/>
                  </a:cubicBezTo>
                  <a:cubicBezTo>
                    <a:pt x="168795" y="51221"/>
                    <a:pt x="140258" y="78405"/>
                    <a:pt x="140258" y="121195"/>
                  </a:cubicBezTo>
                  <a:cubicBezTo>
                    <a:pt x="140258" y="164527"/>
                    <a:pt x="165020" y="191176"/>
                    <a:pt x="208895" y="191176"/>
                  </a:cubicBezTo>
                  <a:cubicBezTo>
                    <a:pt x="226655" y="191176"/>
                    <a:pt x="243881" y="188210"/>
                    <a:pt x="262452" y="180407"/>
                  </a:cubicBezTo>
                  <a:cubicBezTo>
                    <a:pt x="266763" y="178528"/>
                    <a:pt x="269185" y="175562"/>
                    <a:pt x="269185" y="169639"/>
                  </a:cubicBezTo>
                  <a:lnTo>
                    <a:pt x="269185" y="71940"/>
                  </a:lnTo>
                  <a:cubicBezTo>
                    <a:pt x="269185" y="65749"/>
                    <a:pt x="266763" y="62792"/>
                    <a:pt x="262452" y="61179"/>
                  </a:cubicBezTo>
                </a:path>
              </a:pathLst>
            </a:custGeom>
            <a:solidFill>
              <a:schemeClr val="tx1"/>
            </a:solidFill>
            <a:ln w="7833" cap="flat">
              <a:noFill/>
              <a:prstDash val="solid"/>
              <a:round/>
            </a:ln>
          </p:spPr>
          <p:txBody>
            <a:bodyPr rtlCol="0" anchor="ctr"/>
            <a:lstStyle/>
            <a:p>
              <a:endParaRPr lang="fr-FR" sz="2400"/>
            </a:p>
          </p:txBody>
        </p:sp>
        <p:sp>
          <p:nvSpPr>
            <p:cNvPr id="15" name="Forme libre : forme 14">
              <a:extLst>
                <a:ext uri="{FF2B5EF4-FFF2-40B4-BE49-F238E27FC236}">
                  <a16:creationId xmlns:a16="http://schemas.microsoft.com/office/drawing/2014/main" id="{57EF7850-35A6-4B4B-BC7E-9FC7583FB3C6}"/>
                </a:ext>
              </a:extLst>
            </p:cNvPr>
            <p:cNvSpPr/>
            <p:nvPr/>
          </p:nvSpPr>
          <p:spPr>
            <a:xfrm rot="-73896" flipV="1">
              <a:off x="5474877" y="-471733"/>
              <a:ext cx="37949" cy="37711"/>
            </a:xfrm>
            <a:custGeom>
              <a:avLst/>
              <a:gdLst>
                <a:gd name="connsiteX0" fmla="*/ 19483 w 37949"/>
                <a:gd name="connsiteY0" fmla="*/ 17 h 37711"/>
                <a:gd name="connsiteX1" fmla="*/ 38456 w 37949"/>
                <a:gd name="connsiteY1" fmla="*/ 18454 h 37711"/>
                <a:gd name="connsiteX2" fmla="*/ 19491 w 37949"/>
                <a:gd name="connsiteY2" fmla="*/ 37717 h 37711"/>
                <a:gd name="connsiteX3" fmla="*/ 519 w 37949"/>
                <a:gd name="connsiteY3" fmla="*/ 19272 h 37711"/>
                <a:gd name="connsiteX4" fmla="*/ 19483 w 37949"/>
                <a:gd name="connsiteY4" fmla="*/ 17 h 37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949" h="37711">
                  <a:moveTo>
                    <a:pt x="19483" y="17"/>
                  </a:moveTo>
                  <a:cubicBezTo>
                    <a:pt x="30519" y="-219"/>
                    <a:pt x="38212" y="6883"/>
                    <a:pt x="38456" y="18454"/>
                  </a:cubicBezTo>
                  <a:cubicBezTo>
                    <a:pt x="38715" y="30300"/>
                    <a:pt x="31329" y="37457"/>
                    <a:pt x="19491" y="37717"/>
                  </a:cubicBezTo>
                  <a:cubicBezTo>
                    <a:pt x="8188" y="37953"/>
                    <a:pt x="771" y="31118"/>
                    <a:pt x="519" y="19272"/>
                  </a:cubicBezTo>
                  <a:cubicBezTo>
                    <a:pt x="267" y="7701"/>
                    <a:pt x="7378" y="284"/>
                    <a:pt x="19483" y="17"/>
                  </a:cubicBezTo>
                </a:path>
              </a:pathLst>
            </a:custGeom>
            <a:solidFill>
              <a:schemeClr val="accent2"/>
            </a:solidFill>
            <a:ln w="7833" cap="flat">
              <a:noFill/>
              <a:prstDash val="solid"/>
              <a:round/>
            </a:ln>
          </p:spPr>
          <p:txBody>
            <a:bodyPr rtlCol="0" anchor="ctr"/>
            <a:lstStyle/>
            <a:p>
              <a:endParaRPr lang="fr-FR" sz="2400">
                <a:solidFill>
                  <a:schemeClr val="accent2"/>
                </a:solidFill>
              </a:endParaRPr>
            </a:p>
          </p:txBody>
        </p:sp>
        <p:sp>
          <p:nvSpPr>
            <p:cNvPr id="18" name="Forme libre : forme 17">
              <a:extLst>
                <a:ext uri="{FF2B5EF4-FFF2-40B4-BE49-F238E27FC236}">
                  <a16:creationId xmlns:a16="http://schemas.microsoft.com/office/drawing/2014/main" id="{2E436654-D7D3-4BBB-9470-2F10DA8514EE}"/>
                </a:ext>
              </a:extLst>
            </p:cNvPr>
            <p:cNvSpPr/>
            <p:nvPr/>
          </p:nvSpPr>
          <p:spPr>
            <a:xfrm rot="10725025" flipV="1">
              <a:off x="4768103" y="-317778"/>
              <a:ext cx="37406" cy="37169"/>
            </a:xfrm>
            <a:custGeom>
              <a:avLst/>
              <a:gdLst>
                <a:gd name="connsiteX0" fmla="*/ 18717 w 37406"/>
                <a:gd name="connsiteY0" fmla="*/ 130 h 37169"/>
                <a:gd name="connsiteX1" fmla="*/ 37414 w 37406"/>
                <a:gd name="connsiteY1" fmla="*/ 18300 h 37169"/>
                <a:gd name="connsiteX2" fmla="*/ 18717 w 37406"/>
                <a:gd name="connsiteY2" fmla="*/ 37288 h 37169"/>
                <a:gd name="connsiteX3" fmla="*/ 20 w 37406"/>
                <a:gd name="connsiteY3" fmla="*/ 19118 h 37169"/>
                <a:gd name="connsiteX4" fmla="*/ 18717 w 37406"/>
                <a:gd name="connsiteY4" fmla="*/ 130 h 371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406" h="37169">
                  <a:moveTo>
                    <a:pt x="18717" y="130"/>
                  </a:moveTo>
                  <a:cubicBezTo>
                    <a:pt x="29745" y="-106"/>
                    <a:pt x="37162" y="6729"/>
                    <a:pt x="37414" y="18300"/>
                  </a:cubicBezTo>
                  <a:cubicBezTo>
                    <a:pt x="37665" y="29603"/>
                    <a:pt x="30555" y="37028"/>
                    <a:pt x="18717" y="37288"/>
                  </a:cubicBezTo>
                  <a:cubicBezTo>
                    <a:pt x="7681" y="37524"/>
                    <a:pt x="264" y="30421"/>
                    <a:pt x="20" y="19118"/>
                  </a:cubicBezTo>
                  <a:cubicBezTo>
                    <a:pt x="-240" y="7547"/>
                    <a:pt x="6871" y="390"/>
                    <a:pt x="18717" y="130"/>
                  </a:cubicBezTo>
                </a:path>
              </a:pathLst>
            </a:custGeom>
            <a:solidFill>
              <a:schemeClr val="accent2"/>
            </a:solidFill>
            <a:ln w="7833" cap="flat">
              <a:noFill/>
              <a:prstDash val="solid"/>
              <a:round/>
            </a:ln>
          </p:spPr>
          <p:txBody>
            <a:bodyPr rtlCol="0" anchor="ctr"/>
            <a:lstStyle/>
            <a:p>
              <a:endParaRPr lang="fr-FR" sz="2400"/>
            </a:p>
          </p:txBody>
        </p:sp>
      </p:grpSp>
      <p:sp>
        <p:nvSpPr>
          <p:cNvPr id="17" name="Espace réservé du graphique SmartArt 11">
            <a:extLst>
              <a:ext uri="{FF2B5EF4-FFF2-40B4-BE49-F238E27FC236}">
                <a16:creationId xmlns:a16="http://schemas.microsoft.com/office/drawing/2014/main" id="{4F60E46E-0715-41F6-BEAC-C9C998D41D44}"/>
              </a:ext>
            </a:extLst>
          </p:cNvPr>
          <p:cNvSpPr>
            <a:spLocks noGrp="1" noChangeAspect="1"/>
          </p:cNvSpPr>
          <p:nvPr>
            <p:ph type="dgm" sz="quarter" idx="14"/>
          </p:nvPr>
        </p:nvSpPr>
        <p:spPr>
          <a:xfrm>
            <a:off x="9190079" y="1763753"/>
            <a:ext cx="136443" cy="135473"/>
          </a:xfrm>
          <a:custGeom>
            <a:avLst/>
            <a:gdLst>
              <a:gd name="connsiteX0" fmla="*/ 122355 w 250013"/>
              <a:gd name="connsiteY0" fmla="*/ 0 h 248243"/>
              <a:gd name="connsiteX1" fmla="*/ 250013 w 250013"/>
              <a:gd name="connsiteY1" fmla="*/ 124134 h 248243"/>
              <a:gd name="connsiteX2" fmla="*/ 127674 w 250013"/>
              <a:gd name="connsiteY2" fmla="*/ 248243 h 248243"/>
              <a:gd name="connsiteX3" fmla="*/ 1 w 250013"/>
              <a:gd name="connsiteY3" fmla="*/ 124125 h 248243"/>
              <a:gd name="connsiteX4" fmla="*/ 122355 w 250013"/>
              <a:gd name="connsiteY4" fmla="*/ 0 h 248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0013" h="248243">
                <a:moveTo>
                  <a:pt x="122355" y="0"/>
                </a:moveTo>
                <a:cubicBezTo>
                  <a:pt x="200363" y="0"/>
                  <a:pt x="250013" y="46111"/>
                  <a:pt x="250013" y="124134"/>
                </a:cubicBezTo>
                <a:cubicBezTo>
                  <a:pt x="250022" y="200379"/>
                  <a:pt x="200361" y="248234"/>
                  <a:pt x="127674" y="248243"/>
                </a:cubicBezTo>
                <a:cubicBezTo>
                  <a:pt x="47872" y="248236"/>
                  <a:pt x="-6" y="200370"/>
                  <a:pt x="1" y="124125"/>
                </a:cubicBezTo>
                <a:cubicBezTo>
                  <a:pt x="0" y="46103"/>
                  <a:pt x="47874" y="2"/>
                  <a:pt x="122355" y="0"/>
                </a:cubicBezTo>
                <a:close/>
              </a:path>
            </a:pathLst>
          </a:custGeom>
          <a:solidFill>
            <a:schemeClr val="accent2"/>
          </a:solidFill>
          <a:ln w="22225">
            <a:noFill/>
          </a:ln>
        </p:spPr>
        <p:txBody>
          <a:bodyPr wrap="square">
            <a:noAutofit/>
          </a:bodyPr>
          <a:lstStyle>
            <a:lvl1pPr>
              <a:defRPr>
                <a:noFill/>
              </a:defRPr>
            </a:lvl1pPr>
          </a:lstStyle>
          <a:p>
            <a:r>
              <a:rPr lang="en-US"/>
              <a:t>Click icon to add SmartArt graphic</a:t>
            </a:r>
            <a:endParaRPr lang="fr-FR"/>
          </a:p>
        </p:txBody>
      </p:sp>
      <p:sp>
        <p:nvSpPr>
          <p:cNvPr id="22" name="Espace réservé du graphique SmartArt 11">
            <a:extLst>
              <a:ext uri="{FF2B5EF4-FFF2-40B4-BE49-F238E27FC236}">
                <a16:creationId xmlns:a16="http://schemas.microsoft.com/office/drawing/2014/main" id="{2835F6F0-E601-40E8-8F65-7949A8AA2AF1}"/>
              </a:ext>
            </a:extLst>
          </p:cNvPr>
          <p:cNvSpPr>
            <a:spLocks noGrp="1" noChangeAspect="1"/>
          </p:cNvSpPr>
          <p:nvPr>
            <p:ph type="dgm" sz="quarter" idx="19"/>
          </p:nvPr>
        </p:nvSpPr>
        <p:spPr>
          <a:xfrm>
            <a:off x="9190079" y="5169752"/>
            <a:ext cx="136443" cy="135473"/>
          </a:xfrm>
          <a:custGeom>
            <a:avLst/>
            <a:gdLst>
              <a:gd name="connsiteX0" fmla="*/ 122355 w 250013"/>
              <a:gd name="connsiteY0" fmla="*/ 0 h 248243"/>
              <a:gd name="connsiteX1" fmla="*/ 250013 w 250013"/>
              <a:gd name="connsiteY1" fmla="*/ 124134 h 248243"/>
              <a:gd name="connsiteX2" fmla="*/ 127674 w 250013"/>
              <a:gd name="connsiteY2" fmla="*/ 248243 h 248243"/>
              <a:gd name="connsiteX3" fmla="*/ 1 w 250013"/>
              <a:gd name="connsiteY3" fmla="*/ 124125 h 248243"/>
              <a:gd name="connsiteX4" fmla="*/ 122355 w 250013"/>
              <a:gd name="connsiteY4" fmla="*/ 0 h 248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0013" h="248243">
                <a:moveTo>
                  <a:pt x="122355" y="0"/>
                </a:moveTo>
                <a:cubicBezTo>
                  <a:pt x="200363" y="0"/>
                  <a:pt x="250013" y="46111"/>
                  <a:pt x="250013" y="124134"/>
                </a:cubicBezTo>
                <a:cubicBezTo>
                  <a:pt x="250022" y="200379"/>
                  <a:pt x="200361" y="248234"/>
                  <a:pt x="127674" y="248243"/>
                </a:cubicBezTo>
                <a:cubicBezTo>
                  <a:pt x="47872" y="248236"/>
                  <a:pt x="-6" y="200370"/>
                  <a:pt x="1" y="124125"/>
                </a:cubicBezTo>
                <a:cubicBezTo>
                  <a:pt x="0" y="46103"/>
                  <a:pt x="47874" y="2"/>
                  <a:pt x="122355" y="0"/>
                </a:cubicBezTo>
                <a:close/>
              </a:path>
            </a:pathLst>
          </a:custGeom>
          <a:solidFill>
            <a:schemeClr val="accent2"/>
          </a:solidFill>
          <a:ln w="22225">
            <a:noFill/>
          </a:ln>
        </p:spPr>
        <p:txBody>
          <a:bodyPr wrap="square">
            <a:noAutofit/>
          </a:bodyPr>
          <a:lstStyle>
            <a:lvl1pPr>
              <a:defRPr>
                <a:noFill/>
              </a:defRPr>
            </a:lvl1pPr>
          </a:lstStyle>
          <a:p>
            <a:r>
              <a:rPr lang="en-US"/>
              <a:t>Click icon to add SmartArt graphic</a:t>
            </a:r>
            <a:endParaRPr lang="fr-FR"/>
          </a:p>
        </p:txBody>
      </p:sp>
      <p:sp>
        <p:nvSpPr>
          <p:cNvPr id="37" name="Espace réservé pour une image  36">
            <a:extLst>
              <a:ext uri="{FF2B5EF4-FFF2-40B4-BE49-F238E27FC236}">
                <a16:creationId xmlns:a16="http://schemas.microsoft.com/office/drawing/2014/main" id="{B393D89D-0FFD-4664-8FAD-EE45D64CF7A7}"/>
              </a:ext>
            </a:extLst>
          </p:cNvPr>
          <p:cNvSpPr>
            <a:spLocks noGrp="1"/>
          </p:cNvSpPr>
          <p:nvPr>
            <p:ph type="pic" sz="quarter" idx="17"/>
          </p:nvPr>
        </p:nvSpPr>
        <p:spPr>
          <a:xfrm>
            <a:off x="2" y="0"/>
            <a:ext cx="6374847" cy="6858000"/>
          </a:xfrm>
          <a:custGeom>
            <a:avLst/>
            <a:gdLst>
              <a:gd name="connsiteX0" fmla="*/ 0 w 4781135"/>
              <a:gd name="connsiteY0" fmla="*/ 0 h 5143500"/>
              <a:gd name="connsiteX1" fmla="*/ 3673235 w 4781135"/>
              <a:gd name="connsiteY1" fmla="*/ 0 h 5143500"/>
              <a:gd name="connsiteX2" fmla="*/ 3843349 w 4781135"/>
              <a:gd name="connsiteY2" fmla="*/ 145970 h 5143500"/>
              <a:gd name="connsiteX3" fmla="*/ 4781135 w 4781135"/>
              <a:gd name="connsiteY3" fmla="*/ 2622891 h 5143500"/>
              <a:gd name="connsiteX4" fmla="*/ 3861453 w 4781135"/>
              <a:gd name="connsiteY4" fmla="*/ 5081299 h 5143500"/>
              <a:gd name="connsiteX5" fmla="*/ 3792118 w 4781135"/>
              <a:gd name="connsiteY5" fmla="*/ 5143500 h 5143500"/>
              <a:gd name="connsiteX6" fmla="*/ 0 w 4781135"/>
              <a:gd name="connsiteY6" fmla="*/ 5143500 h 514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81135" h="5143500">
                <a:moveTo>
                  <a:pt x="0" y="0"/>
                </a:moveTo>
                <a:lnTo>
                  <a:pt x="3673235" y="0"/>
                </a:lnTo>
                <a:lnTo>
                  <a:pt x="3843349" y="145970"/>
                </a:lnTo>
                <a:cubicBezTo>
                  <a:pt x="4444478" y="723140"/>
                  <a:pt x="4781135" y="1564827"/>
                  <a:pt x="4781135" y="2622891"/>
                </a:cubicBezTo>
                <a:cubicBezTo>
                  <a:pt x="4781257" y="3656845"/>
                  <a:pt x="4444586" y="4498301"/>
                  <a:pt x="3861453" y="5081299"/>
                </a:cubicBezTo>
                <a:lnTo>
                  <a:pt x="3792118" y="5143500"/>
                </a:lnTo>
                <a:lnTo>
                  <a:pt x="0" y="5143500"/>
                </a:lnTo>
                <a:close/>
              </a:path>
            </a:pathLst>
          </a:custGeom>
        </p:spPr>
        <p:txBody>
          <a:bodyPr wrap="square">
            <a:noAutofit/>
          </a:bodyPr>
          <a:lstStyle>
            <a:lvl1pPr>
              <a:defRPr>
                <a:noFill/>
              </a:defRPr>
            </a:lvl1pPr>
          </a:lstStyle>
          <a:p>
            <a:r>
              <a:rPr lang="en-US"/>
              <a:t>Click icon to add picture</a:t>
            </a:r>
            <a:endParaRPr lang="fr-FR"/>
          </a:p>
        </p:txBody>
      </p:sp>
      <p:sp>
        <p:nvSpPr>
          <p:cNvPr id="25" name="Espace réservé du texte 5">
            <a:extLst>
              <a:ext uri="{FF2B5EF4-FFF2-40B4-BE49-F238E27FC236}">
                <a16:creationId xmlns:a16="http://schemas.microsoft.com/office/drawing/2014/main" id="{CA236998-34E3-4BB4-B42A-72EE346C3C40}"/>
              </a:ext>
            </a:extLst>
          </p:cNvPr>
          <p:cNvSpPr>
            <a:spLocks noGrp="1"/>
          </p:cNvSpPr>
          <p:nvPr>
            <p:ph type="body" sz="quarter" idx="21"/>
          </p:nvPr>
        </p:nvSpPr>
        <p:spPr>
          <a:xfrm>
            <a:off x="6783430" y="1926301"/>
            <a:ext cx="4949741" cy="1658148"/>
          </a:xfrm>
        </p:spPr>
        <p:txBody>
          <a:bodyPr anchor="b">
            <a:noAutofit/>
          </a:bodyPr>
          <a:lstStyle>
            <a:lvl1pPr algn="ctr">
              <a:lnSpc>
                <a:spcPct val="96000"/>
              </a:lnSpc>
              <a:spcAft>
                <a:spcPts val="1333"/>
              </a:spcAft>
              <a:defRPr lang="fr-FR" sz="4000" b="0" i="0" kern="1200" dirty="0" err="1" smtClean="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algn="ctr">
              <a:lnSpc>
                <a:spcPct val="100000"/>
              </a:lnSpc>
              <a:defRPr sz="2667" b="0" i="1">
                <a:solidFill>
                  <a:schemeClr val="accent2"/>
                </a:solidFill>
                <a:latin typeface="Georgia" panose="02040502050405020303" pitchFamily="18" charset="0"/>
                <a:ea typeface="Verdana" panose="020B0604030504040204" pitchFamily="34" charset="0"/>
                <a:cs typeface="Verdana" panose="020B0604030504040204" pitchFamily="34" charset="0"/>
              </a:defRPr>
            </a:lvl2pPr>
            <a:lvl3pPr algn="ctr">
              <a:lnSpc>
                <a:spcPct val="100000"/>
              </a:lnSpc>
              <a:spcBef>
                <a:spcPts val="1333"/>
              </a:spcBef>
              <a:defRPr/>
            </a:lvl3pPr>
          </a:lstStyle>
          <a:p>
            <a:pPr lvl="0"/>
            <a:r>
              <a:rPr lang="en-US"/>
              <a:t>Click to edit Master text styles</a:t>
            </a:r>
          </a:p>
        </p:txBody>
      </p:sp>
      <p:sp>
        <p:nvSpPr>
          <p:cNvPr id="26" name="Espace réservé du texte 5">
            <a:extLst>
              <a:ext uri="{FF2B5EF4-FFF2-40B4-BE49-F238E27FC236}">
                <a16:creationId xmlns:a16="http://schemas.microsoft.com/office/drawing/2014/main" id="{14179443-CD99-4560-A70A-CF3E60CA5C3E}"/>
              </a:ext>
            </a:extLst>
          </p:cNvPr>
          <p:cNvSpPr>
            <a:spLocks noGrp="1"/>
          </p:cNvSpPr>
          <p:nvPr>
            <p:ph type="body" sz="quarter" idx="22"/>
          </p:nvPr>
        </p:nvSpPr>
        <p:spPr>
          <a:xfrm>
            <a:off x="6783430" y="3758157"/>
            <a:ext cx="4949741" cy="537959"/>
          </a:xfrm>
        </p:spPr>
        <p:txBody>
          <a:bodyPr anchor="t">
            <a:noAutofit/>
          </a:bodyPr>
          <a:lstStyle>
            <a:lvl1pPr algn="ctr">
              <a:lnSpc>
                <a:spcPct val="96000"/>
              </a:lnSpc>
              <a:spcAft>
                <a:spcPts val="1333"/>
              </a:spcAft>
              <a:defRPr lang="en-US" sz="2667" b="0" i="1" kern="1200" dirty="0">
                <a:solidFill>
                  <a:schemeClr val="accent2"/>
                </a:solidFill>
                <a:latin typeface="Georgia" panose="02040502050405020303" pitchFamily="18" charset="0"/>
                <a:ea typeface="Verdana" panose="020B0604030504040204" pitchFamily="34" charset="0"/>
                <a:cs typeface="Verdana" panose="020B0604030504040204" pitchFamily="34" charset="0"/>
              </a:defRPr>
            </a:lvl1pPr>
            <a:lvl2pPr marL="371391" indent="0" algn="ctr">
              <a:lnSpc>
                <a:spcPct val="100000"/>
              </a:lnSpc>
              <a:buFont typeface="Arial" panose="020B0604020202020204" pitchFamily="34" charset="0"/>
              <a:buNone/>
              <a:defRPr sz="2667" b="0" i="1">
                <a:solidFill>
                  <a:schemeClr val="accent2"/>
                </a:solidFill>
                <a:latin typeface="Georgia" panose="02040502050405020303" pitchFamily="18" charset="0"/>
                <a:ea typeface="Verdana" panose="020B0604030504040204" pitchFamily="34" charset="0"/>
                <a:cs typeface="Verdana" panose="020B0604030504040204" pitchFamily="34" charset="0"/>
              </a:defRPr>
            </a:lvl2pPr>
            <a:lvl3pPr algn="ctr">
              <a:lnSpc>
                <a:spcPct val="100000"/>
              </a:lnSpc>
              <a:spcBef>
                <a:spcPts val="1333"/>
              </a:spcBef>
              <a:defRPr/>
            </a:lvl3pPr>
          </a:lstStyle>
          <a:p>
            <a:pPr lvl="0"/>
            <a:r>
              <a:rPr lang="en-US"/>
              <a:t>Click to edit Master text styles</a:t>
            </a:r>
          </a:p>
        </p:txBody>
      </p:sp>
      <p:sp>
        <p:nvSpPr>
          <p:cNvPr id="27" name="Espace réservé du texte 5">
            <a:extLst>
              <a:ext uri="{FF2B5EF4-FFF2-40B4-BE49-F238E27FC236}">
                <a16:creationId xmlns:a16="http://schemas.microsoft.com/office/drawing/2014/main" id="{633150E7-212E-42D8-857F-00B727BB0E60}"/>
              </a:ext>
            </a:extLst>
          </p:cNvPr>
          <p:cNvSpPr>
            <a:spLocks noGrp="1"/>
          </p:cNvSpPr>
          <p:nvPr>
            <p:ph type="body" sz="quarter" idx="23"/>
          </p:nvPr>
        </p:nvSpPr>
        <p:spPr>
          <a:xfrm>
            <a:off x="6783430" y="4320498"/>
            <a:ext cx="4949741" cy="770660"/>
          </a:xfrm>
        </p:spPr>
        <p:txBody>
          <a:bodyPr anchor="t">
            <a:noAutofit/>
          </a:bodyPr>
          <a:lstStyle>
            <a:lvl1pPr algn="ctr">
              <a:lnSpc>
                <a:spcPct val="96000"/>
              </a:lnSpc>
              <a:spcAft>
                <a:spcPts val="1333"/>
              </a:spcAft>
              <a:defRPr lang="en-US" sz="1600" b="0" i="0" kern="1200" dirty="0">
                <a:solidFill>
                  <a:schemeClr val="tx1"/>
                </a:solidFill>
                <a:latin typeface="+mj-lt"/>
                <a:ea typeface="Verdana" panose="020B0604030504040204" pitchFamily="34" charset="0"/>
                <a:cs typeface="Verdana" panose="020B0604030504040204" pitchFamily="34" charset="0"/>
              </a:defRPr>
            </a:lvl1pPr>
            <a:lvl2pPr algn="l">
              <a:lnSpc>
                <a:spcPct val="100000"/>
              </a:lnSpc>
              <a:defRPr lang="en-US" sz="1600" b="0" i="0" kern="1200" noProof="0" dirty="0" smtClean="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lgn="ctr">
              <a:lnSpc>
                <a:spcPct val="100000"/>
              </a:lnSpc>
              <a:spcBef>
                <a:spcPts val="1333"/>
              </a:spcBef>
              <a:defRPr/>
            </a:lvl3pPr>
          </a:lstStyle>
          <a:p>
            <a:pPr lvl="0"/>
            <a:r>
              <a:rPr lang="en-US"/>
              <a:t>Click to edit Master text styles</a:t>
            </a:r>
          </a:p>
        </p:txBody>
      </p:sp>
    </p:spTree>
    <p:extLst>
      <p:ext uri="{BB962C8B-B14F-4D97-AF65-F5344CB8AC3E}">
        <p14:creationId xmlns:p14="http://schemas.microsoft.com/office/powerpoint/2010/main" val="25166653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Cover Title with Image (Dark)">
    <p:bg>
      <p:bgPr>
        <a:solidFill>
          <a:schemeClr val="accent1"/>
        </a:solidFill>
        <a:effectLst/>
      </p:bgPr>
    </p:bg>
    <p:spTree>
      <p:nvGrpSpPr>
        <p:cNvPr id="1" name=""/>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B061F378-E818-498E-989A-601A8E73F31E}"/>
              </a:ext>
            </a:extLst>
          </p:cNvPr>
          <p:cNvSpPr>
            <a:spLocks noGrp="1"/>
          </p:cNvSpPr>
          <p:nvPr>
            <p:ph type="dt" sz="half" idx="20"/>
          </p:nvPr>
        </p:nvSpPr>
        <p:spPr>
          <a:xfrm>
            <a:off x="7886700" y="6046106"/>
            <a:ext cx="2743200" cy="366183"/>
          </a:xfrm>
        </p:spPr>
        <p:txBody>
          <a:bodyPr/>
          <a:lstStyle>
            <a:lvl1pPr>
              <a:defRPr>
                <a:solidFill>
                  <a:schemeClr val="bg2"/>
                </a:solidFill>
              </a:defRPr>
            </a:lvl1pPr>
          </a:lstStyle>
          <a:p>
            <a:endParaRPr lang="en-US"/>
          </a:p>
        </p:txBody>
      </p:sp>
      <p:grpSp>
        <p:nvGrpSpPr>
          <p:cNvPr id="13" name="Graphique 7">
            <a:extLst>
              <a:ext uri="{FF2B5EF4-FFF2-40B4-BE49-F238E27FC236}">
                <a16:creationId xmlns:a16="http://schemas.microsoft.com/office/drawing/2014/main" id="{9EDD880A-DFFE-4F0B-ACE0-49E81EAC5C57}"/>
              </a:ext>
            </a:extLst>
          </p:cNvPr>
          <p:cNvGrpSpPr>
            <a:grpSpLocks noChangeAspect="1"/>
          </p:cNvGrpSpPr>
          <p:nvPr userDrawn="1"/>
        </p:nvGrpSpPr>
        <p:grpSpPr>
          <a:xfrm>
            <a:off x="8690961" y="516248"/>
            <a:ext cx="1134681" cy="292121"/>
            <a:chOff x="4767702" y="-472136"/>
            <a:chExt cx="745525" cy="191931"/>
          </a:xfrm>
          <a:solidFill>
            <a:schemeClr val="bg1"/>
          </a:solidFill>
        </p:grpSpPr>
        <p:sp>
          <p:nvSpPr>
            <p:cNvPr id="14" name="Forme libre : forme 13">
              <a:extLst>
                <a:ext uri="{FF2B5EF4-FFF2-40B4-BE49-F238E27FC236}">
                  <a16:creationId xmlns:a16="http://schemas.microsoft.com/office/drawing/2014/main" id="{23232CF7-6A63-4E62-9BB3-AEC2E2985622}"/>
                </a:ext>
              </a:extLst>
            </p:cNvPr>
            <p:cNvSpPr/>
            <p:nvPr/>
          </p:nvSpPr>
          <p:spPr>
            <a:xfrm>
              <a:off x="4770087" y="-471716"/>
              <a:ext cx="740699" cy="191096"/>
            </a:xfrm>
            <a:custGeom>
              <a:avLst/>
              <a:gdLst>
                <a:gd name="connsiteX0" fmla="*/ 689325 w 740699"/>
                <a:gd name="connsiteY0" fmla="*/ 7347 h 191096"/>
                <a:gd name="connsiteX1" fmla="*/ 688790 w 740699"/>
                <a:gd name="connsiteY1" fmla="*/ 10847 h 191096"/>
                <a:gd name="connsiteX2" fmla="*/ 686092 w 740699"/>
                <a:gd name="connsiteY2" fmla="*/ 24840 h 191096"/>
                <a:gd name="connsiteX3" fmla="*/ 680980 w 740699"/>
                <a:gd name="connsiteY3" fmla="*/ 29953 h 191096"/>
                <a:gd name="connsiteX4" fmla="*/ 667797 w 740699"/>
                <a:gd name="connsiteY4" fmla="*/ 28608 h 191096"/>
                <a:gd name="connsiteX5" fmla="*/ 646528 w 740699"/>
                <a:gd name="connsiteY5" fmla="*/ 50946 h 191096"/>
                <a:gd name="connsiteX6" fmla="*/ 646528 w 740699"/>
                <a:gd name="connsiteY6" fmla="*/ 53911 h 191096"/>
                <a:gd name="connsiteX7" fmla="*/ 680712 w 740699"/>
                <a:gd name="connsiteY7" fmla="*/ 53911 h 191096"/>
                <a:gd name="connsiteX8" fmla="*/ 686092 w 740699"/>
                <a:gd name="connsiteY8" fmla="*/ 59559 h 191096"/>
                <a:gd name="connsiteX9" fmla="*/ 686092 w 740699"/>
                <a:gd name="connsiteY9" fmla="*/ 78130 h 191096"/>
                <a:gd name="connsiteX10" fmla="*/ 680712 w 740699"/>
                <a:gd name="connsiteY10" fmla="*/ 83518 h 191096"/>
                <a:gd name="connsiteX11" fmla="*/ 646528 w 740699"/>
                <a:gd name="connsiteY11" fmla="*/ 83518 h 191096"/>
                <a:gd name="connsiteX12" fmla="*/ 646528 w 740699"/>
                <a:gd name="connsiteY12" fmla="*/ 183097 h 191096"/>
                <a:gd name="connsiteX13" fmla="*/ 641148 w 740699"/>
                <a:gd name="connsiteY13" fmla="*/ 188485 h 191096"/>
                <a:gd name="connsiteX14" fmla="*/ 617197 w 740699"/>
                <a:gd name="connsiteY14" fmla="*/ 188485 h 191096"/>
                <a:gd name="connsiteX15" fmla="*/ 611809 w 740699"/>
                <a:gd name="connsiteY15" fmla="*/ 183097 h 191096"/>
                <a:gd name="connsiteX16" fmla="*/ 611809 w 740699"/>
                <a:gd name="connsiteY16" fmla="*/ 56602 h 191096"/>
                <a:gd name="connsiteX17" fmla="*/ 666987 w 740699"/>
                <a:gd name="connsiteY17" fmla="*/ 79 h 191096"/>
                <a:gd name="connsiteX18" fmla="*/ 683945 w 740699"/>
                <a:gd name="connsiteY18" fmla="*/ 1966 h 191096"/>
                <a:gd name="connsiteX19" fmla="*/ 689325 w 740699"/>
                <a:gd name="connsiteY19" fmla="*/ 7347 h 191096"/>
                <a:gd name="connsiteX20" fmla="*/ 741003 w 740699"/>
                <a:gd name="connsiteY20" fmla="*/ 59292 h 191096"/>
                <a:gd name="connsiteX21" fmla="*/ 741003 w 740699"/>
                <a:gd name="connsiteY21" fmla="*/ 183097 h 191096"/>
                <a:gd name="connsiteX22" fmla="*/ 735615 w 740699"/>
                <a:gd name="connsiteY22" fmla="*/ 188485 h 191096"/>
                <a:gd name="connsiteX23" fmla="*/ 711396 w 740699"/>
                <a:gd name="connsiteY23" fmla="*/ 188485 h 191096"/>
                <a:gd name="connsiteX24" fmla="*/ 706008 w 740699"/>
                <a:gd name="connsiteY24" fmla="*/ 183097 h 191096"/>
                <a:gd name="connsiteX25" fmla="*/ 706008 w 740699"/>
                <a:gd name="connsiteY25" fmla="*/ 59292 h 191096"/>
                <a:gd name="connsiteX26" fmla="*/ 711396 w 740699"/>
                <a:gd name="connsiteY26" fmla="*/ 53911 h 191096"/>
                <a:gd name="connsiteX27" fmla="*/ 735615 w 740699"/>
                <a:gd name="connsiteY27" fmla="*/ 53911 h 191096"/>
                <a:gd name="connsiteX28" fmla="*/ 741003 w 740699"/>
                <a:gd name="connsiteY28" fmla="*/ 59292 h 191096"/>
                <a:gd name="connsiteX29" fmla="*/ 518954 w 740699"/>
                <a:gd name="connsiteY29" fmla="*/ 158879 h 191096"/>
                <a:gd name="connsiteX30" fmla="*/ 485847 w 740699"/>
                <a:gd name="connsiteY30" fmla="*/ 121195 h 191096"/>
                <a:gd name="connsiteX31" fmla="*/ 517074 w 740699"/>
                <a:gd name="connsiteY31" fmla="*/ 83518 h 191096"/>
                <a:gd name="connsiteX32" fmla="*/ 550173 w 740699"/>
                <a:gd name="connsiteY32" fmla="*/ 121195 h 191096"/>
                <a:gd name="connsiteX33" fmla="*/ 518954 w 740699"/>
                <a:gd name="connsiteY33" fmla="*/ 158879 h 191096"/>
                <a:gd name="connsiteX34" fmla="*/ 517074 w 740699"/>
                <a:gd name="connsiteY34" fmla="*/ 51221 h 191096"/>
                <a:gd name="connsiteX35" fmla="*/ 450317 w 740699"/>
                <a:gd name="connsiteY35" fmla="*/ 121195 h 191096"/>
                <a:gd name="connsiteX36" fmla="*/ 518954 w 740699"/>
                <a:gd name="connsiteY36" fmla="*/ 191176 h 191096"/>
                <a:gd name="connsiteX37" fmla="*/ 585702 w 740699"/>
                <a:gd name="connsiteY37" fmla="*/ 121195 h 191096"/>
                <a:gd name="connsiteX38" fmla="*/ 517074 w 740699"/>
                <a:gd name="connsiteY38" fmla="*/ 51221 h 191096"/>
                <a:gd name="connsiteX39" fmla="*/ 424486 w 740699"/>
                <a:gd name="connsiteY39" fmla="*/ 101813 h 191096"/>
                <a:gd name="connsiteX40" fmla="*/ 424486 w 740699"/>
                <a:gd name="connsiteY40" fmla="*/ 183097 h 191096"/>
                <a:gd name="connsiteX41" fmla="*/ 419098 w 740699"/>
                <a:gd name="connsiteY41" fmla="*/ 188485 h 191096"/>
                <a:gd name="connsiteX42" fmla="*/ 394880 w 740699"/>
                <a:gd name="connsiteY42" fmla="*/ 188485 h 191096"/>
                <a:gd name="connsiteX43" fmla="*/ 389492 w 740699"/>
                <a:gd name="connsiteY43" fmla="*/ 183097 h 191096"/>
                <a:gd name="connsiteX44" fmla="*/ 389492 w 740699"/>
                <a:gd name="connsiteY44" fmla="*/ 106391 h 191096"/>
                <a:gd name="connsiteX45" fmla="*/ 363385 w 740699"/>
                <a:gd name="connsiteY45" fmla="*/ 83518 h 191096"/>
                <a:gd name="connsiteX46" fmla="*/ 343469 w 740699"/>
                <a:gd name="connsiteY46" fmla="*/ 85665 h 191096"/>
                <a:gd name="connsiteX47" fmla="*/ 337012 w 740699"/>
                <a:gd name="connsiteY47" fmla="*/ 92666 h 191096"/>
                <a:gd name="connsiteX48" fmla="*/ 337012 w 740699"/>
                <a:gd name="connsiteY48" fmla="*/ 183097 h 191096"/>
                <a:gd name="connsiteX49" fmla="*/ 331624 w 740699"/>
                <a:gd name="connsiteY49" fmla="*/ 188485 h 191096"/>
                <a:gd name="connsiteX50" fmla="*/ 307405 w 740699"/>
                <a:gd name="connsiteY50" fmla="*/ 188485 h 191096"/>
                <a:gd name="connsiteX51" fmla="*/ 302017 w 740699"/>
                <a:gd name="connsiteY51" fmla="*/ 183097 h 191096"/>
                <a:gd name="connsiteX52" fmla="*/ 302017 w 740699"/>
                <a:gd name="connsiteY52" fmla="*/ 71672 h 191096"/>
                <a:gd name="connsiteX53" fmla="*/ 308750 w 740699"/>
                <a:gd name="connsiteY53" fmla="*/ 60904 h 191096"/>
                <a:gd name="connsiteX54" fmla="*/ 362850 w 740699"/>
                <a:gd name="connsiteY54" fmla="*/ 51221 h 191096"/>
                <a:gd name="connsiteX55" fmla="*/ 424486 w 740699"/>
                <a:gd name="connsiteY55" fmla="*/ 101813 h 191096"/>
                <a:gd name="connsiteX56" fmla="*/ 122497 w 740699"/>
                <a:gd name="connsiteY56" fmla="*/ 167759 h 191096"/>
                <a:gd name="connsiteX57" fmla="*/ 120342 w 740699"/>
                <a:gd name="connsiteY57" fmla="*/ 183097 h 191096"/>
                <a:gd name="connsiteX58" fmla="*/ 113350 w 740699"/>
                <a:gd name="connsiteY58" fmla="*/ 188485 h 191096"/>
                <a:gd name="connsiteX59" fmla="*/ 89123 w 740699"/>
                <a:gd name="connsiteY59" fmla="*/ 188485 h 191096"/>
                <a:gd name="connsiteX60" fmla="*/ 85088 w 740699"/>
                <a:gd name="connsiteY60" fmla="*/ 184718 h 191096"/>
                <a:gd name="connsiteX61" fmla="*/ 85356 w 740699"/>
                <a:gd name="connsiteY61" fmla="*/ 183097 h 191096"/>
                <a:gd name="connsiteX62" fmla="*/ 86968 w 740699"/>
                <a:gd name="connsiteY62" fmla="*/ 173140 h 191096"/>
                <a:gd name="connsiteX63" fmla="*/ 303 w 740699"/>
                <a:gd name="connsiteY63" fmla="*/ 98589 h 191096"/>
                <a:gd name="connsiteX64" fmla="*/ 59517 w 740699"/>
                <a:gd name="connsiteY64" fmla="*/ 50144 h 191096"/>
                <a:gd name="connsiteX65" fmla="*/ 115230 w 740699"/>
                <a:gd name="connsiteY65" fmla="*/ 64404 h 191096"/>
                <a:gd name="connsiteX66" fmla="*/ 118462 w 740699"/>
                <a:gd name="connsiteY66" fmla="*/ 69792 h 191096"/>
                <a:gd name="connsiteX67" fmla="*/ 117385 w 740699"/>
                <a:gd name="connsiteY67" fmla="*/ 74362 h 191096"/>
                <a:gd name="connsiteX68" fmla="*/ 109039 w 740699"/>
                <a:gd name="connsiteY68" fmla="*/ 92131 h 191096"/>
                <a:gd name="connsiteX69" fmla="*/ 103116 w 740699"/>
                <a:gd name="connsiteY69" fmla="*/ 95899 h 191096"/>
                <a:gd name="connsiteX70" fmla="*/ 99081 w 740699"/>
                <a:gd name="connsiteY70" fmla="*/ 94821 h 191096"/>
                <a:gd name="connsiteX71" fmla="*/ 58439 w 740699"/>
                <a:gd name="connsiteY71" fmla="*/ 82708 h 191096"/>
                <a:gd name="connsiteX72" fmla="*/ 35833 w 740699"/>
                <a:gd name="connsiteY72" fmla="*/ 96166 h 191096"/>
                <a:gd name="connsiteX73" fmla="*/ 122497 w 740699"/>
                <a:gd name="connsiteY73" fmla="*/ 167759 h 191096"/>
                <a:gd name="connsiteX74" fmla="*/ 234191 w 740699"/>
                <a:gd name="connsiteY74" fmla="*/ 149189 h 191096"/>
                <a:gd name="connsiteX75" fmla="*/ 227466 w 740699"/>
                <a:gd name="connsiteY75" fmla="*/ 156456 h 191096"/>
                <a:gd name="connsiteX76" fmla="*/ 209162 w 740699"/>
                <a:gd name="connsiteY76" fmla="*/ 158879 h 191096"/>
                <a:gd name="connsiteX77" fmla="*/ 175788 w 740699"/>
                <a:gd name="connsiteY77" fmla="*/ 121195 h 191096"/>
                <a:gd name="connsiteX78" fmla="*/ 209162 w 740699"/>
                <a:gd name="connsiteY78" fmla="*/ 83518 h 191096"/>
                <a:gd name="connsiteX79" fmla="*/ 227466 w 740699"/>
                <a:gd name="connsiteY79" fmla="*/ 85941 h 191096"/>
                <a:gd name="connsiteX80" fmla="*/ 234191 w 740699"/>
                <a:gd name="connsiteY80" fmla="*/ 93201 h 191096"/>
                <a:gd name="connsiteX81" fmla="*/ 234191 w 740699"/>
                <a:gd name="connsiteY81" fmla="*/ 149189 h 191096"/>
                <a:gd name="connsiteX82" fmla="*/ 262452 w 740699"/>
                <a:gd name="connsiteY82" fmla="*/ 61179 h 191096"/>
                <a:gd name="connsiteX83" fmla="*/ 209430 w 740699"/>
                <a:gd name="connsiteY83" fmla="*/ 51221 h 191096"/>
                <a:gd name="connsiteX84" fmla="*/ 140258 w 740699"/>
                <a:gd name="connsiteY84" fmla="*/ 121195 h 191096"/>
                <a:gd name="connsiteX85" fmla="*/ 208895 w 740699"/>
                <a:gd name="connsiteY85" fmla="*/ 191176 h 191096"/>
                <a:gd name="connsiteX86" fmla="*/ 262452 w 740699"/>
                <a:gd name="connsiteY86" fmla="*/ 180407 h 191096"/>
                <a:gd name="connsiteX87" fmla="*/ 269185 w 740699"/>
                <a:gd name="connsiteY87" fmla="*/ 169639 h 191096"/>
                <a:gd name="connsiteX88" fmla="*/ 269185 w 740699"/>
                <a:gd name="connsiteY88" fmla="*/ 71940 h 191096"/>
                <a:gd name="connsiteX89" fmla="*/ 262452 w 740699"/>
                <a:gd name="connsiteY89" fmla="*/ 61179 h 191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740699" h="191096">
                  <a:moveTo>
                    <a:pt x="689325" y="7347"/>
                  </a:moveTo>
                  <a:cubicBezTo>
                    <a:pt x="689325" y="8511"/>
                    <a:pt x="689026" y="9604"/>
                    <a:pt x="688790" y="10847"/>
                  </a:cubicBezTo>
                  <a:lnTo>
                    <a:pt x="686092" y="24840"/>
                  </a:lnTo>
                  <a:cubicBezTo>
                    <a:pt x="685558" y="28073"/>
                    <a:pt x="684213" y="29953"/>
                    <a:pt x="680980" y="29953"/>
                  </a:cubicBezTo>
                  <a:cubicBezTo>
                    <a:pt x="678974" y="29953"/>
                    <a:pt x="673177" y="28608"/>
                    <a:pt x="667797" y="28608"/>
                  </a:cubicBezTo>
                  <a:cubicBezTo>
                    <a:pt x="652993" y="28608"/>
                    <a:pt x="646528" y="36143"/>
                    <a:pt x="646528" y="50946"/>
                  </a:cubicBezTo>
                  <a:lnTo>
                    <a:pt x="646528" y="53911"/>
                  </a:lnTo>
                  <a:lnTo>
                    <a:pt x="680712" y="53911"/>
                  </a:lnTo>
                  <a:cubicBezTo>
                    <a:pt x="684213" y="53911"/>
                    <a:pt x="686092" y="56059"/>
                    <a:pt x="686092" y="59559"/>
                  </a:cubicBezTo>
                  <a:lnTo>
                    <a:pt x="686092" y="78130"/>
                  </a:lnTo>
                  <a:cubicBezTo>
                    <a:pt x="686092" y="81363"/>
                    <a:pt x="684213" y="83518"/>
                    <a:pt x="680712" y="83518"/>
                  </a:cubicBezTo>
                  <a:lnTo>
                    <a:pt x="646528" y="83518"/>
                  </a:lnTo>
                  <a:lnTo>
                    <a:pt x="646528" y="183097"/>
                  </a:lnTo>
                  <a:cubicBezTo>
                    <a:pt x="646528" y="186330"/>
                    <a:pt x="644380" y="188485"/>
                    <a:pt x="641148" y="188485"/>
                  </a:cubicBezTo>
                  <a:lnTo>
                    <a:pt x="617197" y="188485"/>
                  </a:lnTo>
                  <a:cubicBezTo>
                    <a:pt x="613964" y="188485"/>
                    <a:pt x="611809" y="186330"/>
                    <a:pt x="611809" y="183097"/>
                  </a:cubicBezTo>
                  <a:lnTo>
                    <a:pt x="611809" y="56602"/>
                  </a:lnTo>
                  <a:cubicBezTo>
                    <a:pt x="611809" y="17839"/>
                    <a:pt x="633612" y="79"/>
                    <a:pt x="666987" y="79"/>
                  </a:cubicBezTo>
                  <a:cubicBezTo>
                    <a:pt x="672729" y="79"/>
                    <a:pt x="678557" y="621"/>
                    <a:pt x="683945" y="1966"/>
                  </a:cubicBezTo>
                  <a:cubicBezTo>
                    <a:pt x="687713" y="2769"/>
                    <a:pt x="689325" y="4358"/>
                    <a:pt x="689325" y="7347"/>
                  </a:cubicBezTo>
                  <a:moveTo>
                    <a:pt x="741003" y="59292"/>
                  </a:moveTo>
                  <a:lnTo>
                    <a:pt x="741003" y="183097"/>
                  </a:lnTo>
                  <a:cubicBezTo>
                    <a:pt x="741003" y="186330"/>
                    <a:pt x="738848" y="188485"/>
                    <a:pt x="735615" y="188485"/>
                  </a:cubicBezTo>
                  <a:lnTo>
                    <a:pt x="711396" y="188485"/>
                  </a:lnTo>
                  <a:cubicBezTo>
                    <a:pt x="708164" y="188485"/>
                    <a:pt x="706008" y="186330"/>
                    <a:pt x="706008" y="183097"/>
                  </a:cubicBezTo>
                  <a:lnTo>
                    <a:pt x="706008" y="59292"/>
                  </a:lnTo>
                  <a:cubicBezTo>
                    <a:pt x="706008" y="56059"/>
                    <a:pt x="708164" y="53911"/>
                    <a:pt x="711396" y="53911"/>
                  </a:cubicBezTo>
                  <a:lnTo>
                    <a:pt x="735615" y="53911"/>
                  </a:lnTo>
                  <a:cubicBezTo>
                    <a:pt x="738848" y="53911"/>
                    <a:pt x="741003" y="56059"/>
                    <a:pt x="741003" y="59292"/>
                  </a:cubicBezTo>
                  <a:moveTo>
                    <a:pt x="518954" y="158879"/>
                  </a:moveTo>
                  <a:cubicBezTo>
                    <a:pt x="499038" y="158879"/>
                    <a:pt x="485847" y="145956"/>
                    <a:pt x="485847" y="121195"/>
                  </a:cubicBezTo>
                  <a:cubicBezTo>
                    <a:pt x="485847" y="96433"/>
                    <a:pt x="499038" y="83518"/>
                    <a:pt x="517074" y="83518"/>
                  </a:cubicBezTo>
                  <a:cubicBezTo>
                    <a:pt x="536990" y="83518"/>
                    <a:pt x="550173" y="96433"/>
                    <a:pt x="550173" y="121195"/>
                  </a:cubicBezTo>
                  <a:cubicBezTo>
                    <a:pt x="550173" y="145956"/>
                    <a:pt x="536990" y="158879"/>
                    <a:pt x="518954" y="158879"/>
                  </a:cubicBezTo>
                  <a:moveTo>
                    <a:pt x="517074" y="51221"/>
                  </a:moveTo>
                  <a:cubicBezTo>
                    <a:pt x="476699" y="51221"/>
                    <a:pt x="450317" y="80553"/>
                    <a:pt x="450317" y="121195"/>
                  </a:cubicBezTo>
                  <a:cubicBezTo>
                    <a:pt x="450317" y="161837"/>
                    <a:pt x="476699" y="191176"/>
                    <a:pt x="518954" y="191176"/>
                  </a:cubicBezTo>
                  <a:cubicBezTo>
                    <a:pt x="559328" y="191176"/>
                    <a:pt x="585702" y="161837"/>
                    <a:pt x="585702" y="121195"/>
                  </a:cubicBezTo>
                  <a:cubicBezTo>
                    <a:pt x="585702" y="80553"/>
                    <a:pt x="559328" y="51221"/>
                    <a:pt x="517074" y="51221"/>
                  </a:cubicBezTo>
                  <a:moveTo>
                    <a:pt x="424486" y="101813"/>
                  </a:moveTo>
                  <a:lnTo>
                    <a:pt x="424486" y="183097"/>
                  </a:lnTo>
                  <a:cubicBezTo>
                    <a:pt x="424486" y="186330"/>
                    <a:pt x="422331" y="188485"/>
                    <a:pt x="419098" y="188485"/>
                  </a:cubicBezTo>
                  <a:lnTo>
                    <a:pt x="394880" y="188485"/>
                  </a:lnTo>
                  <a:cubicBezTo>
                    <a:pt x="391647" y="188485"/>
                    <a:pt x="389492" y="186330"/>
                    <a:pt x="389492" y="183097"/>
                  </a:cubicBezTo>
                  <a:lnTo>
                    <a:pt x="389492" y="106391"/>
                  </a:lnTo>
                  <a:cubicBezTo>
                    <a:pt x="389492" y="90243"/>
                    <a:pt x="377921" y="83518"/>
                    <a:pt x="363385" y="83518"/>
                  </a:cubicBezTo>
                  <a:cubicBezTo>
                    <a:pt x="355040" y="83518"/>
                    <a:pt x="350470" y="84053"/>
                    <a:pt x="343469" y="85665"/>
                  </a:cubicBezTo>
                  <a:cubicBezTo>
                    <a:pt x="339159" y="86743"/>
                    <a:pt x="337012" y="88631"/>
                    <a:pt x="337012" y="92666"/>
                  </a:cubicBezTo>
                  <a:lnTo>
                    <a:pt x="337012" y="183097"/>
                  </a:lnTo>
                  <a:cubicBezTo>
                    <a:pt x="337012" y="186330"/>
                    <a:pt x="334856" y="188485"/>
                    <a:pt x="331624" y="188485"/>
                  </a:cubicBezTo>
                  <a:lnTo>
                    <a:pt x="307405" y="188485"/>
                  </a:lnTo>
                  <a:cubicBezTo>
                    <a:pt x="304172" y="188485"/>
                    <a:pt x="302017" y="186330"/>
                    <a:pt x="302017" y="183097"/>
                  </a:cubicBezTo>
                  <a:lnTo>
                    <a:pt x="302017" y="71672"/>
                  </a:lnTo>
                  <a:cubicBezTo>
                    <a:pt x="302017" y="65482"/>
                    <a:pt x="304982" y="62249"/>
                    <a:pt x="308750" y="60904"/>
                  </a:cubicBezTo>
                  <a:cubicBezTo>
                    <a:pt x="328399" y="53911"/>
                    <a:pt x="346970" y="51221"/>
                    <a:pt x="362850" y="51221"/>
                  </a:cubicBezTo>
                  <a:cubicBezTo>
                    <a:pt x="404295" y="51221"/>
                    <a:pt x="424486" y="68982"/>
                    <a:pt x="424486" y="101813"/>
                  </a:cubicBezTo>
                  <a:moveTo>
                    <a:pt x="122497" y="167759"/>
                  </a:moveTo>
                  <a:cubicBezTo>
                    <a:pt x="122497" y="172337"/>
                    <a:pt x="121963" y="178528"/>
                    <a:pt x="120342" y="183097"/>
                  </a:cubicBezTo>
                  <a:cubicBezTo>
                    <a:pt x="118997" y="187140"/>
                    <a:pt x="117385" y="188485"/>
                    <a:pt x="113350" y="188485"/>
                  </a:cubicBezTo>
                  <a:lnTo>
                    <a:pt x="89123" y="188485"/>
                  </a:lnTo>
                  <a:cubicBezTo>
                    <a:pt x="86433" y="188485"/>
                    <a:pt x="85088" y="186865"/>
                    <a:pt x="85088" y="184718"/>
                  </a:cubicBezTo>
                  <a:cubicBezTo>
                    <a:pt x="85088" y="184175"/>
                    <a:pt x="85088" y="183640"/>
                    <a:pt x="85356" y="183097"/>
                  </a:cubicBezTo>
                  <a:cubicBezTo>
                    <a:pt x="86433" y="179597"/>
                    <a:pt x="86968" y="177175"/>
                    <a:pt x="86968" y="173140"/>
                  </a:cubicBezTo>
                  <a:cubicBezTo>
                    <a:pt x="86968" y="133559"/>
                    <a:pt x="303" y="155646"/>
                    <a:pt x="303" y="98589"/>
                  </a:cubicBezTo>
                  <a:cubicBezTo>
                    <a:pt x="303" y="69517"/>
                    <a:pt x="23452" y="50144"/>
                    <a:pt x="59517" y="50144"/>
                  </a:cubicBezTo>
                  <a:cubicBezTo>
                    <a:pt x="78623" y="50144"/>
                    <a:pt x="98546" y="54714"/>
                    <a:pt x="115230" y="64404"/>
                  </a:cubicBezTo>
                  <a:cubicBezTo>
                    <a:pt x="117393" y="65490"/>
                    <a:pt x="118462" y="67637"/>
                    <a:pt x="118462" y="69792"/>
                  </a:cubicBezTo>
                  <a:cubicBezTo>
                    <a:pt x="118462" y="71137"/>
                    <a:pt x="118164" y="72710"/>
                    <a:pt x="117385" y="74362"/>
                  </a:cubicBezTo>
                  <a:lnTo>
                    <a:pt x="109039" y="92131"/>
                  </a:lnTo>
                  <a:cubicBezTo>
                    <a:pt x="107962" y="94553"/>
                    <a:pt x="105539" y="95899"/>
                    <a:pt x="103116" y="95899"/>
                  </a:cubicBezTo>
                  <a:cubicBezTo>
                    <a:pt x="101771" y="95899"/>
                    <a:pt x="100426" y="95623"/>
                    <a:pt x="99081" y="94821"/>
                  </a:cubicBezTo>
                  <a:cubicBezTo>
                    <a:pt x="85356" y="87286"/>
                    <a:pt x="72165" y="82708"/>
                    <a:pt x="58439" y="82708"/>
                  </a:cubicBezTo>
                  <a:cubicBezTo>
                    <a:pt x="44179" y="82708"/>
                    <a:pt x="35833" y="87923"/>
                    <a:pt x="35833" y="96166"/>
                  </a:cubicBezTo>
                  <a:cubicBezTo>
                    <a:pt x="35833" y="121368"/>
                    <a:pt x="122497" y="106659"/>
                    <a:pt x="122497" y="167759"/>
                  </a:cubicBezTo>
                  <a:moveTo>
                    <a:pt x="234191" y="149189"/>
                  </a:moveTo>
                  <a:cubicBezTo>
                    <a:pt x="234191" y="153224"/>
                    <a:pt x="232043" y="155111"/>
                    <a:pt x="227466" y="156456"/>
                  </a:cubicBezTo>
                  <a:cubicBezTo>
                    <a:pt x="221543" y="158069"/>
                    <a:pt x="216430" y="158879"/>
                    <a:pt x="209162" y="158879"/>
                  </a:cubicBezTo>
                  <a:cubicBezTo>
                    <a:pt x="191936" y="158879"/>
                    <a:pt x="175788" y="148646"/>
                    <a:pt x="175788" y="121195"/>
                  </a:cubicBezTo>
                  <a:cubicBezTo>
                    <a:pt x="175788" y="93743"/>
                    <a:pt x="191936" y="83518"/>
                    <a:pt x="209162" y="83518"/>
                  </a:cubicBezTo>
                  <a:cubicBezTo>
                    <a:pt x="216430" y="83518"/>
                    <a:pt x="221543" y="84320"/>
                    <a:pt x="227466" y="85941"/>
                  </a:cubicBezTo>
                  <a:cubicBezTo>
                    <a:pt x="232043" y="87286"/>
                    <a:pt x="234191" y="89165"/>
                    <a:pt x="234191" y="93201"/>
                  </a:cubicBezTo>
                  <a:lnTo>
                    <a:pt x="234191" y="149189"/>
                  </a:lnTo>
                  <a:close/>
                  <a:moveTo>
                    <a:pt x="262452" y="61179"/>
                  </a:moveTo>
                  <a:cubicBezTo>
                    <a:pt x="244692" y="54446"/>
                    <a:pt x="228000" y="51221"/>
                    <a:pt x="209430" y="51221"/>
                  </a:cubicBezTo>
                  <a:cubicBezTo>
                    <a:pt x="168795" y="51221"/>
                    <a:pt x="140258" y="78405"/>
                    <a:pt x="140258" y="121195"/>
                  </a:cubicBezTo>
                  <a:cubicBezTo>
                    <a:pt x="140258" y="164527"/>
                    <a:pt x="165020" y="191176"/>
                    <a:pt x="208895" y="191176"/>
                  </a:cubicBezTo>
                  <a:cubicBezTo>
                    <a:pt x="226655" y="191176"/>
                    <a:pt x="243881" y="188210"/>
                    <a:pt x="262452" y="180407"/>
                  </a:cubicBezTo>
                  <a:cubicBezTo>
                    <a:pt x="266763" y="178528"/>
                    <a:pt x="269185" y="175562"/>
                    <a:pt x="269185" y="169639"/>
                  </a:cubicBezTo>
                  <a:lnTo>
                    <a:pt x="269185" y="71940"/>
                  </a:lnTo>
                  <a:cubicBezTo>
                    <a:pt x="269185" y="65749"/>
                    <a:pt x="266763" y="62792"/>
                    <a:pt x="262452" y="61179"/>
                  </a:cubicBezTo>
                </a:path>
              </a:pathLst>
            </a:custGeom>
            <a:grpFill/>
            <a:ln w="7833" cap="flat">
              <a:noFill/>
              <a:prstDash val="solid"/>
              <a:round/>
            </a:ln>
          </p:spPr>
          <p:txBody>
            <a:bodyPr rtlCol="0" anchor="ctr"/>
            <a:lstStyle/>
            <a:p>
              <a:endParaRPr lang="en-US" sz="2400" noProof="0"/>
            </a:p>
          </p:txBody>
        </p:sp>
        <p:sp>
          <p:nvSpPr>
            <p:cNvPr id="15" name="Forme libre : forme 14">
              <a:extLst>
                <a:ext uri="{FF2B5EF4-FFF2-40B4-BE49-F238E27FC236}">
                  <a16:creationId xmlns:a16="http://schemas.microsoft.com/office/drawing/2014/main" id="{57EF7850-35A6-4B4B-BC7E-9FC7583FB3C6}"/>
                </a:ext>
              </a:extLst>
            </p:cNvPr>
            <p:cNvSpPr/>
            <p:nvPr/>
          </p:nvSpPr>
          <p:spPr>
            <a:xfrm rot="-73896" flipV="1">
              <a:off x="5474877" y="-471733"/>
              <a:ext cx="37949" cy="37711"/>
            </a:xfrm>
            <a:custGeom>
              <a:avLst/>
              <a:gdLst>
                <a:gd name="connsiteX0" fmla="*/ 19483 w 37949"/>
                <a:gd name="connsiteY0" fmla="*/ 17 h 37711"/>
                <a:gd name="connsiteX1" fmla="*/ 38456 w 37949"/>
                <a:gd name="connsiteY1" fmla="*/ 18454 h 37711"/>
                <a:gd name="connsiteX2" fmla="*/ 19491 w 37949"/>
                <a:gd name="connsiteY2" fmla="*/ 37717 h 37711"/>
                <a:gd name="connsiteX3" fmla="*/ 519 w 37949"/>
                <a:gd name="connsiteY3" fmla="*/ 19272 h 37711"/>
                <a:gd name="connsiteX4" fmla="*/ 19483 w 37949"/>
                <a:gd name="connsiteY4" fmla="*/ 17 h 37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949" h="37711">
                  <a:moveTo>
                    <a:pt x="19483" y="17"/>
                  </a:moveTo>
                  <a:cubicBezTo>
                    <a:pt x="30519" y="-219"/>
                    <a:pt x="38212" y="6883"/>
                    <a:pt x="38456" y="18454"/>
                  </a:cubicBezTo>
                  <a:cubicBezTo>
                    <a:pt x="38715" y="30300"/>
                    <a:pt x="31329" y="37457"/>
                    <a:pt x="19491" y="37717"/>
                  </a:cubicBezTo>
                  <a:cubicBezTo>
                    <a:pt x="8188" y="37953"/>
                    <a:pt x="771" y="31118"/>
                    <a:pt x="519" y="19272"/>
                  </a:cubicBezTo>
                  <a:cubicBezTo>
                    <a:pt x="267" y="7701"/>
                    <a:pt x="7378" y="284"/>
                    <a:pt x="19483" y="17"/>
                  </a:cubicBezTo>
                </a:path>
              </a:pathLst>
            </a:custGeom>
            <a:grpFill/>
            <a:ln w="7833" cap="flat">
              <a:noFill/>
              <a:prstDash val="solid"/>
              <a:round/>
            </a:ln>
          </p:spPr>
          <p:txBody>
            <a:bodyPr rtlCol="0" anchor="ctr"/>
            <a:lstStyle/>
            <a:p>
              <a:endParaRPr lang="en-US" sz="2400" noProof="0">
                <a:solidFill>
                  <a:schemeClr val="accent2"/>
                </a:solidFill>
              </a:endParaRPr>
            </a:p>
          </p:txBody>
        </p:sp>
        <p:sp>
          <p:nvSpPr>
            <p:cNvPr id="18" name="Forme libre : forme 17">
              <a:extLst>
                <a:ext uri="{FF2B5EF4-FFF2-40B4-BE49-F238E27FC236}">
                  <a16:creationId xmlns:a16="http://schemas.microsoft.com/office/drawing/2014/main" id="{2E436654-D7D3-4BBB-9470-2F10DA8514EE}"/>
                </a:ext>
              </a:extLst>
            </p:cNvPr>
            <p:cNvSpPr/>
            <p:nvPr/>
          </p:nvSpPr>
          <p:spPr>
            <a:xfrm rot="10725025" flipV="1">
              <a:off x="4768103" y="-317778"/>
              <a:ext cx="37406" cy="37169"/>
            </a:xfrm>
            <a:custGeom>
              <a:avLst/>
              <a:gdLst>
                <a:gd name="connsiteX0" fmla="*/ 18717 w 37406"/>
                <a:gd name="connsiteY0" fmla="*/ 130 h 37169"/>
                <a:gd name="connsiteX1" fmla="*/ 37414 w 37406"/>
                <a:gd name="connsiteY1" fmla="*/ 18300 h 37169"/>
                <a:gd name="connsiteX2" fmla="*/ 18717 w 37406"/>
                <a:gd name="connsiteY2" fmla="*/ 37288 h 37169"/>
                <a:gd name="connsiteX3" fmla="*/ 20 w 37406"/>
                <a:gd name="connsiteY3" fmla="*/ 19118 h 37169"/>
                <a:gd name="connsiteX4" fmla="*/ 18717 w 37406"/>
                <a:gd name="connsiteY4" fmla="*/ 130 h 371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406" h="37169">
                  <a:moveTo>
                    <a:pt x="18717" y="130"/>
                  </a:moveTo>
                  <a:cubicBezTo>
                    <a:pt x="29745" y="-106"/>
                    <a:pt x="37162" y="6729"/>
                    <a:pt x="37414" y="18300"/>
                  </a:cubicBezTo>
                  <a:cubicBezTo>
                    <a:pt x="37665" y="29603"/>
                    <a:pt x="30555" y="37028"/>
                    <a:pt x="18717" y="37288"/>
                  </a:cubicBezTo>
                  <a:cubicBezTo>
                    <a:pt x="7681" y="37524"/>
                    <a:pt x="264" y="30421"/>
                    <a:pt x="20" y="19118"/>
                  </a:cubicBezTo>
                  <a:cubicBezTo>
                    <a:pt x="-240" y="7547"/>
                    <a:pt x="6871" y="390"/>
                    <a:pt x="18717" y="130"/>
                  </a:cubicBezTo>
                </a:path>
              </a:pathLst>
            </a:custGeom>
            <a:grpFill/>
            <a:ln w="7833" cap="flat">
              <a:noFill/>
              <a:prstDash val="solid"/>
              <a:round/>
            </a:ln>
          </p:spPr>
          <p:txBody>
            <a:bodyPr rtlCol="0" anchor="ctr"/>
            <a:lstStyle/>
            <a:p>
              <a:endParaRPr lang="en-US" sz="2400" noProof="0"/>
            </a:p>
          </p:txBody>
        </p:sp>
      </p:grpSp>
      <p:sp>
        <p:nvSpPr>
          <p:cNvPr id="37" name="Espace réservé pour une image  36">
            <a:extLst>
              <a:ext uri="{FF2B5EF4-FFF2-40B4-BE49-F238E27FC236}">
                <a16:creationId xmlns:a16="http://schemas.microsoft.com/office/drawing/2014/main" id="{B393D89D-0FFD-4664-8FAD-EE45D64CF7A7}"/>
              </a:ext>
            </a:extLst>
          </p:cNvPr>
          <p:cNvSpPr>
            <a:spLocks noGrp="1"/>
          </p:cNvSpPr>
          <p:nvPr>
            <p:ph type="pic" sz="quarter" idx="17"/>
          </p:nvPr>
        </p:nvSpPr>
        <p:spPr>
          <a:xfrm>
            <a:off x="2" y="0"/>
            <a:ext cx="6374847" cy="6858000"/>
          </a:xfrm>
          <a:custGeom>
            <a:avLst/>
            <a:gdLst>
              <a:gd name="connsiteX0" fmla="*/ 0 w 4781135"/>
              <a:gd name="connsiteY0" fmla="*/ 0 h 5143500"/>
              <a:gd name="connsiteX1" fmla="*/ 3673235 w 4781135"/>
              <a:gd name="connsiteY1" fmla="*/ 0 h 5143500"/>
              <a:gd name="connsiteX2" fmla="*/ 3843349 w 4781135"/>
              <a:gd name="connsiteY2" fmla="*/ 145970 h 5143500"/>
              <a:gd name="connsiteX3" fmla="*/ 4781135 w 4781135"/>
              <a:gd name="connsiteY3" fmla="*/ 2622891 h 5143500"/>
              <a:gd name="connsiteX4" fmla="*/ 3861453 w 4781135"/>
              <a:gd name="connsiteY4" fmla="*/ 5081299 h 5143500"/>
              <a:gd name="connsiteX5" fmla="*/ 3792118 w 4781135"/>
              <a:gd name="connsiteY5" fmla="*/ 5143500 h 5143500"/>
              <a:gd name="connsiteX6" fmla="*/ 0 w 4781135"/>
              <a:gd name="connsiteY6" fmla="*/ 5143500 h 514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81135" h="5143500">
                <a:moveTo>
                  <a:pt x="0" y="0"/>
                </a:moveTo>
                <a:lnTo>
                  <a:pt x="3673235" y="0"/>
                </a:lnTo>
                <a:lnTo>
                  <a:pt x="3843349" y="145970"/>
                </a:lnTo>
                <a:cubicBezTo>
                  <a:pt x="4444478" y="723140"/>
                  <a:pt x="4781135" y="1564827"/>
                  <a:pt x="4781135" y="2622891"/>
                </a:cubicBezTo>
                <a:cubicBezTo>
                  <a:pt x="4781257" y="3656845"/>
                  <a:pt x="4444586" y="4498301"/>
                  <a:pt x="3861453" y="5081299"/>
                </a:cubicBezTo>
                <a:lnTo>
                  <a:pt x="3792118" y="5143500"/>
                </a:lnTo>
                <a:lnTo>
                  <a:pt x="0" y="5143500"/>
                </a:lnTo>
                <a:close/>
              </a:path>
            </a:pathLst>
          </a:custGeom>
        </p:spPr>
        <p:txBody>
          <a:bodyPr wrap="square">
            <a:noAutofit/>
          </a:bodyPr>
          <a:lstStyle>
            <a:lvl1pPr>
              <a:defRPr>
                <a:noFill/>
              </a:defRPr>
            </a:lvl1pPr>
          </a:lstStyle>
          <a:p>
            <a:r>
              <a:rPr lang="en-US" noProof="0"/>
              <a:t>Click icon to add picture</a:t>
            </a:r>
          </a:p>
        </p:txBody>
      </p:sp>
      <p:sp>
        <p:nvSpPr>
          <p:cNvPr id="11" name="Espace réservé du graphique SmartArt 11">
            <a:extLst>
              <a:ext uri="{FF2B5EF4-FFF2-40B4-BE49-F238E27FC236}">
                <a16:creationId xmlns:a16="http://schemas.microsoft.com/office/drawing/2014/main" id="{540F3744-EAB0-48D1-B7AE-720C8628C071}"/>
              </a:ext>
            </a:extLst>
          </p:cNvPr>
          <p:cNvSpPr>
            <a:spLocks noGrp="1" noChangeAspect="1"/>
          </p:cNvSpPr>
          <p:nvPr>
            <p:ph type="dgm" sz="quarter" idx="14"/>
          </p:nvPr>
        </p:nvSpPr>
        <p:spPr>
          <a:xfrm>
            <a:off x="9190079" y="1763753"/>
            <a:ext cx="136443" cy="135473"/>
          </a:xfrm>
          <a:custGeom>
            <a:avLst/>
            <a:gdLst>
              <a:gd name="connsiteX0" fmla="*/ 122355 w 250013"/>
              <a:gd name="connsiteY0" fmla="*/ 0 h 248243"/>
              <a:gd name="connsiteX1" fmla="*/ 250013 w 250013"/>
              <a:gd name="connsiteY1" fmla="*/ 124134 h 248243"/>
              <a:gd name="connsiteX2" fmla="*/ 127674 w 250013"/>
              <a:gd name="connsiteY2" fmla="*/ 248243 h 248243"/>
              <a:gd name="connsiteX3" fmla="*/ 1 w 250013"/>
              <a:gd name="connsiteY3" fmla="*/ 124125 h 248243"/>
              <a:gd name="connsiteX4" fmla="*/ 122355 w 250013"/>
              <a:gd name="connsiteY4" fmla="*/ 0 h 248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0013" h="248243">
                <a:moveTo>
                  <a:pt x="122355" y="0"/>
                </a:moveTo>
                <a:cubicBezTo>
                  <a:pt x="200363" y="0"/>
                  <a:pt x="250013" y="46111"/>
                  <a:pt x="250013" y="124134"/>
                </a:cubicBezTo>
                <a:cubicBezTo>
                  <a:pt x="250022" y="200379"/>
                  <a:pt x="200361" y="248234"/>
                  <a:pt x="127674" y="248243"/>
                </a:cubicBezTo>
                <a:cubicBezTo>
                  <a:pt x="47872" y="248236"/>
                  <a:pt x="-6" y="200370"/>
                  <a:pt x="1" y="124125"/>
                </a:cubicBezTo>
                <a:cubicBezTo>
                  <a:pt x="0" y="46103"/>
                  <a:pt x="47874" y="2"/>
                  <a:pt x="122355" y="0"/>
                </a:cubicBezTo>
                <a:close/>
              </a:path>
            </a:pathLst>
          </a:custGeom>
          <a:solidFill>
            <a:schemeClr val="bg1"/>
          </a:solidFill>
          <a:ln w="22225">
            <a:noFill/>
          </a:ln>
        </p:spPr>
        <p:txBody>
          <a:bodyPr wrap="square">
            <a:noAutofit/>
          </a:bodyPr>
          <a:lstStyle>
            <a:lvl1pPr>
              <a:defRPr>
                <a:noFill/>
              </a:defRPr>
            </a:lvl1pPr>
          </a:lstStyle>
          <a:p>
            <a:r>
              <a:rPr lang="en-US" noProof="0"/>
              <a:t>Click icon to add SmartArt graphic</a:t>
            </a:r>
          </a:p>
        </p:txBody>
      </p:sp>
      <p:sp>
        <p:nvSpPr>
          <p:cNvPr id="16" name="Espace réservé du graphique SmartArt 11">
            <a:extLst>
              <a:ext uri="{FF2B5EF4-FFF2-40B4-BE49-F238E27FC236}">
                <a16:creationId xmlns:a16="http://schemas.microsoft.com/office/drawing/2014/main" id="{E04644FF-725F-4770-81BC-F016774228AE}"/>
              </a:ext>
            </a:extLst>
          </p:cNvPr>
          <p:cNvSpPr>
            <a:spLocks noGrp="1" noChangeAspect="1"/>
          </p:cNvSpPr>
          <p:nvPr>
            <p:ph type="dgm" sz="quarter" idx="19"/>
          </p:nvPr>
        </p:nvSpPr>
        <p:spPr>
          <a:xfrm>
            <a:off x="9190079" y="5169752"/>
            <a:ext cx="136443" cy="135473"/>
          </a:xfrm>
          <a:custGeom>
            <a:avLst/>
            <a:gdLst>
              <a:gd name="connsiteX0" fmla="*/ 122355 w 250013"/>
              <a:gd name="connsiteY0" fmla="*/ 0 h 248243"/>
              <a:gd name="connsiteX1" fmla="*/ 250013 w 250013"/>
              <a:gd name="connsiteY1" fmla="*/ 124134 h 248243"/>
              <a:gd name="connsiteX2" fmla="*/ 127674 w 250013"/>
              <a:gd name="connsiteY2" fmla="*/ 248243 h 248243"/>
              <a:gd name="connsiteX3" fmla="*/ 1 w 250013"/>
              <a:gd name="connsiteY3" fmla="*/ 124125 h 248243"/>
              <a:gd name="connsiteX4" fmla="*/ 122355 w 250013"/>
              <a:gd name="connsiteY4" fmla="*/ 0 h 248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0013" h="248243">
                <a:moveTo>
                  <a:pt x="122355" y="0"/>
                </a:moveTo>
                <a:cubicBezTo>
                  <a:pt x="200363" y="0"/>
                  <a:pt x="250013" y="46111"/>
                  <a:pt x="250013" y="124134"/>
                </a:cubicBezTo>
                <a:cubicBezTo>
                  <a:pt x="250022" y="200379"/>
                  <a:pt x="200361" y="248234"/>
                  <a:pt x="127674" y="248243"/>
                </a:cubicBezTo>
                <a:cubicBezTo>
                  <a:pt x="47872" y="248236"/>
                  <a:pt x="-6" y="200370"/>
                  <a:pt x="1" y="124125"/>
                </a:cubicBezTo>
                <a:cubicBezTo>
                  <a:pt x="0" y="46103"/>
                  <a:pt x="47874" y="2"/>
                  <a:pt x="122355" y="0"/>
                </a:cubicBezTo>
                <a:close/>
              </a:path>
            </a:pathLst>
          </a:custGeom>
          <a:solidFill>
            <a:schemeClr val="bg1"/>
          </a:solidFill>
          <a:ln w="22225">
            <a:noFill/>
          </a:ln>
        </p:spPr>
        <p:txBody>
          <a:bodyPr wrap="square">
            <a:noAutofit/>
          </a:bodyPr>
          <a:lstStyle>
            <a:lvl1pPr>
              <a:defRPr>
                <a:noFill/>
              </a:defRPr>
            </a:lvl1pPr>
          </a:lstStyle>
          <a:p>
            <a:r>
              <a:rPr lang="en-US" noProof="0"/>
              <a:t>Click icon to add SmartArt graphic</a:t>
            </a:r>
          </a:p>
        </p:txBody>
      </p:sp>
      <p:sp>
        <p:nvSpPr>
          <p:cNvPr id="21" name="Espace réservé du texte 5">
            <a:extLst>
              <a:ext uri="{FF2B5EF4-FFF2-40B4-BE49-F238E27FC236}">
                <a16:creationId xmlns:a16="http://schemas.microsoft.com/office/drawing/2014/main" id="{008D4AEF-2960-4B86-98AA-A0ABA6675BC8}"/>
              </a:ext>
            </a:extLst>
          </p:cNvPr>
          <p:cNvSpPr>
            <a:spLocks noGrp="1"/>
          </p:cNvSpPr>
          <p:nvPr>
            <p:ph type="body" sz="quarter" idx="21"/>
          </p:nvPr>
        </p:nvSpPr>
        <p:spPr>
          <a:xfrm>
            <a:off x="6783430" y="1926301"/>
            <a:ext cx="4949741" cy="1658148"/>
          </a:xfrm>
        </p:spPr>
        <p:txBody>
          <a:bodyPr anchor="b">
            <a:noAutofit/>
          </a:bodyPr>
          <a:lstStyle>
            <a:lvl1pPr algn="ctr">
              <a:lnSpc>
                <a:spcPct val="96000"/>
              </a:lnSpc>
              <a:spcAft>
                <a:spcPts val="1333"/>
              </a:spcAft>
              <a:defRPr lang="fr-FR" sz="4000" b="0" i="0" kern="1200" dirty="0" err="1" smtClean="0">
                <a:solidFill>
                  <a:schemeClr val="bg2"/>
                </a:solidFill>
                <a:latin typeface="Verdana" panose="020B0604030504040204" pitchFamily="34" charset="0"/>
                <a:ea typeface="Verdana" panose="020B0604030504040204" pitchFamily="34" charset="0"/>
                <a:cs typeface="Verdana" panose="020B0604030504040204" pitchFamily="34" charset="0"/>
              </a:defRPr>
            </a:lvl1pPr>
            <a:lvl2pPr algn="ctr">
              <a:lnSpc>
                <a:spcPct val="100000"/>
              </a:lnSpc>
              <a:defRPr sz="2667" b="0" i="1">
                <a:solidFill>
                  <a:schemeClr val="accent2"/>
                </a:solidFill>
                <a:latin typeface="Georgia" panose="02040502050405020303" pitchFamily="18" charset="0"/>
                <a:ea typeface="Verdana" panose="020B0604030504040204" pitchFamily="34" charset="0"/>
                <a:cs typeface="Verdana" panose="020B0604030504040204" pitchFamily="34" charset="0"/>
              </a:defRPr>
            </a:lvl2pPr>
            <a:lvl3pPr algn="ctr">
              <a:lnSpc>
                <a:spcPct val="100000"/>
              </a:lnSpc>
              <a:spcBef>
                <a:spcPts val="1333"/>
              </a:spcBef>
              <a:defRPr/>
            </a:lvl3pPr>
          </a:lstStyle>
          <a:p>
            <a:pPr lvl="0"/>
            <a:r>
              <a:rPr lang="en-US"/>
              <a:t>Click to edit Master text styles</a:t>
            </a:r>
          </a:p>
        </p:txBody>
      </p:sp>
      <p:sp>
        <p:nvSpPr>
          <p:cNvPr id="22" name="Espace réservé du texte 5">
            <a:extLst>
              <a:ext uri="{FF2B5EF4-FFF2-40B4-BE49-F238E27FC236}">
                <a16:creationId xmlns:a16="http://schemas.microsoft.com/office/drawing/2014/main" id="{C4763866-3F61-4A13-9CE8-9A542B41F4FC}"/>
              </a:ext>
            </a:extLst>
          </p:cNvPr>
          <p:cNvSpPr>
            <a:spLocks noGrp="1"/>
          </p:cNvSpPr>
          <p:nvPr>
            <p:ph type="body" sz="quarter" idx="22"/>
          </p:nvPr>
        </p:nvSpPr>
        <p:spPr>
          <a:xfrm>
            <a:off x="6783430" y="3758157"/>
            <a:ext cx="4949741" cy="537959"/>
          </a:xfrm>
        </p:spPr>
        <p:txBody>
          <a:bodyPr anchor="t">
            <a:noAutofit/>
          </a:bodyPr>
          <a:lstStyle>
            <a:lvl1pPr algn="ctr">
              <a:lnSpc>
                <a:spcPct val="96000"/>
              </a:lnSpc>
              <a:spcAft>
                <a:spcPts val="1333"/>
              </a:spcAft>
              <a:defRPr lang="en-US" sz="2667" b="0" i="1" kern="1200" dirty="0">
                <a:solidFill>
                  <a:schemeClr val="bg2"/>
                </a:solidFill>
                <a:latin typeface="Georgia" panose="02040502050405020303" pitchFamily="18" charset="0"/>
                <a:ea typeface="Verdana" panose="020B0604030504040204" pitchFamily="34" charset="0"/>
                <a:cs typeface="Verdana" panose="020B0604030504040204" pitchFamily="34" charset="0"/>
              </a:defRPr>
            </a:lvl1pPr>
            <a:lvl2pPr marL="371391" indent="0" algn="ctr">
              <a:lnSpc>
                <a:spcPct val="100000"/>
              </a:lnSpc>
              <a:buFont typeface="Arial" panose="020B0604020202020204" pitchFamily="34" charset="0"/>
              <a:buNone/>
              <a:defRPr sz="2667" b="0" i="1">
                <a:solidFill>
                  <a:schemeClr val="bg1"/>
                </a:solidFill>
                <a:latin typeface="Georgia" panose="02040502050405020303" pitchFamily="18" charset="0"/>
                <a:ea typeface="Verdana" panose="020B0604030504040204" pitchFamily="34" charset="0"/>
                <a:cs typeface="Verdana" panose="020B0604030504040204" pitchFamily="34" charset="0"/>
              </a:defRPr>
            </a:lvl2pPr>
            <a:lvl3pPr algn="ctr">
              <a:lnSpc>
                <a:spcPct val="100000"/>
              </a:lnSpc>
              <a:spcBef>
                <a:spcPts val="1333"/>
              </a:spcBef>
              <a:defRPr/>
            </a:lvl3pPr>
          </a:lstStyle>
          <a:p>
            <a:pPr lvl="0"/>
            <a:r>
              <a:rPr lang="en-US"/>
              <a:t>Click to edit Master text styles</a:t>
            </a:r>
          </a:p>
        </p:txBody>
      </p:sp>
      <p:sp>
        <p:nvSpPr>
          <p:cNvPr id="23" name="Espace réservé du texte 5">
            <a:extLst>
              <a:ext uri="{FF2B5EF4-FFF2-40B4-BE49-F238E27FC236}">
                <a16:creationId xmlns:a16="http://schemas.microsoft.com/office/drawing/2014/main" id="{7A2D6EFB-94B5-487C-A9CF-03E9B187D679}"/>
              </a:ext>
            </a:extLst>
          </p:cNvPr>
          <p:cNvSpPr>
            <a:spLocks noGrp="1"/>
          </p:cNvSpPr>
          <p:nvPr>
            <p:ph type="body" sz="quarter" idx="23"/>
          </p:nvPr>
        </p:nvSpPr>
        <p:spPr>
          <a:xfrm>
            <a:off x="6783430" y="4320498"/>
            <a:ext cx="4949741" cy="770660"/>
          </a:xfrm>
        </p:spPr>
        <p:txBody>
          <a:bodyPr anchor="t">
            <a:noAutofit/>
          </a:bodyPr>
          <a:lstStyle>
            <a:lvl1pPr algn="ctr">
              <a:lnSpc>
                <a:spcPct val="96000"/>
              </a:lnSpc>
              <a:spcAft>
                <a:spcPts val="1333"/>
              </a:spcAft>
              <a:defRPr lang="en-US" sz="1600" b="0" i="0" kern="1200" dirty="0">
                <a:solidFill>
                  <a:schemeClr val="bg2"/>
                </a:solidFill>
                <a:latin typeface="+mj-lt"/>
                <a:ea typeface="Verdana" panose="020B0604030504040204" pitchFamily="34" charset="0"/>
                <a:cs typeface="Verdana" panose="020B0604030504040204" pitchFamily="34" charset="0"/>
              </a:defRPr>
            </a:lvl1pPr>
            <a:lvl2pPr algn="l">
              <a:lnSpc>
                <a:spcPct val="100000"/>
              </a:lnSpc>
              <a:defRPr lang="en-US" sz="1600" b="0" i="0" kern="1200" noProof="0" dirty="0" smtClean="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lgn="ctr">
              <a:lnSpc>
                <a:spcPct val="100000"/>
              </a:lnSpc>
              <a:spcBef>
                <a:spcPts val="1333"/>
              </a:spcBef>
              <a:defRPr/>
            </a:lvl3pPr>
          </a:lstStyle>
          <a:p>
            <a:pPr lvl="0"/>
            <a:r>
              <a:rPr lang="en-US"/>
              <a:t>Click to edit Master text styles</a:t>
            </a:r>
          </a:p>
        </p:txBody>
      </p:sp>
    </p:spTree>
    <p:extLst>
      <p:ext uri="{BB962C8B-B14F-4D97-AF65-F5344CB8AC3E}">
        <p14:creationId xmlns:p14="http://schemas.microsoft.com/office/powerpoint/2010/main" val="4248190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 of Contents with Visual">
    <p:bg>
      <p:bgPr>
        <a:solidFill>
          <a:srgbClr val="F5F3F8"/>
        </a:solidFill>
        <a:effectLst/>
      </p:bgPr>
    </p:bg>
    <p:spTree>
      <p:nvGrpSpPr>
        <p:cNvPr id="1" name=""/>
        <p:cNvGrpSpPr/>
        <p:nvPr/>
      </p:nvGrpSpPr>
      <p:grpSpPr>
        <a:xfrm>
          <a:off x="0" y="0"/>
          <a:ext cx="0" cy="0"/>
          <a:chOff x="0" y="0"/>
          <a:chExt cx="0" cy="0"/>
        </a:xfrm>
      </p:grpSpPr>
      <p:sp>
        <p:nvSpPr>
          <p:cNvPr id="16" name="Espace réservé pour une image  15">
            <a:extLst>
              <a:ext uri="{FF2B5EF4-FFF2-40B4-BE49-F238E27FC236}">
                <a16:creationId xmlns:a16="http://schemas.microsoft.com/office/drawing/2014/main" id="{AE9FBA9E-4B66-4D19-A4F1-FA106CF94360}"/>
              </a:ext>
            </a:extLst>
          </p:cNvPr>
          <p:cNvSpPr>
            <a:spLocks noGrp="1"/>
          </p:cNvSpPr>
          <p:nvPr>
            <p:ph type="pic" sz="quarter" idx="17"/>
          </p:nvPr>
        </p:nvSpPr>
        <p:spPr>
          <a:xfrm>
            <a:off x="5403703" y="710399"/>
            <a:ext cx="6342328" cy="5510591"/>
          </a:xfrm>
        </p:spPr>
        <p:txBody>
          <a:bodyPr>
            <a:noAutofit/>
          </a:bodyPr>
          <a:lstStyle>
            <a:lvl1pPr>
              <a:defRPr>
                <a:noFill/>
              </a:defRPr>
            </a:lvl1pPr>
          </a:lstStyle>
          <a:p>
            <a:r>
              <a:rPr lang="en-US"/>
              <a:t>Click icon to add picture</a:t>
            </a:r>
            <a:endParaRPr lang="fr-FR" dirty="0"/>
          </a:p>
        </p:txBody>
      </p:sp>
      <p:sp>
        <p:nvSpPr>
          <p:cNvPr id="8" name="Espace réservé du numéro de diapositive 7">
            <a:extLst>
              <a:ext uri="{FF2B5EF4-FFF2-40B4-BE49-F238E27FC236}">
                <a16:creationId xmlns:a16="http://schemas.microsoft.com/office/drawing/2014/main" id="{D76DFA8B-7FBD-4F98-B6B6-233EDD2317EE}"/>
              </a:ext>
            </a:extLst>
          </p:cNvPr>
          <p:cNvSpPr>
            <a:spLocks noGrp="1"/>
          </p:cNvSpPr>
          <p:nvPr>
            <p:ph type="sldNum" sz="quarter" idx="22"/>
          </p:nvPr>
        </p:nvSpPr>
        <p:spPr/>
        <p:txBody>
          <a:bodyPr/>
          <a:lstStyle/>
          <a:p>
            <a:fld id="{6B54B0F7-55DD-40D6-B7F4-70B586885C0B}" type="slidenum">
              <a:rPr lang="fr-FR" smtClean="0"/>
              <a:pPr/>
              <a:t>‹#›</a:t>
            </a:fld>
            <a:endParaRPr lang="fr-FR" dirty="0"/>
          </a:p>
        </p:txBody>
      </p:sp>
      <p:sp>
        <p:nvSpPr>
          <p:cNvPr id="13" name="Espace réservé du texte 17">
            <a:extLst>
              <a:ext uri="{FF2B5EF4-FFF2-40B4-BE49-F238E27FC236}">
                <a16:creationId xmlns:a16="http://schemas.microsoft.com/office/drawing/2014/main" id="{33DFCED8-0EB4-4E57-BDC7-7349EFC7B907}"/>
              </a:ext>
            </a:extLst>
          </p:cNvPr>
          <p:cNvSpPr>
            <a:spLocks noGrp="1"/>
          </p:cNvSpPr>
          <p:nvPr>
            <p:ph type="body" sz="quarter" idx="26" hasCustomPrompt="1"/>
          </p:nvPr>
        </p:nvSpPr>
        <p:spPr>
          <a:xfrm>
            <a:off x="442031" y="1960151"/>
            <a:ext cx="517952" cy="563307"/>
          </a:xfrm>
        </p:spPr>
        <p:txBody>
          <a:bodyPr/>
          <a:lstStyle>
            <a:lvl1pPr>
              <a:lnSpc>
                <a:spcPct val="90000"/>
              </a:lnSpc>
              <a:spcBef>
                <a:spcPts val="800"/>
              </a:spcBef>
              <a:defRPr lang="en-US" sz="2133" b="0" i="0" kern="1200" noProof="0" dirty="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959976">
              <a:lnSpc>
                <a:spcPct val="90000"/>
              </a:lnSpc>
              <a:spcBef>
                <a:spcPts val="400"/>
              </a:spcBef>
              <a:defRPr lang="fr-FR" sz="933" b="0" i="0" kern="1200" cap="all" baseline="0" dirty="0" err="1" smtClean="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lnSpc>
                <a:spcPct val="90000"/>
              </a:lnSpc>
              <a:spcBef>
                <a:spcPts val="800"/>
              </a:spcBef>
              <a:defRPr sz="2267" b="0" i="0">
                <a:solidFill>
                  <a:schemeClr val="accent2"/>
                </a:solidFill>
                <a:latin typeface="Verdana" panose="020B0604030504040204" pitchFamily="34" charset="0"/>
                <a:ea typeface="Verdana" panose="020B0604030504040204" pitchFamily="34" charset="0"/>
                <a:cs typeface="Verdana" panose="020B0604030504040204" pitchFamily="34" charset="0"/>
              </a:defRPr>
            </a:lvl3pPr>
            <a:lvl4pPr marL="959976">
              <a:lnSpc>
                <a:spcPct val="90000"/>
              </a:lnSpc>
              <a:spcBef>
                <a:spcPts val="400"/>
              </a:spcBef>
              <a:defRPr lang="fr-FR" sz="933" b="0" i="0" kern="1200" cap="all" baseline="0" dirty="0">
                <a:solidFill>
                  <a:schemeClr val="accent2"/>
                </a:solidFill>
                <a:latin typeface="Verdana" panose="020B0604030504040204" pitchFamily="34" charset="0"/>
                <a:ea typeface="Verdana" panose="020B0604030504040204" pitchFamily="34" charset="0"/>
                <a:cs typeface="Verdana" panose="020B0604030504040204" pitchFamily="34" charset="0"/>
              </a:defRPr>
            </a:lvl4pPr>
          </a:lstStyle>
          <a:p>
            <a:pPr lvl="0"/>
            <a:r>
              <a:rPr lang="en-US" noProof="0" dirty="0"/>
              <a:t>00</a:t>
            </a:r>
          </a:p>
        </p:txBody>
      </p:sp>
      <p:sp>
        <p:nvSpPr>
          <p:cNvPr id="17" name="Espace réservé du texte 17">
            <a:extLst>
              <a:ext uri="{FF2B5EF4-FFF2-40B4-BE49-F238E27FC236}">
                <a16:creationId xmlns:a16="http://schemas.microsoft.com/office/drawing/2014/main" id="{C565C352-3015-43B5-A637-271B7D2E3209}"/>
              </a:ext>
            </a:extLst>
          </p:cNvPr>
          <p:cNvSpPr>
            <a:spLocks noGrp="1"/>
          </p:cNvSpPr>
          <p:nvPr>
            <p:ph type="body" sz="quarter" idx="28" hasCustomPrompt="1"/>
          </p:nvPr>
        </p:nvSpPr>
        <p:spPr>
          <a:xfrm>
            <a:off x="442031" y="2753672"/>
            <a:ext cx="517952" cy="563307"/>
          </a:xfrm>
        </p:spPr>
        <p:txBody>
          <a:bodyPr/>
          <a:lstStyle>
            <a:lvl1pPr>
              <a:lnSpc>
                <a:spcPct val="90000"/>
              </a:lnSpc>
              <a:spcBef>
                <a:spcPts val="800"/>
              </a:spcBef>
              <a:defRPr lang="en-US" sz="2133" b="0" i="0" kern="1200" noProof="0" dirty="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959976">
              <a:lnSpc>
                <a:spcPct val="90000"/>
              </a:lnSpc>
              <a:spcBef>
                <a:spcPts val="400"/>
              </a:spcBef>
              <a:defRPr lang="fr-FR" sz="933" b="0" i="0" kern="1200" cap="all" baseline="0" dirty="0" err="1" smtClean="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lnSpc>
                <a:spcPct val="90000"/>
              </a:lnSpc>
              <a:spcBef>
                <a:spcPts val="800"/>
              </a:spcBef>
              <a:defRPr sz="2267" b="0" i="0">
                <a:solidFill>
                  <a:schemeClr val="accent2"/>
                </a:solidFill>
                <a:latin typeface="Verdana" panose="020B0604030504040204" pitchFamily="34" charset="0"/>
                <a:ea typeface="Verdana" panose="020B0604030504040204" pitchFamily="34" charset="0"/>
                <a:cs typeface="Verdana" panose="020B0604030504040204" pitchFamily="34" charset="0"/>
              </a:defRPr>
            </a:lvl3pPr>
            <a:lvl4pPr marL="959976">
              <a:lnSpc>
                <a:spcPct val="90000"/>
              </a:lnSpc>
              <a:spcBef>
                <a:spcPts val="400"/>
              </a:spcBef>
              <a:defRPr lang="fr-FR" sz="933" b="0" i="0" kern="1200" cap="all" baseline="0" dirty="0">
                <a:solidFill>
                  <a:schemeClr val="accent2"/>
                </a:solidFill>
                <a:latin typeface="Verdana" panose="020B0604030504040204" pitchFamily="34" charset="0"/>
                <a:ea typeface="Verdana" panose="020B0604030504040204" pitchFamily="34" charset="0"/>
                <a:cs typeface="Verdana" panose="020B0604030504040204" pitchFamily="34" charset="0"/>
              </a:defRPr>
            </a:lvl4pPr>
          </a:lstStyle>
          <a:p>
            <a:pPr lvl="0"/>
            <a:r>
              <a:rPr lang="en-US" noProof="0" dirty="0"/>
              <a:t>00</a:t>
            </a:r>
          </a:p>
        </p:txBody>
      </p:sp>
      <p:sp>
        <p:nvSpPr>
          <p:cNvPr id="20" name="Espace réservé du texte 17">
            <a:extLst>
              <a:ext uri="{FF2B5EF4-FFF2-40B4-BE49-F238E27FC236}">
                <a16:creationId xmlns:a16="http://schemas.microsoft.com/office/drawing/2014/main" id="{15EE83C4-9859-4D9B-B740-E8C01E8B93DA}"/>
              </a:ext>
            </a:extLst>
          </p:cNvPr>
          <p:cNvSpPr>
            <a:spLocks noGrp="1"/>
          </p:cNvSpPr>
          <p:nvPr>
            <p:ph type="body" sz="quarter" idx="31" hasCustomPrompt="1"/>
          </p:nvPr>
        </p:nvSpPr>
        <p:spPr>
          <a:xfrm>
            <a:off x="442031" y="3541323"/>
            <a:ext cx="517952" cy="563307"/>
          </a:xfrm>
        </p:spPr>
        <p:txBody>
          <a:bodyPr/>
          <a:lstStyle>
            <a:lvl1pPr>
              <a:lnSpc>
                <a:spcPct val="90000"/>
              </a:lnSpc>
              <a:spcBef>
                <a:spcPts val="800"/>
              </a:spcBef>
              <a:defRPr lang="en-US" sz="2133" b="0" i="0" kern="1200" noProof="0" dirty="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959976">
              <a:lnSpc>
                <a:spcPct val="90000"/>
              </a:lnSpc>
              <a:spcBef>
                <a:spcPts val="400"/>
              </a:spcBef>
              <a:defRPr lang="fr-FR" sz="933" b="0" i="0" kern="1200" cap="all" baseline="0" dirty="0" err="1" smtClean="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lnSpc>
                <a:spcPct val="90000"/>
              </a:lnSpc>
              <a:spcBef>
                <a:spcPts val="800"/>
              </a:spcBef>
              <a:defRPr sz="2267" b="0" i="0">
                <a:solidFill>
                  <a:schemeClr val="accent2"/>
                </a:solidFill>
                <a:latin typeface="Verdana" panose="020B0604030504040204" pitchFamily="34" charset="0"/>
                <a:ea typeface="Verdana" panose="020B0604030504040204" pitchFamily="34" charset="0"/>
                <a:cs typeface="Verdana" panose="020B0604030504040204" pitchFamily="34" charset="0"/>
              </a:defRPr>
            </a:lvl3pPr>
            <a:lvl4pPr marL="959976">
              <a:lnSpc>
                <a:spcPct val="90000"/>
              </a:lnSpc>
              <a:spcBef>
                <a:spcPts val="400"/>
              </a:spcBef>
              <a:defRPr lang="fr-FR" sz="933" b="0" i="0" kern="1200" cap="all" baseline="0" dirty="0">
                <a:solidFill>
                  <a:schemeClr val="accent2"/>
                </a:solidFill>
                <a:latin typeface="Verdana" panose="020B0604030504040204" pitchFamily="34" charset="0"/>
                <a:ea typeface="Verdana" panose="020B0604030504040204" pitchFamily="34" charset="0"/>
                <a:cs typeface="Verdana" panose="020B0604030504040204" pitchFamily="34" charset="0"/>
              </a:defRPr>
            </a:lvl4pPr>
          </a:lstStyle>
          <a:p>
            <a:pPr lvl="0"/>
            <a:r>
              <a:rPr lang="en-US" noProof="0" dirty="0"/>
              <a:t>00</a:t>
            </a:r>
          </a:p>
        </p:txBody>
      </p:sp>
      <p:sp>
        <p:nvSpPr>
          <p:cNvPr id="22" name="Espace réservé du texte 17">
            <a:extLst>
              <a:ext uri="{FF2B5EF4-FFF2-40B4-BE49-F238E27FC236}">
                <a16:creationId xmlns:a16="http://schemas.microsoft.com/office/drawing/2014/main" id="{74DFA65F-CF7B-4ED8-8B06-C50BE51634C8}"/>
              </a:ext>
            </a:extLst>
          </p:cNvPr>
          <p:cNvSpPr>
            <a:spLocks noGrp="1"/>
          </p:cNvSpPr>
          <p:nvPr>
            <p:ph type="body" sz="quarter" idx="33" hasCustomPrompt="1"/>
          </p:nvPr>
        </p:nvSpPr>
        <p:spPr>
          <a:xfrm>
            <a:off x="442031" y="4334844"/>
            <a:ext cx="517952" cy="563307"/>
          </a:xfrm>
        </p:spPr>
        <p:txBody>
          <a:bodyPr/>
          <a:lstStyle>
            <a:lvl1pPr>
              <a:lnSpc>
                <a:spcPct val="90000"/>
              </a:lnSpc>
              <a:spcBef>
                <a:spcPts val="800"/>
              </a:spcBef>
              <a:defRPr lang="en-US" sz="2133" b="0" i="0" kern="1200" noProof="0" dirty="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959976">
              <a:lnSpc>
                <a:spcPct val="90000"/>
              </a:lnSpc>
              <a:spcBef>
                <a:spcPts val="400"/>
              </a:spcBef>
              <a:defRPr lang="fr-FR" sz="933" b="0" i="0" kern="1200" cap="all" baseline="0" dirty="0" err="1" smtClean="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lnSpc>
                <a:spcPct val="90000"/>
              </a:lnSpc>
              <a:spcBef>
                <a:spcPts val="800"/>
              </a:spcBef>
              <a:defRPr sz="2267" b="0" i="0">
                <a:solidFill>
                  <a:schemeClr val="accent2"/>
                </a:solidFill>
                <a:latin typeface="Verdana" panose="020B0604030504040204" pitchFamily="34" charset="0"/>
                <a:ea typeface="Verdana" panose="020B0604030504040204" pitchFamily="34" charset="0"/>
                <a:cs typeface="Verdana" panose="020B0604030504040204" pitchFamily="34" charset="0"/>
              </a:defRPr>
            </a:lvl3pPr>
            <a:lvl4pPr marL="959976">
              <a:lnSpc>
                <a:spcPct val="90000"/>
              </a:lnSpc>
              <a:spcBef>
                <a:spcPts val="400"/>
              </a:spcBef>
              <a:defRPr lang="fr-FR" sz="933" b="0" i="0" kern="1200" cap="all" baseline="0" dirty="0">
                <a:solidFill>
                  <a:schemeClr val="accent2"/>
                </a:solidFill>
                <a:latin typeface="Verdana" panose="020B0604030504040204" pitchFamily="34" charset="0"/>
                <a:ea typeface="Verdana" panose="020B0604030504040204" pitchFamily="34" charset="0"/>
                <a:cs typeface="Verdana" panose="020B0604030504040204" pitchFamily="34" charset="0"/>
              </a:defRPr>
            </a:lvl4pPr>
          </a:lstStyle>
          <a:p>
            <a:pPr lvl="0"/>
            <a:r>
              <a:rPr lang="en-US" noProof="0" dirty="0"/>
              <a:t>00</a:t>
            </a:r>
          </a:p>
        </p:txBody>
      </p:sp>
      <p:sp>
        <p:nvSpPr>
          <p:cNvPr id="25" name="Espace réservé du texte 17">
            <a:extLst>
              <a:ext uri="{FF2B5EF4-FFF2-40B4-BE49-F238E27FC236}">
                <a16:creationId xmlns:a16="http://schemas.microsoft.com/office/drawing/2014/main" id="{DBF18F57-A4B6-4E01-8E41-3610197C40D4}"/>
              </a:ext>
            </a:extLst>
          </p:cNvPr>
          <p:cNvSpPr>
            <a:spLocks noGrp="1"/>
          </p:cNvSpPr>
          <p:nvPr>
            <p:ph type="body" sz="quarter" idx="36" hasCustomPrompt="1"/>
          </p:nvPr>
        </p:nvSpPr>
        <p:spPr>
          <a:xfrm>
            <a:off x="442031" y="5128365"/>
            <a:ext cx="517952" cy="563307"/>
          </a:xfrm>
        </p:spPr>
        <p:txBody>
          <a:bodyPr/>
          <a:lstStyle>
            <a:lvl1pPr>
              <a:lnSpc>
                <a:spcPct val="90000"/>
              </a:lnSpc>
              <a:spcBef>
                <a:spcPts val="800"/>
              </a:spcBef>
              <a:defRPr lang="en-US" sz="2133" b="0" i="0" kern="1200" noProof="0" dirty="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959976">
              <a:lnSpc>
                <a:spcPct val="90000"/>
              </a:lnSpc>
              <a:spcBef>
                <a:spcPts val="400"/>
              </a:spcBef>
              <a:defRPr lang="fr-FR" sz="933" b="0" i="0" kern="1200" cap="all" baseline="0" dirty="0" err="1" smtClean="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lnSpc>
                <a:spcPct val="90000"/>
              </a:lnSpc>
              <a:spcBef>
                <a:spcPts val="800"/>
              </a:spcBef>
              <a:defRPr sz="2267" b="0" i="0">
                <a:solidFill>
                  <a:schemeClr val="accent2"/>
                </a:solidFill>
                <a:latin typeface="Verdana" panose="020B0604030504040204" pitchFamily="34" charset="0"/>
                <a:ea typeface="Verdana" panose="020B0604030504040204" pitchFamily="34" charset="0"/>
                <a:cs typeface="Verdana" panose="020B0604030504040204" pitchFamily="34" charset="0"/>
              </a:defRPr>
            </a:lvl3pPr>
            <a:lvl4pPr marL="959976">
              <a:lnSpc>
                <a:spcPct val="90000"/>
              </a:lnSpc>
              <a:spcBef>
                <a:spcPts val="400"/>
              </a:spcBef>
              <a:defRPr lang="fr-FR" sz="933" b="0" i="0" kern="1200" cap="all" baseline="0" dirty="0">
                <a:solidFill>
                  <a:schemeClr val="accent2"/>
                </a:solidFill>
                <a:latin typeface="Verdana" panose="020B0604030504040204" pitchFamily="34" charset="0"/>
                <a:ea typeface="Verdana" panose="020B0604030504040204" pitchFamily="34" charset="0"/>
                <a:cs typeface="Verdana" panose="020B0604030504040204" pitchFamily="34" charset="0"/>
              </a:defRPr>
            </a:lvl4pPr>
          </a:lstStyle>
          <a:p>
            <a:pPr lvl="0"/>
            <a:r>
              <a:rPr lang="en-US" noProof="0" dirty="0"/>
              <a:t>00</a:t>
            </a:r>
          </a:p>
        </p:txBody>
      </p:sp>
      <p:sp>
        <p:nvSpPr>
          <p:cNvPr id="41" name="Espace réservé du texte 17">
            <a:extLst>
              <a:ext uri="{FF2B5EF4-FFF2-40B4-BE49-F238E27FC236}">
                <a16:creationId xmlns:a16="http://schemas.microsoft.com/office/drawing/2014/main" id="{8AFC591C-8E4C-4797-84E6-9ACB86CA6964}"/>
              </a:ext>
            </a:extLst>
          </p:cNvPr>
          <p:cNvSpPr>
            <a:spLocks noGrp="1"/>
          </p:cNvSpPr>
          <p:nvPr>
            <p:ph type="body" sz="quarter" idx="64"/>
          </p:nvPr>
        </p:nvSpPr>
        <p:spPr>
          <a:xfrm>
            <a:off x="1191546" y="2311400"/>
            <a:ext cx="3982961" cy="205912"/>
          </a:xfrm>
        </p:spPr>
        <p:txBody>
          <a:bodyPr/>
          <a:lstStyle>
            <a:lvl1pPr>
              <a:lnSpc>
                <a:spcPct val="90000"/>
              </a:lnSpc>
              <a:spcBef>
                <a:spcPts val="800"/>
              </a:spcBef>
              <a:defRPr sz="1067" b="0" i="0" cap="all">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0" indent="0" algn="l">
              <a:lnSpc>
                <a:spcPct val="90000"/>
              </a:lnSpc>
              <a:spcBef>
                <a:spcPts val="400"/>
              </a:spcBef>
              <a:buFont typeface="Arial" panose="020B0604020202020204" pitchFamily="34" charset="0"/>
              <a:buNone/>
              <a:defRPr lang="fr-FR" sz="1067" b="0" i="0" kern="1200" cap="all" baseline="0" dirty="0" err="1" smtClean="0">
                <a:solidFill>
                  <a:schemeClr val="accent2"/>
                </a:solidFill>
                <a:latin typeface="Verdana" panose="020B0604030504040204" pitchFamily="34" charset="0"/>
                <a:ea typeface="Verdana" panose="020B0604030504040204" pitchFamily="34" charset="0"/>
                <a:cs typeface="Verdana" panose="020B0604030504040204" pitchFamily="34" charset="0"/>
              </a:defRPr>
            </a:lvl2pPr>
            <a:lvl3pPr>
              <a:lnSpc>
                <a:spcPct val="90000"/>
              </a:lnSpc>
              <a:spcBef>
                <a:spcPts val="800"/>
              </a:spcBef>
              <a:defRPr sz="1067" b="0" i="0" cap="all">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0">
              <a:lnSpc>
                <a:spcPct val="90000"/>
              </a:lnSpc>
              <a:spcBef>
                <a:spcPts val="400"/>
              </a:spcBef>
              <a:defRPr lang="fr-FR" sz="1067" b="0" i="0" kern="1200" cap="all" baseline="0" dirty="0">
                <a:solidFill>
                  <a:schemeClr val="accent2"/>
                </a:solidFill>
                <a:latin typeface="Verdana" panose="020B0604030504040204" pitchFamily="34" charset="0"/>
                <a:ea typeface="Verdana" panose="020B0604030504040204" pitchFamily="34" charset="0"/>
                <a:cs typeface="Verdana" panose="020B0604030504040204" pitchFamily="34" charset="0"/>
              </a:defRPr>
            </a:lvl4pPr>
          </a:lstStyle>
          <a:p>
            <a:pPr lvl="0"/>
            <a:r>
              <a:rPr lang="en-US" noProof="0"/>
              <a:t>Click to edit Master text styles</a:t>
            </a:r>
          </a:p>
        </p:txBody>
      </p:sp>
      <p:sp>
        <p:nvSpPr>
          <p:cNvPr id="50" name="Espace réservé du texte 17">
            <a:extLst>
              <a:ext uri="{FF2B5EF4-FFF2-40B4-BE49-F238E27FC236}">
                <a16:creationId xmlns:a16="http://schemas.microsoft.com/office/drawing/2014/main" id="{591A3E6F-3476-47ED-8C55-9EBB33F42A52}"/>
              </a:ext>
            </a:extLst>
          </p:cNvPr>
          <p:cNvSpPr>
            <a:spLocks noGrp="1"/>
          </p:cNvSpPr>
          <p:nvPr>
            <p:ph type="body" sz="quarter" idx="73"/>
          </p:nvPr>
        </p:nvSpPr>
        <p:spPr>
          <a:xfrm>
            <a:off x="1190362" y="1957990"/>
            <a:ext cx="3982961" cy="323309"/>
          </a:xfrm>
        </p:spPr>
        <p:txBody>
          <a:bodyPr/>
          <a:lstStyle>
            <a:lvl1pPr>
              <a:lnSpc>
                <a:spcPct val="90000"/>
              </a:lnSpc>
              <a:spcBef>
                <a:spcPts val="800"/>
              </a:spcBef>
              <a:defRPr sz="2133" b="0" i="0" cap="none">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0" indent="0" algn="l">
              <a:lnSpc>
                <a:spcPct val="90000"/>
              </a:lnSpc>
              <a:spcBef>
                <a:spcPts val="400"/>
              </a:spcBef>
              <a:buFont typeface="Arial" panose="020B0604020202020204" pitchFamily="34" charset="0"/>
              <a:buNone/>
              <a:defRPr lang="fr-FR" sz="2133" b="0" i="0" kern="1200" cap="none" baseline="0" dirty="0" err="1" smtClean="0">
                <a:solidFill>
                  <a:schemeClr val="accent2"/>
                </a:solidFill>
                <a:latin typeface="Verdana" panose="020B0604030504040204" pitchFamily="34" charset="0"/>
                <a:ea typeface="Verdana" panose="020B0604030504040204" pitchFamily="34" charset="0"/>
                <a:cs typeface="Verdana" panose="020B0604030504040204" pitchFamily="34" charset="0"/>
              </a:defRPr>
            </a:lvl2pPr>
            <a:lvl3pPr>
              <a:lnSpc>
                <a:spcPct val="90000"/>
              </a:lnSpc>
              <a:spcBef>
                <a:spcPts val="800"/>
              </a:spcBef>
              <a:defRPr sz="2133" b="0" i="0" cap="none">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0">
              <a:lnSpc>
                <a:spcPct val="90000"/>
              </a:lnSpc>
              <a:spcBef>
                <a:spcPts val="400"/>
              </a:spcBef>
              <a:defRPr lang="fr-FR" sz="2133" b="0" i="0" kern="1200" cap="none" baseline="0" dirty="0">
                <a:solidFill>
                  <a:schemeClr val="accent2"/>
                </a:solidFill>
                <a:latin typeface="Verdana" panose="020B0604030504040204" pitchFamily="34" charset="0"/>
                <a:ea typeface="Verdana" panose="020B0604030504040204" pitchFamily="34" charset="0"/>
                <a:cs typeface="Verdana" panose="020B0604030504040204" pitchFamily="34" charset="0"/>
              </a:defRPr>
            </a:lvl4pPr>
          </a:lstStyle>
          <a:p>
            <a:pPr lvl="0"/>
            <a:r>
              <a:rPr lang="en-US" noProof="0"/>
              <a:t>Click to edit Master text styles</a:t>
            </a:r>
          </a:p>
        </p:txBody>
      </p:sp>
      <p:sp>
        <p:nvSpPr>
          <p:cNvPr id="55" name="Espace réservé du texte 17">
            <a:extLst>
              <a:ext uri="{FF2B5EF4-FFF2-40B4-BE49-F238E27FC236}">
                <a16:creationId xmlns:a16="http://schemas.microsoft.com/office/drawing/2014/main" id="{BD354000-934E-43A7-902B-EB0E6D553454}"/>
              </a:ext>
            </a:extLst>
          </p:cNvPr>
          <p:cNvSpPr>
            <a:spLocks noGrp="1"/>
          </p:cNvSpPr>
          <p:nvPr>
            <p:ph type="body" sz="quarter" idx="74"/>
          </p:nvPr>
        </p:nvSpPr>
        <p:spPr>
          <a:xfrm>
            <a:off x="1191546" y="3111067"/>
            <a:ext cx="3982961" cy="205912"/>
          </a:xfrm>
        </p:spPr>
        <p:txBody>
          <a:bodyPr/>
          <a:lstStyle>
            <a:lvl1pPr>
              <a:lnSpc>
                <a:spcPct val="90000"/>
              </a:lnSpc>
              <a:spcBef>
                <a:spcPts val="800"/>
              </a:spcBef>
              <a:defRPr sz="1067" b="0" i="0" cap="all">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0" indent="0" algn="l">
              <a:lnSpc>
                <a:spcPct val="90000"/>
              </a:lnSpc>
              <a:spcBef>
                <a:spcPts val="400"/>
              </a:spcBef>
              <a:buFont typeface="Arial" panose="020B0604020202020204" pitchFamily="34" charset="0"/>
              <a:buNone/>
              <a:defRPr lang="fr-FR" sz="1067" b="0" i="0" kern="1200" cap="all" baseline="0" dirty="0" err="1" smtClean="0">
                <a:solidFill>
                  <a:schemeClr val="accent2"/>
                </a:solidFill>
                <a:latin typeface="Verdana" panose="020B0604030504040204" pitchFamily="34" charset="0"/>
                <a:ea typeface="Verdana" panose="020B0604030504040204" pitchFamily="34" charset="0"/>
                <a:cs typeface="Verdana" panose="020B0604030504040204" pitchFamily="34" charset="0"/>
              </a:defRPr>
            </a:lvl2pPr>
            <a:lvl3pPr>
              <a:lnSpc>
                <a:spcPct val="90000"/>
              </a:lnSpc>
              <a:spcBef>
                <a:spcPts val="800"/>
              </a:spcBef>
              <a:defRPr sz="1067" b="0" i="0" cap="all">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0">
              <a:lnSpc>
                <a:spcPct val="90000"/>
              </a:lnSpc>
              <a:spcBef>
                <a:spcPts val="400"/>
              </a:spcBef>
              <a:defRPr lang="fr-FR" sz="1067" b="0" i="0" kern="1200" cap="all" baseline="0" dirty="0">
                <a:solidFill>
                  <a:schemeClr val="accent2"/>
                </a:solidFill>
                <a:latin typeface="Verdana" panose="020B0604030504040204" pitchFamily="34" charset="0"/>
                <a:ea typeface="Verdana" panose="020B0604030504040204" pitchFamily="34" charset="0"/>
                <a:cs typeface="Verdana" panose="020B0604030504040204" pitchFamily="34" charset="0"/>
              </a:defRPr>
            </a:lvl4pPr>
          </a:lstStyle>
          <a:p>
            <a:pPr lvl="0"/>
            <a:r>
              <a:rPr lang="en-US" noProof="0"/>
              <a:t>Click to edit Master text styles</a:t>
            </a:r>
          </a:p>
        </p:txBody>
      </p:sp>
      <p:sp>
        <p:nvSpPr>
          <p:cNvPr id="56" name="Espace réservé du texte 17">
            <a:extLst>
              <a:ext uri="{FF2B5EF4-FFF2-40B4-BE49-F238E27FC236}">
                <a16:creationId xmlns:a16="http://schemas.microsoft.com/office/drawing/2014/main" id="{674EDB5F-2360-4BDB-B4A4-F38BB2AA2521}"/>
              </a:ext>
            </a:extLst>
          </p:cNvPr>
          <p:cNvSpPr>
            <a:spLocks noGrp="1"/>
          </p:cNvSpPr>
          <p:nvPr>
            <p:ph type="body" sz="quarter" idx="75"/>
          </p:nvPr>
        </p:nvSpPr>
        <p:spPr>
          <a:xfrm>
            <a:off x="1190362" y="2757656"/>
            <a:ext cx="3982961" cy="323309"/>
          </a:xfrm>
        </p:spPr>
        <p:txBody>
          <a:bodyPr/>
          <a:lstStyle>
            <a:lvl1pPr>
              <a:lnSpc>
                <a:spcPct val="90000"/>
              </a:lnSpc>
              <a:spcBef>
                <a:spcPts val="800"/>
              </a:spcBef>
              <a:defRPr sz="2133" b="0" i="0" cap="none">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0" indent="0" algn="l">
              <a:lnSpc>
                <a:spcPct val="90000"/>
              </a:lnSpc>
              <a:spcBef>
                <a:spcPts val="400"/>
              </a:spcBef>
              <a:buFont typeface="Arial" panose="020B0604020202020204" pitchFamily="34" charset="0"/>
              <a:buNone/>
              <a:defRPr lang="fr-FR" sz="2133" b="0" i="0" kern="1200" cap="none" baseline="0" dirty="0" err="1" smtClean="0">
                <a:solidFill>
                  <a:schemeClr val="accent2"/>
                </a:solidFill>
                <a:latin typeface="Verdana" panose="020B0604030504040204" pitchFamily="34" charset="0"/>
                <a:ea typeface="Verdana" panose="020B0604030504040204" pitchFamily="34" charset="0"/>
                <a:cs typeface="Verdana" panose="020B0604030504040204" pitchFamily="34" charset="0"/>
              </a:defRPr>
            </a:lvl2pPr>
            <a:lvl3pPr>
              <a:lnSpc>
                <a:spcPct val="90000"/>
              </a:lnSpc>
              <a:spcBef>
                <a:spcPts val="800"/>
              </a:spcBef>
              <a:defRPr sz="2133" b="0" i="0" cap="none">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0">
              <a:lnSpc>
                <a:spcPct val="90000"/>
              </a:lnSpc>
              <a:spcBef>
                <a:spcPts val="400"/>
              </a:spcBef>
              <a:defRPr lang="fr-FR" sz="2133" b="0" i="0" kern="1200" cap="none" baseline="0" dirty="0">
                <a:solidFill>
                  <a:schemeClr val="accent2"/>
                </a:solidFill>
                <a:latin typeface="Verdana" panose="020B0604030504040204" pitchFamily="34" charset="0"/>
                <a:ea typeface="Verdana" panose="020B0604030504040204" pitchFamily="34" charset="0"/>
                <a:cs typeface="Verdana" panose="020B0604030504040204" pitchFamily="34" charset="0"/>
              </a:defRPr>
            </a:lvl4pPr>
          </a:lstStyle>
          <a:p>
            <a:pPr lvl="0"/>
            <a:r>
              <a:rPr lang="en-US" noProof="0"/>
              <a:t>Click to edit Master text styles</a:t>
            </a:r>
          </a:p>
        </p:txBody>
      </p:sp>
      <p:sp>
        <p:nvSpPr>
          <p:cNvPr id="57" name="Espace réservé du texte 17">
            <a:extLst>
              <a:ext uri="{FF2B5EF4-FFF2-40B4-BE49-F238E27FC236}">
                <a16:creationId xmlns:a16="http://schemas.microsoft.com/office/drawing/2014/main" id="{6764734A-FBDE-4D25-92A5-672B3F6077B1}"/>
              </a:ext>
            </a:extLst>
          </p:cNvPr>
          <p:cNvSpPr>
            <a:spLocks noGrp="1"/>
          </p:cNvSpPr>
          <p:nvPr>
            <p:ph type="body" sz="quarter" idx="76"/>
          </p:nvPr>
        </p:nvSpPr>
        <p:spPr>
          <a:xfrm>
            <a:off x="1191546" y="3894737"/>
            <a:ext cx="3982961" cy="205912"/>
          </a:xfrm>
        </p:spPr>
        <p:txBody>
          <a:bodyPr/>
          <a:lstStyle>
            <a:lvl1pPr>
              <a:lnSpc>
                <a:spcPct val="90000"/>
              </a:lnSpc>
              <a:spcBef>
                <a:spcPts val="800"/>
              </a:spcBef>
              <a:defRPr sz="1067" b="0" i="0" cap="all">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0" indent="0" algn="l">
              <a:lnSpc>
                <a:spcPct val="90000"/>
              </a:lnSpc>
              <a:spcBef>
                <a:spcPts val="400"/>
              </a:spcBef>
              <a:buFont typeface="Arial" panose="020B0604020202020204" pitchFamily="34" charset="0"/>
              <a:buNone/>
              <a:defRPr lang="fr-FR" sz="1067" b="0" i="0" kern="1200" cap="all" baseline="0" dirty="0" err="1" smtClean="0">
                <a:solidFill>
                  <a:schemeClr val="accent2"/>
                </a:solidFill>
                <a:latin typeface="Verdana" panose="020B0604030504040204" pitchFamily="34" charset="0"/>
                <a:ea typeface="Verdana" panose="020B0604030504040204" pitchFamily="34" charset="0"/>
                <a:cs typeface="Verdana" panose="020B0604030504040204" pitchFamily="34" charset="0"/>
              </a:defRPr>
            </a:lvl2pPr>
            <a:lvl3pPr>
              <a:lnSpc>
                <a:spcPct val="90000"/>
              </a:lnSpc>
              <a:spcBef>
                <a:spcPts val="800"/>
              </a:spcBef>
              <a:defRPr sz="1067" b="0" i="0" cap="all">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0">
              <a:lnSpc>
                <a:spcPct val="90000"/>
              </a:lnSpc>
              <a:spcBef>
                <a:spcPts val="400"/>
              </a:spcBef>
              <a:defRPr lang="fr-FR" sz="1067" b="0" i="0" kern="1200" cap="all" baseline="0" dirty="0">
                <a:solidFill>
                  <a:schemeClr val="accent2"/>
                </a:solidFill>
                <a:latin typeface="Verdana" panose="020B0604030504040204" pitchFamily="34" charset="0"/>
                <a:ea typeface="Verdana" panose="020B0604030504040204" pitchFamily="34" charset="0"/>
                <a:cs typeface="Verdana" panose="020B0604030504040204" pitchFamily="34" charset="0"/>
              </a:defRPr>
            </a:lvl4pPr>
          </a:lstStyle>
          <a:p>
            <a:pPr lvl="0"/>
            <a:r>
              <a:rPr lang="en-US" noProof="0"/>
              <a:t>Click to edit Master text styles</a:t>
            </a:r>
          </a:p>
        </p:txBody>
      </p:sp>
      <p:sp>
        <p:nvSpPr>
          <p:cNvPr id="58" name="Espace réservé du texte 17">
            <a:extLst>
              <a:ext uri="{FF2B5EF4-FFF2-40B4-BE49-F238E27FC236}">
                <a16:creationId xmlns:a16="http://schemas.microsoft.com/office/drawing/2014/main" id="{6227F425-D7E4-4B90-9761-EBF3BCC4260C}"/>
              </a:ext>
            </a:extLst>
          </p:cNvPr>
          <p:cNvSpPr>
            <a:spLocks noGrp="1"/>
          </p:cNvSpPr>
          <p:nvPr>
            <p:ph type="body" sz="quarter" idx="77"/>
          </p:nvPr>
        </p:nvSpPr>
        <p:spPr>
          <a:xfrm>
            <a:off x="1190362" y="3541327"/>
            <a:ext cx="3982961" cy="323309"/>
          </a:xfrm>
        </p:spPr>
        <p:txBody>
          <a:bodyPr/>
          <a:lstStyle>
            <a:lvl1pPr>
              <a:lnSpc>
                <a:spcPct val="90000"/>
              </a:lnSpc>
              <a:spcBef>
                <a:spcPts val="800"/>
              </a:spcBef>
              <a:defRPr sz="2133" b="0" i="0" cap="none">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0" indent="0" algn="l">
              <a:lnSpc>
                <a:spcPct val="90000"/>
              </a:lnSpc>
              <a:spcBef>
                <a:spcPts val="400"/>
              </a:spcBef>
              <a:buFont typeface="Arial" panose="020B0604020202020204" pitchFamily="34" charset="0"/>
              <a:buNone/>
              <a:defRPr lang="fr-FR" sz="2133" b="0" i="0" kern="1200" cap="none" baseline="0" dirty="0" err="1" smtClean="0">
                <a:solidFill>
                  <a:schemeClr val="accent2"/>
                </a:solidFill>
                <a:latin typeface="Verdana" panose="020B0604030504040204" pitchFamily="34" charset="0"/>
                <a:ea typeface="Verdana" panose="020B0604030504040204" pitchFamily="34" charset="0"/>
                <a:cs typeface="Verdana" panose="020B0604030504040204" pitchFamily="34" charset="0"/>
              </a:defRPr>
            </a:lvl2pPr>
            <a:lvl3pPr>
              <a:lnSpc>
                <a:spcPct val="90000"/>
              </a:lnSpc>
              <a:spcBef>
                <a:spcPts val="800"/>
              </a:spcBef>
              <a:defRPr sz="2133" b="0" i="0" cap="none">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0">
              <a:lnSpc>
                <a:spcPct val="90000"/>
              </a:lnSpc>
              <a:spcBef>
                <a:spcPts val="400"/>
              </a:spcBef>
              <a:defRPr lang="fr-FR" sz="2133" b="0" i="0" kern="1200" cap="none" baseline="0" dirty="0">
                <a:solidFill>
                  <a:schemeClr val="accent2"/>
                </a:solidFill>
                <a:latin typeface="Verdana" panose="020B0604030504040204" pitchFamily="34" charset="0"/>
                <a:ea typeface="Verdana" panose="020B0604030504040204" pitchFamily="34" charset="0"/>
                <a:cs typeface="Verdana" panose="020B0604030504040204" pitchFamily="34" charset="0"/>
              </a:defRPr>
            </a:lvl4pPr>
          </a:lstStyle>
          <a:p>
            <a:pPr lvl="0"/>
            <a:r>
              <a:rPr lang="en-US" noProof="0"/>
              <a:t>Click to edit Master text styles</a:t>
            </a:r>
          </a:p>
        </p:txBody>
      </p:sp>
      <p:sp>
        <p:nvSpPr>
          <p:cNvPr id="59" name="Espace réservé du texte 17">
            <a:extLst>
              <a:ext uri="{FF2B5EF4-FFF2-40B4-BE49-F238E27FC236}">
                <a16:creationId xmlns:a16="http://schemas.microsoft.com/office/drawing/2014/main" id="{7A462145-8066-42E6-AEC7-B7FFB4004F0C}"/>
              </a:ext>
            </a:extLst>
          </p:cNvPr>
          <p:cNvSpPr>
            <a:spLocks noGrp="1"/>
          </p:cNvSpPr>
          <p:nvPr>
            <p:ph type="body" sz="quarter" idx="78"/>
          </p:nvPr>
        </p:nvSpPr>
        <p:spPr>
          <a:xfrm>
            <a:off x="1191546" y="4686405"/>
            <a:ext cx="3982961" cy="205912"/>
          </a:xfrm>
        </p:spPr>
        <p:txBody>
          <a:bodyPr/>
          <a:lstStyle>
            <a:lvl1pPr>
              <a:lnSpc>
                <a:spcPct val="90000"/>
              </a:lnSpc>
              <a:spcBef>
                <a:spcPts val="800"/>
              </a:spcBef>
              <a:defRPr sz="1067" b="0" i="0" cap="all">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0" indent="0" algn="l">
              <a:lnSpc>
                <a:spcPct val="90000"/>
              </a:lnSpc>
              <a:spcBef>
                <a:spcPts val="400"/>
              </a:spcBef>
              <a:buFont typeface="Arial" panose="020B0604020202020204" pitchFamily="34" charset="0"/>
              <a:buNone/>
              <a:defRPr lang="fr-FR" sz="1067" b="0" i="0" kern="1200" cap="all" baseline="0" dirty="0" err="1" smtClean="0">
                <a:solidFill>
                  <a:schemeClr val="accent2"/>
                </a:solidFill>
                <a:latin typeface="Verdana" panose="020B0604030504040204" pitchFamily="34" charset="0"/>
                <a:ea typeface="Verdana" panose="020B0604030504040204" pitchFamily="34" charset="0"/>
                <a:cs typeface="Verdana" panose="020B0604030504040204" pitchFamily="34" charset="0"/>
              </a:defRPr>
            </a:lvl2pPr>
            <a:lvl3pPr>
              <a:lnSpc>
                <a:spcPct val="90000"/>
              </a:lnSpc>
              <a:spcBef>
                <a:spcPts val="800"/>
              </a:spcBef>
              <a:defRPr sz="1067" b="0" i="0" cap="all">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0">
              <a:lnSpc>
                <a:spcPct val="90000"/>
              </a:lnSpc>
              <a:spcBef>
                <a:spcPts val="400"/>
              </a:spcBef>
              <a:defRPr lang="fr-FR" sz="1067" b="0" i="0" kern="1200" cap="all" baseline="0" dirty="0">
                <a:solidFill>
                  <a:schemeClr val="accent2"/>
                </a:solidFill>
                <a:latin typeface="Verdana" panose="020B0604030504040204" pitchFamily="34" charset="0"/>
                <a:ea typeface="Verdana" panose="020B0604030504040204" pitchFamily="34" charset="0"/>
                <a:cs typeface="Verdana" panose="020B0604030504040204" pitchFamily="34" charset="0"/>
              </a:defRPr>
            </a:lvl4pPr>
          </a:lstStyle>
          <a:p>
            <a:pPr lvl="0"/>
            <a:r>
              <a:rPr lang="en-US" noProof="0"/>
              <a:t>Click to edit Master text styles</a:t>
            </a:r>
          </a:p>
        </p:txBody>
      </p:sp>
      <p:sp>
        <p:nvSpPr>
          <p:cNvPr id="60" name="Espace réservé du texte 17">
            <a:extLst>
              <a:ext uri="{FF2B5EF4-FFF2-40B4-BE49-F238E27FC236}">
                <a16:creationId xmlns:a16="http://schemas.microsoft.com/office/drawing/2014/main" id="{BDFC2A5C-1456-4E38-B7B8-53173C4D7226}"/>
              </a:ext>
            </a:extLst>
          </p:cNvPr>
          <p:cNvSpPr>
            <a:spLocks noGrp="1"/>
          </p:cNvSpPr>
          <p:nvPr>
            <p:ph type="body" sz="quarter" idx="79"/>
          </p:nvPr>
        </p:nvSpPr>
        <p:spPr>
          <a:xfrm>
            <a:off x="1190362" y="4332995"/>
            <a:ext cx="3982961" cy="323309"/>
          </a:xfrm>
        </p:spPr>
        <p:txBody>
          <a:bodyPr/>
          <a:lstStyle>
            <a:lvl1pPr>
              <a:lnSpc>
                <a:spcPct val="90000"/>
              </a:lnSpc>
              <a:spcBef>
                <a:spcPts val="800"/>
              </a:spcBef>
              <a:defRPr sz="2133" b="0" i="0" cap="none">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0" indent="0" algn="l">
              <a:lnSpc>
                <a:spcPct val="90000"/>
              </a:lnSpc>
              <a:spcBef>
                <a:spcPts val="400"/>
              </a:spcBef>
              <a:buFont typeface="Arial" panose="020B0604020202020204" pitchFamily="34" charset="0"/>
              <a:buNone/>
              <a:defRPr lang="fr-FR" sz="2133" b="0" i="0" kern="1200" cap="none" baseline="0" dirty="0" err="1" smtClean="0">
                <a:solidFill>
                  <a:schemeClr val="accent2"/>
                </a:solidFill>
                <a:latin typeface="Verdana" panose="020B0604030504040204" pitchFamily="34" charset="0"/>
                <a:ea typeface="Verdana" panose="020B0604030504040204" pitchFamily="34" charset="0"/>
                <a:cs typeface="Verdana" panose="020B0604030504040204" pitchFamily="34" charset="0"/>
              </a:defRPr>
            </a:lvl2pPr>
            <a:lvl3pPr>
              <a:lnSpc>
                <a:spcPct val="90000"/>
              </a:lnSpc>
              <a:spcBef>
                <a:spcPts val="800"/>
              </a:spcBef>
              <a:defRPr sz="2133" b="0" i="0" cap="none">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0">
              <a:lnSpc>
                <a:spcPct val="90000"/>
              </a:lnSpc>
              <a:spcBef>
                <a:spcPts val="400"/>
              </a:spcBef>
              <a:defRPr lang="fr-FR" sz="2133" b="0" i="0" kern="1200" cap="none" baseline="0" dirty="0">
                <a:solidFill>
                  <a:schemeClr val="accent2"/>
                </a:solidFill>
                <a:latin typeface="Verdana" panose="020B0604030504040204" pitchFamily="34" charset="0"/>
                <a:ea typeface="Verdana" panose="020B0604030504040204" pitchFamily="34" charset="0"/>
                <a:cs typeface="Verdana" panose="020B0604030504040204" pitchFamily="34" charset="0"/>
              </a:defRPr>
            </a:lvl4pPr>
          </a:lstStyle>
          <a:p>
            <a:pPr lvl="0"/>
            <a:r>
              <a:rPr lang="en-US" noProof="0"/>
              <a:t>Click to edit Master text styles</a:t>
            </a:r>
          </a:p>
        </p:txBody>
      </p:sp>
      <p:sp>
        <p:nvSpPr>
          <p:cNvPr id="61" name="Espace réservé du texte 17">
            <a:extLst>
              <a:ext uri="{FF2B5EF4-FFF2-40B4-BE49-F238E27FC236}">
                <a16:creationId xmlns:a16="http://schemas.microsoft.com/office/drawing/2014/main" id="{6F16C3B8-AA5D-4F33-B410-8B2C3BE2F2C6}"/>
              </a:ext>
            </a:extLst>
          </p:cNvPr>
          <p:cNvSpPr>
            <a:spLocks noGrp="1"/>
          </p:cNvSpPr>
          <p:nvPr>
            <p:ph type="body" sz="quarter" idx="80"/>
          </p:nvPr>
        </p:nvSpPr>
        <p:spPr>
          <a:xfrm>
            <a:off x="1191546" y="5485760"/>
            <a:ext cx="3982961" cy="205912"/>
          </a:xfrm>
        </p:spPr>
        <p:txBody>
          <a:bodyPr/>
          <a:lstStyle>
            <a:lvl1pPr>
              <a:lnSpc>
                <a:spcPct val="90000"/>
              </a:lnSpc>
              <a:spcBef>
                <a:spcPts val="800"/>
              </a:spcBef>
              <a:defRPr sz="1067" b="0" i="0" cap="all">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0" indent="0" algn="l">
              <a:lnSpc>
                <a:spcPct val="90000"/>
              </a:lnSpc>
              <a:spcBef>
                <a:spcPts val="400"/>
              </a:spcBef>
              <a:buFont typeface="Arial" panose="020B0604020202020204" pitchFamily="34" charset="0"/>
              <a:buNone/>
              <a:defRPr lang="fr-FR" sz="1067" b="0" i="0" kern="1200" cap="all" baseline="0" dirty="0" err="1" smtClean="0">
                <a:solidFill>
                  <a:schemeClr val="accent2"/>
                </a:solidFill>
                <a:latin typeface="Verdana" panose="020B0604030504040204" pitchFamily="34" charset="0"/>
                <a:ea typeface="Verdana" panose="020B0604030504040204" pitchFamily="34" charset="0"/>
                <a:cs typeface="Verdana" panose="020B0604030504040204" pitchFamily="34" charset="0"/>
              </a:defRPr>
            </a:lvl2pPr>
            <a:lvl3pPr>
              <a:lnSpc>
                <a:spcPct val="90000"/>
              </a:lnSpc>
              <a:spcBef>
                <a:spcPts val="800"/>
              </a:spcBef>
              <a:defRPr sz="1067" b="0" i="0" cap="all">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0">
              <a:lnSpc>
                <a:spcPct val="90000"/>
              </a:lnSpc>
              <a:spcBef>
                <a:spcPts val="400"/>
              </a:spcBef>
              <a:defRPr lang="fr-FR" sz="1067" b="0" i="0" kern="1200" cap="all" baseline="0" dirty="0">
                <a:solidFill>
                  <a:schemeClr val="accent2"/>
                </a:solidFill>
                <a:latin typeface="Verdana" panose="020B0604030504040204" pitchFamily="34" charset="0"/>
                <a:ea typeface="Verdana" panose="020B0604030504040204" pitchFamily="34" charset="0"/>
                <a:cs typeface="Verdana" panose="020B0604030504040204" pitchFamily="34" charset="0"/>
              </a:defRPr>
            </a:lvl4pPr>
          </a:lstStyle>
          <a:p>
            <a:pPr lvl="0"/>
            <a:r>
              <a:rPr lang="en-US" noProof="0"/>
              <a:t>Click to edit Master text styles</a:t>
            </a:r>
          </a:p>
        </p:txBody>
      </p:sp>
      <p:sp>
        <p:nvSpPr>
          <p:cNvPr id="62" name="Espace réservé du texte 17">
            <a:extLst>
              <a:ext uri="{FF2B5EF4-FFF2-40B4-BE49-F238E27FC236}">
                <a16:creationId xmlns:a16="http://schemas.microsoft.com/office/drawing/2014/main" id="{8C14FA2C-33DC-431E-9580-8F16A359800B}"/>
              </a:ext>
            </a:extLst>
          </p:cNvPr>
          <p:cNvSpPr>
            <a:spLocks noGrp="1"/>
          </p:cNvSpPr>
          <p:nvPr>
            <p:ph type="body" sz="quarter" idx="81"/>
          </p:nvPr>
        </p:nvSpPr>
        <p:spPr>
          <a:xfrm>
            <a:off x="1190362" y="5132350"/>
            <a:ext cx="3982961" cy="323309"/>
          </a:xfrm>
        </p:spPr>
        <p:txBody>
          <a:bodyPr/>
          <a:lstStyle>
            <a:lvl1pPr>
              <a:lnSpc>
                <a:spcPct val="90000"/>
              </a:lnSpc>
              <a:spcBef>
                <a:spcPts val="800"/>
              </a:spcBef>
              <a:defRPr sz="2133" b="0" i="0" cap="none">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0" indent="0" algn="l">
              <a:lnSpc>
                <a:spcPct val="90000"/>
              </a:lnSpc>
              <a:spcBef>
                <a:spcPts val="400"/>
              </a:spcBef>
              <a:buFont typeface="Arial" panose="020B0604020202020204" pitchFamily="34" charset="0"/>
              <a:buNone/>
              <a:defRPr lang="fr-FR" sz="2133" b="0" i="0" kern="1200" cap="none" baseline="0" dirty="0" err="1" smtClean="0">
                <a:solidFill>
                  <a:schemeClr val="accent2"/>
                </a:solidFill>
                <a:latin typeface="Verdana" panose="020B0604030504040204" pitchFamily="34" charset="0"/>
                <a:ea typeface="Verdana" panose="020B0604030504040204" pitchFamily="34" charset="0"/>
                <a:cs typeface="Verdana" panose="020B0604030504040204" pitchFamily="34" charset="0"/>
              </a:defRPr>
            </a:lvl2pPr>
            <a:lvl3pPr>
              <a:lnSpc>
                <a:spcPct val="90000"/>
              </a:lnSpc>
              <a:spcBef>
                <a:spcPts val="800"/>
              </a:spcBef>
              <a:defRPr sz="2133" b="0" i="0" cap="none">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0">
              <a:lnSpc>
                <a:spcPct val="90000"/>
              </a:lnSpc>
              <a:spcBef>
                <a:spcPts val="400"/>
              </a:spcBef>
              <a:defRPr lang="fr-FR" sz="2133" b="0" i="0" kern="1200" cap="none" baseline="0" dirty="0">
                <a:solidFill>
                  <a:schemeClr val="accent2"/>
                </a:solidFill>
                <a:latin typeface="Verdana" panose="020B0604030504040204" pitchFamily="34" charset="0"/>
                <a:ea typeface="Verdana" panose="020B0604030504040204" pitchFamily="34" charset="0"/>
                <a:cs typeface="Verdana" panose="020B0604030504040204" pitchFamily="34" charset="0"/>
              </a:defRPr>
            </a:lvl4pPr>
          </a:lstStyle>
          <a:p>
            <a:pPr lvl="0"/>
            <a:r>
              <a:rPr lang="en-US" noProof="0"/>
              <a:t>Click to edit Master text styles</a:t>
            </a:r>
          </a:p>
        </p:txBody>
      </p:sp>
      <p:sp>
        <p:nvSpPr>
          <p:cNvPr id="2" name="Title 1">
            <a:extLst>
              <a:ext uri="{FF2B5EF4-FFF2-40B4-BE49-F238E27FC236}">
                <a16:creationId xmlns:a16="http://schemas.microsoft.com/office/drawing/2014/main" id="{E177699B-FF9F-427C-87A3-B361DFAB50E1}"/>
              </a:ext>
            </a:extLst>
          </p:cNvPr>
          <p:cNvSpPr>
            <a:spLocks noGrp="1"/>
          </p:cNvSpPr>
          <p:nvPr>
            <p:ph type="title"/>
          </p:nvPr>
        </p:nvSpPr>
        <p:spPr>
          <a:xfrm>
            <a:off x="441600" y="710401"/>
            <a:ext cx="4731723" cy="748247"/>
          </a:xfrm>
        </p:spPr>
        <p:txBody>
          <a:bodyPr/>
          <a:lstStyle/>
          <a:p>
            <a:r>
              <a:rPr lang="en-US"/>
              <a:t>Click to edit Master title style</a:t>
            </a:r>
            <a:endParaRPr lang="en-US" dirty="0"/>
          </a:p>
        </p:txBody>
      </p:sp>
    </p:spTree>
    <p:extLst>
      <p:ext uri="{BB962C8B-B14F-4D97-AF65-F5344CB8AC3E}">
        <p14:creationId xmlns:p14="http://schemas.microsoft.com/office/powerpoint/2010/main" val="1962366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able of Contents Large">
    <p:bg>
      <p:bgPr>
        <a:solidFill>
          <a:srgbClr val="F5F3F8"/>
        </a:solidFill>
        <a:effectLst/>
      </p:bgPr>
    </p:bg>
    <p:spTree>
      <p:nvGrpSpPr>
        <p:cNvPr id="1" name=""/>
        <p:cNvGrpSpPr/>
        <p:nvPr/>
      </p:nvGrpSpPr>
      <p:grpSpPr>
        <a:xfrm>
          <a:off x="0" y="0"/>
          <a:ext cx="0" cy="0"/>
          <a:chOff x="0" y="0"/>
          <a:chExt cx="0" cy="0"/>
        </a:xfrm>
      </p:grpSpPr>
      <p:sp>
        <p:nvSpPr>
          <p:cNvPr id="8" name="Espace réservé du numéro de diapositive 7">
            <a:extLst>
              <a:ext uri="{FF2B5EF4-FFF2-40B4-BE49-F238E27FC236}">
                <a16:creationId xmlns:a16="http://schemas.microsoft.com/office/drawing/2014/main" id="{D76DFA8B-7FBD-4F98-B6B6-233EDD2317EE}"/>
              </a:ext>
            </a:extLst>
          </p:cNvPr>
          <p:cNvSpPr>
            <a:spLocks noGrp="1"/>
          </p:cNvSpPr>
          <p:nvPr>
            <p:ph type="sldNum" sz="quarter" idx="22"/>
          </p:nvPr>
        </p:nvSpPr>
        <p:spPr/>
        <p:txBody>
          <a:bodyPr/>
          <a:lstStyle/>
          <a:p>
            <a:fld id="{6B54B0F7-55DD-40D6-B7F4-70B586885C0B}" type="slidenum">
              <a:rPr lang="en-US" noProof="0" smtClean="0"/>
              <a:pPr/>
              <a:t>‹#›</a:t>
            </a:fld>
            <a:endParaRPr lang="en-US" noProof="0"/>
          </a:p>
        </p:txBody>
      </p:sp>
      <p:sp>
        <p:nvSpPr>
          <p:cNvPr id="97" name="Espace réservé du texte 17">
            <a:extLst>
              <a:ext uri="{FF2B5EF4-FFF2-40B4-BE49-F238E27FC236}">
                <a16:creationId xmlns:a16="http://schemas.microsoft.com/office/drawing/2014/main" id="{9CDF02F4-4E8C-4E89-B7C0-915F018992FE}"/>
              </a:ext>
            </a:extLst>
          </p:cNvPr>
          <p:cNvSpPr>
            <a:spLocks noGrp="1"/>
          </p:cNvSpPr>
          <p:nvPr>
            <p:ph type="body" sz="quarter" idx="26" hasCustomPrompt="1"/>
          </p:nvPr>
        </p:nvSpPr>
        <p:spPr>
          <a:xfrm>
            <a:off x="1143071" y="1960151"/>
            <a:ext cx="517952" cy="563307"/>
          </a:xfrm>
        </p:spPr>
        <p:txBody>
          <a:bodyPr/>
          <a:lstStyle>
            <a:lvl1pPr>
              <a:lnSpc>
                <a:spcPct val="90000"/>
              </a:lnSpc>
              <a:spcBef>
                <a:spcPts val="800"/>
              </a:spcBef>
              <a:defRPr lang="en-US" sz="2133" b="0" i="0" kern="1200" noProof="0" dirty="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959976">
              <a:lnSpc>
                <a:spcPct val="90000"/>
              </a:lnSpc>
              <a:spcBef>
                <a:spcPts val="400"/>
              </a:spcBef>
              <a:defRPr lang="fr-FR" sz="933" b="0" i="0" kern="1200" cap="all" baseline="0" dirty="0" err="1" smtClean="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lnSpc>
                <a:spcPct val="90000"/>
              </a:lnSpc>
              <a:spcBef>
                <a:spcPts val="800"/>
              </a:spcBef>
              <a:defRPr sz="2267" b="0" i="0">
                <a:solidFill>
                  <a:schemeClr val="accent2"/>
                </a:solidFill>
                <a:latin typeface="Verdana" panose="020B0604030504040204" pitchFamily="34" charset="0"/>
                <a:ea typeface="Verdana" panose="020B0604030504040204" pitchFamily="34" charset="0"/>
                <a:cs typeface="Verdana" panose="020B0604030504040204" pitchFamily="34" charset="0"/>
              </a:defRPr>
            </a:lvl3pPr>
            <a:lvl4pPr marL="959976">
              <a:lnSpc>
                <a:spcPct val="90000"/>
              </a:lnSpc>
              <a:spcBef>
                <a:spcPts val="400"/>
              </a:spcBef>
              <a:defRPr lang="fr-FR" sz="933" b="0" i="0" kern="1200" cap="all" baseline="0" dirty="0">
                <a:solidFill>
                  <a:schemeClr val="accent2"/>
                </a:solidFill>
                <a:latin typeface="Verdana" panose="020B0604030504040204" pitchFamily="34" charset="0"/>
                <a:ea typeface="Verdana" panose="020B0604030504040204" pitchFamily="34" charset="0"/>
                <a:cs typeface="Verdana" panose="020B0604030504040204" pitchFamily="34" charset="0"/>
              </a:defRPr>
            </a:lvl4pPr>
          </a:lstStyle>
          <a:p>
            <a:pPr lvl="0"/>
            <a:r>
              <a:rPr lang="en-US" noProof="0" dirty="0"/>
              <a:t>00</a:t>
            </a:r>
          </a:p>
        </p:txBody>
      </p:sp>
      <p:sp>
        <p:nvSpPr>
          <p:cNvPr id="99" name="Espace réservé du texte 17">
            <a:extLst>
              <a:ext uri="{FF2B5EF4-FFF2-40B4-BE49-F238E27FC236}">
                <a16:creationId xmlns:a16="http://schemas.microsoft.com/office/drawing/2014/main" id="{E9841E24-6A28-4ABC-A6CA-596885012B8B}"/>
              </a:ext>
            </a:extLst>
          </p:cNvPr>
          <p:cNvSpPr>
            <a:spLocks noGrp="1"/>
          </p:cNvSpPr>
          <p:nvPr>
            <p:ph type="body" sz="quarter" idx="28" hasCustomPrompt="1"/>
          </p:nvPr>
        </p:nvSpPr>
        <p:spPr>
          <a:xfrm>
            <a:off x="1143071" y="2753672"/>
            <a:ext cx="517952" cy="563307"/>
          </a:xfrm>
        </p:spPr>
        <p:txBody>
          <a:bodyPr/>
          <a:lstStyle>
            <a:lvl1pPr>
              <a:lnSpc>
                <a:spcPct val="90000"/>
              </a:lnSpc>
              <a:spcBef>
                <a:spcPts val="800"/>
              </a:spcBef>
              <a:defRPr lang="en-US" sz="2133" b="0" i="0" kern="1200" noProof="0" dirty="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959976">
              <a:lnSpc>
                <a:spcPct val="90000"/>
              </a:lnSpc>
              <a:spcBef>
                <a:spcPts val="400"/>
              </a:spcBef>
              <a:defRPr lang="fr-FR" sz="933" b="0" i="0" kern="1200" cap="all" baseline="0" dirty="0" err="1" smtClean="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lnSpc>
                <a:spcPct val="90000"/>
              </a:lnSpc>
              <a:spcBef>
                <a:spcPts val="800"/>
              </a:spcBef>
              <a:defRPr sz="2267" b="0" i="0">
                <a:solidFill>
                  <a:schemeClr val="accent2"/>
                </a:solidFill>
                <a:latin typeface="Verdana" panose="020B0604030504040204" pitchFamily="34" charset="0"/>
                <a:ea typeface="Verdana" panose="020B0604030504040204" pitchFamily="34" charset="0"/>
                <a:cs typeface="Verdana" panose="020B0604030504040204" pitchFamily="34" charset="0"/>
              </a:defRPr>
            </a:lvl3pPr>
            <a:lvl4pPr marL="959976">
              <a:lnSpc>
                <a:spcPct val="90000"/>
              </a:lnSpc>
              <a:spcBef>
                <a:spcPts val="400"/>
              </a:spcBef>
              <a:defRPr lang="fr-FR" sz="933" b="0" i="0" kern="1200" cap="all" baseline="0" dirty="0">
                <a:solidFill>
                  <a:schemeClr val="accent2"/>
                </a:solidFill>
                <a:latin typeface="Verdana" panose="020B0604030504040204" pitchFamily="34" charset="0"/>
                <a:ea typeface="Verdana" panose="020B0604030504040204" pitchFamily="34" charset="0"/>
                <a:cs typeface="Verdana" panose="020B0604030504040204" pitchFamily="34" charset="0"/>
              </a:defRPr>
            </a:lvl4pPr>
          </a:lstStyle>
          <a:p>
            <a:pPr lvl="0"/>
            <a:r>
              <a:rPr lang="en-US" noProof="0" dirty="0"/>
              <a:t>00</a:t>
            </a:r>
          </a:p>
        </p:txBody>
      </p:sp>
      <p:sp>
        <p:nvSpPr>
          <p:cNvPr id="101" name="Espace réservé du texte 17">
            <a:extLst>
              <a:ext uri="{FF2B5EF4-FFF2-40B4-BE49-F238E27FC236}">
                <a16:creationId xmlns:a16="http://schemas.microsoft.com/office/drawing/2014/main" id="{E6201C6B-3D61-415D-A81D-394F193593E8}"/>
              </a:ext>
            </a:extLst>
          </p:cNvPr>
          <p:cNvSpPr>
            <a:spLocks noGrp="1"/>
          </p:cNvSpPr>
          <p:nvPr>
            <p:ph type="body" sz="quarter" idx="31" hasCustomPrompt="1"/>
          </p:nvPr>
        </p:nvSpPr>
        <p:spPr>
          <a:xfrm>
            <a:off x="1143071" y="3541323"/>
            <a:ext cx="517952" cy="563307"/>
          </a:xfrm>
        </p:spPr>
        <p:txBody>
          <a:bodyPr/>
          <a:lstStyle>
            <a:lvl1pPr>
              <a:lnSpc>
                <a:spcPct val="90000"/>
              </a:lnSpc>
              <a:spcBef>
                <a:spcPts val="800"/>
              </a:spcBef>
              <a:defRPr lang="en-US" sz="2133" b="0" i="0" kern="1200" noProof="0" dirty="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959976">
              <a:lnSpc>
                <a:spcPct val="90000"/>
              </a:lnSpc>
              <a:spcBef>
                <a:spcPts val="400"/>
              </a:spcBef>
              <a:defRPr lang="fr-FR" sz="933" b="0" i="0" kern="1200" cap="all" baseline="0" dirty="0" err="1" smtClean="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lnSpc>
                <a:spcPct val="90000"/>
              </a:lnSpc>
              <a:spcBef>
                <a:spcPts val="800"/>
              </a:spcBef>
              <a:defRPr sz="2267" b="0" i="0">
                <a:solidFill>
                  <a:schemeClr val="accent2"/>
                </a:solidFill>
                <a:latin typeface="Verdana" panose="020B0604030504040204" pitchFamily="34" charset="0"/>
                <a:ea typeface="Verdana" panose="020B0604030504040204" pitchFamily="34" charset="0"/>
                <a:cs typeface="Verdana" panose="020B0604030504040204" pitchFamily="34" charset="0"/>
              </a:defRPr>
            </a:lvl3pPr>
            <a:lvl4pPr marL="959976">
              <a:lnSpc>
                <a:spcPct val="90000"/>
              </a:lnSpc>
              <a:spcBef>
                <a:spcPts val="400"/>
              </a:spcBef>
              <a:defRPr lang="fr-FR" sz="933" b="0" i="0" kern="1200" cap="all" baseline="0" dirty="0">
                <a:solidFill>
                  <a:schemeClr val="accent2"/>
                </a:solidFill>
                <a:latin typeface="Verdana" panose="020B0604030504040204" pitchFamily="34" charset="0"/>
                <a:ea typeface="Verdana" panose="020B0604030504040204" pitchFamily="34" charset="0"/>
                <a:cs typeface="Verdana" panose="020B0604030504040204" pitchFamily="34" charset="0"/>
              </a:defRPr>
            </a:lvl4pPr>
          </a:lstStyle>
          <a:p>
            <a:pPr lvl="0"/>
            <a:r>
              <a:rPr lang="en-US" noProof="0" dirty="0"/>
              <a:t>00</a:t>
            </a:r>
          </a:p>
        </p:txBody>
      </p:sp>
      <p:sp>
        <p:nvSpPr>
          <p:cNvPr id="103" name="Espace réservé du texte 17">
            <a:extLst>
              <a:ext uri="{FF2B5EF4-FFF2-40B4-BE49-F238E27FC236}">
                <a16:creationId xmlns:a16="http://schemas.microsoft.com/office/drawing/2014/main" id="{E49EEF33-C71E-40D1-9265-9BA472F3F6C0}"/>
              </a:ext>
            </a:extLst>
          </p:cNvPr>
          <p:cNvSpPr>
            <a:spLocks noGrp="1"/>
          </p:cNvSpPr>
          <p:nvPr>
            <p:ph type="body" sz="quarter" idx="33" hasCustomPrompt="1"/>
          </p:nvPr>
        </p:nvSpPr>
        <p:spPr>
          <a:xfrm>
            <a:off x="1143071" y="4334844"/>
            <a:ext cx="517952" cy="563307"/>
          </a:xfrm>
        </p:spPr>
        <p:txBody>
          <a:bodyPr/>
          <a:lstStyle>
            <a:lvl1pPr>
              <a:lnSpc>
                <a:spcPct val="90000"/>
              </a:lnSpc>
              <a:spcBef>
                <a:spcPts val="800"/>
              </a:spcBef>
              <a:defRPr lang="en-US" sz="2133" b="0" i="0" kern="1200" noProof="0" dirty="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959976">
              <a:lnSpc>
                <a:spcPct val="90000"/>
              </a:lnSpc>
              <a:spcBef>
                <a:spcPts val="400"/>
              </a:spcBef>
              <a:defRPr lang="fr-FR" sz="933" b="0" i="0" kern="1200" cap="all" baseline="0" dirty="0" err="1" smtClean="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lnSpc>
                <a:spcPct val="90000"/>
              </a:lnSpc>
              <a:spcBef>
                <a:spcPts val="800"/>
              </a:spcBef>
              <a:defRPr sz="2267" b="0" i="0">
                <a:solidFill>
                  <a:schemeClr val="accent2"/>
                </a:solidFill>
                <a:latin typeface="Verdana" panose="020B0604030504040204" pitchFamily="34" charset="0"/>
                <a:ea typeface="Verdana" panose="020B0604030504040204" pitchFamily="34" charset="0"/>
                <a:cs typeface="Verdana" panose="020B0604030504040204" pitchFamily="34" charset="0"/>
              </a:defRPr>
            </a:lvl3pPr>
            <a:lvl4pPr marL="959976">
              <a:lnSpc>
                <a:spcPct val="90000"/>
              </a:lnSpc>
              <a:spcBef>
                <a:spcPts val="400"/>
              </a:spcBef>
              <a:defRPr lang="fr-FR" sz="933" b="0" i="0" kern="1200" cap="all" baseline="0" dirty="0">
                <a:solidFill>
                  <a:schemeClr val="accent2"/>
                </a:solidFill>
                <a:latin typeface="Verdana" panose="020B0604030504040204" pitchFamily="34" charset="0"/>
                <a:ea typeface="Verdana" panose="020B0604030504040204" pitchFamily="34" charset="0"/>
                <a:cs typeface="Verdana" panose="020B0604030504040204" pitchFamily="34" charset="0"/>
              </a:defRPr>
            </a:lvl4pPr>
          </a:lstStyle>
          <a:p>
            <a:pPr lvl="0"/>
            <a:r>
              <a:rPr lang="en-US" noProof="0" dirty="0"/>
              <a:t>00</a:t>
            </a:r>
          </a:p>
        </p:txBody>
      </p:sp>
      <p:sp>
        <p:nvSpPr>
          <p:cNvPr id="105" name="Espace réservé du texte 17">
            <a:extLst>
              <a:ext uri="{FF2B5EF4-FFF2-40B4-BE49-F238E27FC236}">
                <a16:creationId xmlns:a16="http://schemas.microsoft.com/office/drawing/2014/main" id="{C11A4F59-2FB0-4630-BFDA-22FD2B557649}"/>
              </a:ext>
            </a:extLst>
          </p:cNvPr>
          <p:cNvSpPr>
            <a:spLocks noGrp="1"/>
          </p:cNvSpPr>
          <p:nvPr>
            <p:ph type="body" sz="quarter" idx="36" hasCustomPrompt="1"/>
          </p:nvPr>
        </p:nvSpPr>
        <p:spPr>
          <a:xfrm>
            <a:off x="1143071" y="5128365"/>
            <a:ext cx="517952" cy="563307"/>
          </a:xfrm>
        </p:spPr>
        <p:txBody>
          <a:bodyPr/>
          <a:lstStyle>
            <a:lvl1pPr>
              <a:lnSpc>
                <a:spcPct val="90000"/>
              </a:lnSpc>
              <a:spcBef>
                <a:spcPts val="800"/>
              </a:spcBef>
              <a:defRPr lang="en-US" sz="2133" b="0" i="0" kern="1200" noProof="0" dirty="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959976">
              <a:lnSpc>
                <a:spcPct val="90000"/>
              </a:lnSpc>
              <a:spcBef>
                <a:spcPts val="400"/>
              </a:spcBef>
              <a:defRPr lang="fr-FR" sz="933" b="0" i="0" kern="1200" cap="all" baseline="0" dirty="0" err="1" smtClean="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lnSpc>
                <a:spcPct val="90000"/>
              </a:lnSpc>
              <a:spcBef>
                <a:spcPts val="800"/>
              </a:spcBef>
              <a:defRPr sz="2267" b="0" i="0">
                <a:solidFill>
                  <a:schemeClr val="accent2"/>
                </a:solidFill>
                <a:latin typeface="Verdana" panose="020B0604030504040204" pitchFamily="34" charset="0"/>
                <a:ea typeface="Verdana" panose="020B0604030504040204" pitchFamily="34" charset="0"/>
                <a:cs typeface="Verdana" panose="020B0604030504040204" pitchFamily="34" charset="0"/>
              </a:defRPr>
            </a:lvl3pPr>
            <a:lvl4pPr marL="959976">
              <a:lnSpc>
                <a:spcPct val="90000"/>
              </a:lnSpc>
              <a:spcBef>
                <a:spcPts val="400"/>
              </a:spcBef>
              <a:defRPr lang="fr-FR" sz="933" b="0" i="0" kern="1200" cap="all" baseline="0" dirty="0">
                <a:solidFill>
                  <a:schemeClr val="accent2"/>
                </a:solidFill>
                <a:latin typeface="Verdana" panose="020B0604030504040204" pitchFamily="34" charset="0"/>
                <a:ea typeface="Verdana" panose="020B0604030504040204" pitchFamily="34" charset="0"/>
                <a:cs typeface="Verdana" panose="020B0604030504040204" pitchFamily="34" charset="0"/>
              </a:defRPr>
            </a:lvl4pPr>
          </a:lstStyle>
          <a:p>
            <a:pPr lvl="0"/>
            <a:r>
              <a:rPr lang="en-US" noProof="0" dirty="0"/>
              <a:t>00</a:t>
            </a:r>
          </a:p>
        </p:txBody>
      </p:sp>
      <p:sp>
        <p:nvSpPr>
          <p:cNvPr id="117" name="Espace réservé du texte 17">
            <a:extLst>
              <a:ext uri="{FF2B5EF4-FFF2-40B4-BE49-F238E27FC236}">
                <a16:creationId xmlns:a16="http://schemas.microsoft.com/office/drawing/2014/main" id="{BC549DD2-19EC-48CD-B888-45BB704C4174}"/>
              </a:ext>
            </a:extLst>
          </p:cNvPr>
          <p:cNvSpPr>
            <a:spLocks noGrp="1"/>
          </p:cNvSpPr>
          <p:nvPr>
            <p:ph type="body" sz="quarter" idx="55" hasCustomPrompt="1"/>
          </p:nvPr>
        </p:nvSpPr>
        <p:spPr>
          <a:xfrm>
            <a:off x="6628593" y="1960151"/>
            <a:ext cx="517952" cy="563307"/>
          </a:xfrm>
        </p:spPr>
        <p:txBody>
          <a:bodyPr/>
          <a:lstStyle>
            <a:lvl1pPr>
              <a:lnSpc>
                <a:spcPct val="90000"/>
              </a:lnSpc>
              <a:spcBef>
                <a:spcPts val="800"/>
              </a:spcBef>
              <a:defRPr lang="en-US" sz="2133" b="0" i="0" kern="1200" noProof="0" dirty="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959976">
              <a:lnSpc>
                <a:spcPct val="90000"/>
              </a:lnSpc>
              <a:spcBef>
                <a:spcPts val="400"/>
              </a:spcBef>
              <a:defRPr lang="fr-FR" sz="933" b="0" i="0" kern="1200" cap="all" baseline="0" dirty="0" err="1" smtClean="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lnSpc>
                <a:spcPct val="90000"/>
              </a:lnSpc>
              <a:spcBef>
                <a:spcPts val="800"/>
              </a:spcBef>
              <a:defRPr sz="2267" b="0" i="0">
                <a:solidFill>
                  <a:schemeClr val="accent2"/>
                </a:solidFill>
                <a:latin typeface="Verdana" panose="020B0604030504040204" pitchFamily="34" charset="0"/>
                <a:ea typeface="Verdana" panose="020B0604030504040204" pitchFamily="34" charset="0"/>
                <a:cs typeface="Verdana" panose="020B0604030504040204" pitchFamily="34" charset="0"/>
              </a:defRPr>
            </a:lvl3pPr>
            <a:lvl4pPr marL="959976">
              <a:lnSpc>
                <a:spcPct val="90000"/>
              </a:lnSpc>
              <a:spcBef>
                <a:spcPts val="400"/>
              </a:spcBef>
              <a:defRPr lang="fr-FR" sz="933" b="0" i="0" kern="1200" cap="all" baseline="0" dirty="0">
                <a:solidFill>
                  <a:schemeClr val="accent2"/>
                </a:solidFill>
                <a:latin typeface="Verdana" panose="020B0604030504040204" pitchFamily="34" charset="0"/>
                <a:ea typeface="Verdana" panose="020B0604030504040204" pitchFamily="34" charset="0"/>
                <a:cs typeface="Verdana" panose="020B0604030504040204" pitchFamily="34" charset="0"/>
              </a:defRPr>
            </a:lvl4pPr>
          </a:lstStyle>
          <a:p>
            <a:pPr lvl="0"/>
            <a:r>
              <a:rPr lang="en-US" noProof="0" dirty="0"/>
              <a:t>00</a:t>
            </a:r>
          </a:p>
        </p:txBody>
      </p:sp>
      <p:sp>
        <p:nvSpPr>
          <p:cNvPr id="119" name="Espace réservé du texte 17">
            <a:extLst>
              <a:ext uri="{FF2B5EF4-FFF2-40B4-BE49-F238E27FC236}">
                <a16:creationId xmlns:a16="http://schemas.microsoft.com/office/drawing/2014/main" id="{3F60EFF9-C152-4B38-A6F0-B6187C82AB3A}"/>
              </a:ext>
            </a:extLst>
          </p:cNvPr>
          <p:cNvSpPr>
            <a:spLocks noGrp="1"/>
          </p:cNvSpPr>
          <p:nvPr>
            <p:ph type="body" sz="quarter" idx="57" hasCustomPrompt="1"/>
          </p:nvPr>
        </p:nvSpPr>
        <p:spPr>
          <a:xfrm>
            <a:off x="6628593" y="2753672"/>
            <a:ext cx="517952" cy="563307"/>
          </a:xfrm>
        </p:spPr>
        <p:txBody>
          <a:bodyPr/>
          <a:lstStyle>
            <a:lvl1pPr>
              <a:lnSpc>
                <a:spcPct val="90000"/>
              </a:lnSpc>
              <a:spcBef>
                <a:spcPts val="800"/>
              </a:spcBef>
              <a:defRPr lang="en-US" sz="2133" b="0" i="0" kern="1200" noProof="0" dirty="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959976">
              <a:lnSpc>
                <a:spcPct val="90000"/>
              </a:lnSpc>
              <a:spcBef>
                <a:spcPts val="400"/>
              </a:spcBef>
              <a:defRPr lang="fr-FR" sz="933" b="0" i="0" kern="1200" cap="all" baseline="0" dirty="0" err="1" smtClean="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lnSpc>
                <a:spcPct val="90000"/>
              </a:lnSpc>
              <a:spcBef>
                <a:spcPts val="800"/>
              </a:spcBef>
              <a:defRPr sz="2267" b="0" i="0">
                <a:solidFill>
                  <a:schemeClr val="accent2"/>
                </a:solidFill>
                <a:latin typeface="Verdana" panose="020B0604030504040204" pitchFamily="34" charset="0"/>
                <a:ea typeface="Verdana" panose="020B0604030504040204" pitchFamily="34" charset="0"/>
                <a:cs typeface="Verdana" panose="020B0604030504040204" pitchFamily="34" charset="0"/>
              </a:defRPr>
            </a:lvl3pPr>
            <a:lvl4pPr marL="959976">
              <a:lnSpc>
                <a:spcPct val="90000"/>
              </a:lnSpc>
              <a:spcBef>
                <a:spcPts val="400"/>
              </a:spcBef>
              <a:defRPr lang="fr-FR" sz="933" b="0" i="0" kern="1200" cap="all" baseline="0" dirty="0">
                <a:solidFill>
                  <a:schemeClr val="accent2"/>
                </a:solidFill>
                <a:latin typeface="Verdana" panose="020B0604030504040204" pitchFamily="34" charset="0"/>
                <a:ea typeface="Verdana" panose="020B0604030504040204" pitchFamily="34" charset="0"/>
                <a:cs typeface="Verdana" panose="020B0604030504040204" pitchFamily="34" charset="0"/>
              </a:defRPr>
            </a:lvl4pPr>
          </a:lstStyle>
          <a:p>
            <a:pPr lvl="0"/>
            <a:r>
              <a:rPr lang="en-US" noProof="0" dirty="0"/>
              <a:t>00</a:t>
            </a:r>
          </a:p>
        </p:txBody>
      </p:sp>
      <p:sp>
        <p:nvSpPr>
          <p:cNvPr id="121" name="Espace réservé du texte 17">
            <a:extLst>
              <a:ext uri="{FF2B5EF4-FFF2-40B4-BE49-F238E27FC236}">
                <a16:creationId xmlns:a16="http://schemas.microsoft.com/office/drawing/2014/main" id="{79245E80-9388-4650-8049-250CA8CADB14}"/>
              </a:ext>
            </a:extLst>
          </p:cNvPr>
          <p:cNvSpPr>
            <a:spLocks noGrp="1"/>
          </p:cNvSpPr>
          <p:nvPr>
            <p:ph type="body" sz="quarter" idx="59" hasCustomPrompt="1"/>
          </p:nvPr>
        </p:nvSpPr>
        <p:spPr>
          <a:xfrm>
            <a:off x="6628593" y="3541323"/>
            <a:ext cx="517952" cy="563307"/>
          </a:xfrm>
        </p:spPr>
        <p:txBody>
          <a:bodyPr/>
          <a:lstStyle>
            <a:lvl1pPr>
              <a:lnSpc>
                <a:spcPct val="90000"/>
              </a:lnSpc>
              <a:spcBef>
                <a:spcPts val="800"/>
              </a:spcBef>
              <a:defRPr lang="en-US" sz="2133" b="0" i="0" kern="1200" noProof="0" dirty="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959976">
              <a:lnSpc>
                <a:spcPct val="90000"/>
              </a:lnSpc>
              <a:spcBef>
                <a:spcPts val="400"/>
              </a:spcBef>
              <a:defRPr lang="fr-FR" sz="933" b="0" i="0" kern="1200" cap="all" baseline="0" dirty="0" err="1" smtClean="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lnSpc>
                <a:spcPct val="90000"/>
              </a:lnSpc>
              <a:spcBef>
                <a:spcPts val="800"/>
              </a:spcBef>
              <a:defRPr sz="2267" b="0" i="0">
                <a:solidFill>
                  <a:schemeClr val="accent2"/>
                </a:solidFill>
                <a:latin typeface="Verdana" panose="020B0604030504040204" pitchFamily="34" charset="0"/>
                <a:ea typeface="Verdana" panose="020B0604030504040204" pitchFamily="34" charset="0"/>
                <a:cs typeface="Verdana" panose="020B0604030504040204" pitchFamily="34" charset="0"/>
              </a:defRPr>
            </a:lvl3pPr>
            <a:lvl4pPr marL="959976">
              <a:lnSpc>
                <a:spcPct val="90000"/>
              </a:lnSpc>
              <a:spcBef>
                <a:spcPts val="400"/>
              </a:spcBef>
              <a:defRPr lang="fr-FR" sz="933" b="0" i="0" kern="1200" cap="all" baseline="0" dirty="0">
                <a:solidFill>
                  <a:schemeClr val="accent2"/>
                </a:solidFill>
                <a:latin typeface="Verdana" panose="020B0604030504040204" pitchFamily="34" charset="0"/>
                <a:ea typeface="Verdana" panose="020B0604030504040204" pitchFamily="34" charset="0"/>
                <a:cs typeface="Verdana" panose="020B0604030504040204" pitchFamily="34" charset="0"/>
              </a:defRPr>
            </a:lvl4pPr>
          </a:lstStyle>
          <a:p>
            <a:pPr lvl="0"/>
            <a:r>
              <a:rPr lang="en-US" noProof="0" dirty="0"/>
              <a:t>00</a:t>
            </a:r>
          </a:p>
        </p:txBody>
      </p:sp>
      <p:sp>
        <p:nvSpPr>
          <p:cNvPr id="123" name="Espace réservé du texte 17">
            <a:extLst>
              <a:ext uri="{FF2B5EF4-FFF2-40B4-BE49-F238E27FC236}">
                <a16:creationId xmlns:a16="http://schemas.microsoft.com/office/drawing/2014/main" id="{38029C0C-186F-4AA6-979B-ED3F5FBAE0CE}"/>
              </a:ext>
            </a:extLst>
          </p:cNvPr>
          <p:cNvSpPr>
            <a:spLocks noGrp="1"/>
          </p:cNvSpPr>
          <p:nvPr>
            <p:ph type="body" sz="quarter" idx="61" hasCustomPrompt="1"/>
          </p:nvPr>
        </p:nvSpPr>
        <p:spPr>
          <a:xfrm>
            <a:off x="6628593" y="4334844"/>
            <a:ext cx="517952" cy="563307"/>
          </a:xfrm>
        </p:spPr>
        <p:txBody>
          <a:bodyPr/>
          <a:lstStyle>
            <a:lvl1pPr>
              <a:lnSpc>
                <a:spcPct val="90000"/>
              </a:lnSpc>
              <a:spcBef>
                <a:spcPts val="800"/>
              </a:spcBef>
              <a:defRPr lang="en-US" sz="2133" b="0" i="0" kern="1200" noProof="0" dirty="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959976">
              <a:lnSpc>
                <a:spcPct val="90000"/>
              </a:lnSpc>
              <a:spcBef>
                <a:spcPts val="400"/>
              </a:spcBef>
              <a:defRPr lang="fr-FR" sz="933" b="0" i="0" kern="1200" cap="all" baseline="0" dirty="0" err="1" smtClean="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lnSpc>
                <a:spcPct val="90000"/>
              </a:lnSpc>
              <a:spcBef>
                <a:spcPts val="800"/>
              </a:spcBef>
              <a:defRPr sz="2267" b="0" i="0">
                <a:solidFill>
                  <a:schemeClr val="accent2"/>
                </a:solidFill>
                <a:latin typeface="Verdana" panose="020B0604030504040204" pitchFamily="34" charset="0"/>
                <a:ea typeface="Verdana" panose="020B0604030504040204" pitchFamily="34" charset="0"/>
                <a:cs typeface="Verdana" panose="020B0604030504040204" pitchFamily="34" charset="0"/>
              </a:defRPr>
            </a:lvl3pPr>
            <a:lvl4pPr marL="959976">
              <a:lnSpc>
                <a:spcPct val="90000"/>
              </a:lnSpc>
              <a:spcBef>
                <a:spcPts val="400"/>
              </a:spcBef>
              <a:defRPr lang="fr-FR" sz="933" b="0" i="0" kern="1200" cap="all" baseline="0" dirty="0">
                <a:solidFill>
                  <a:schemeClr val="accent2"/>
                </a:solidFill>
                <a:latin typeface="Verdana" panose="020B0604030504040204" pitchFamily="34" charset="0"/>
                <a:ea typeface="Verdana" panose="020B0604030504040204" pitchFamily="34" charset="0"/>
                <a:cs typeface="Verdana" panose="020B0604030504040204" pitchFamily="34" charset="0"/>
              </a:defRPr>
            </a:lvl4pPr>
          </a:lstStyle>
          <a:p>
            <a:pPr lvl="0"/>
            <a:r>
              <a:rPr lang="en-US" noProof="0" dirty="0"/>
              <a:t>00</a:t>
            </a:r>
          </a:p>
        </p:txBody>
      </p:sp>
      <p:sp>
        <p:nvSpPr>
          <p:cNvPr id="125" name="Espace réservé du texte 17">
            <a:extLst>
              <a:ext uri="{FF2B5EF4-FFF2-40B4-BE49-F238E27FC236}">
                <a16:creationId xmlns:a16="http://schemas.microsoft.com/office/drawing/2014/main" id="{59A7AD2F-F568-4503-8FF8-3611A660ED34}"/>
              </a:ext>
            </a:extLst>
          </p:cNvPr>
          <p:cNvSpPr>
            <a:spLocks noGrp="1"/>
          </p:cNvSpPr>
          <p:nvPr>
            <p:ph type="body" sz="quarter" idx="63" hasCustomPrompt="1"/>
          </p:nvPr>
        </p:nvSpPr>
        <p:spPr>
          <a:xfrm>
            <a:off x="6628593" y="5128365"/>
            <a:ext cx="517952" cy="563307"/>
          </a:xfrm>
        </p:spPr>
        <p:txBody>
          <a:bodyPr/>
          <a:lstStyle>
            <a:lvl1pPr>
              <a:lnSpc>
                <a:spcPct val="90000"/>
              </a:lnSpc>
              <a:spcBef>
                <a:spcPts val="800"/>
              </a:spcBef>
              <a:defRPr lang="en-US" sz="2133" b="0" i="0" kern="1200" noProof="0" dirty="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959976">
              <a:lnSpc>
                <a:spcPct val="90000"/>
              </a:lnSpc>
              <a:spcBef>
                <a:spcPts val="400"/>
              </a:spcBef>
              <a:defRPr lang="fr-FR" sz="933" b="0" i="0" kern="1200" cap="all" baseline="0" dirty="0" err="1" smtClean="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lnSpc>
                <a:spcPct val="90000"/>
              </a:lnSpc>
              <a:spcBef>
                <a:spcPts val="800"/>
              </a:spcBef>
              <a:defRPr sz="2267" b="0" i="0">
                <a:solidFill>
                  <a:schemeClr val="accent2"/>
                </a:solidFill>
                <a:latin typeface="Verdana" panose="020B0604030504040204" pitchFamily="34" charset="0"/>
                <a:ea typeface="Verdana" panose="020B0604030504040204" pitchFamily="34" charset="0"/>
                <a:cs typeface="Verdana" panose="020B0604030504040204" pitchFamily="34" charset="0"/>
              </a:defRPr>
            </a:lvl3pPr>
            <a:lvl4pPr marL="959976">
              <a:lnSpc>
                <a:spcPct val="90000"/>
              </a:lnSpc>
              <a:spcBef>
                <a:spcPts val="400"/>
              </a:spcBef>
              <a:defRPr lang="fr-FR" sz="933" b="0" i="0" kern="1200" cap="all" baseline="0" dirty="0">
                <a:solidFill>
                  <a:schemeClr val="accent2"/>
                </a:solidFill>
                <a:latin typeface="Verdana" panose="020B0604030504040204" pitchFamily="34" charset="0"/>
                <a:ea typeface="Verdana" panose="020B0604030504040204" pitchFamily="34" charset="0"/>
                <a:cs typeface="Verdana" panose="020B0604030504040204" pitchFamily="34" charset="0"/>
              </a:defRPr>
            </a:lvl4pPr>
          </a:lstStyle>
          <a:p>
            <a:pPr lvl="0"/>
            <a:r>
              <a:rPr lang="en-US" noProof="0" dirty="0"/>
              <a:t>00</a:t>
            </a:r>
          </a:p>
        </p:txBody>
      </p:sp>
      <p:sp>
        <p:nvSpPr>
          <p:cNvPr id="171" name="Espace réservé du texte 17">
            <a:extLst>
              <a:ext uri="{FF2B5EF4-FFF2-40B4-BE49-F238E27FC236}">
                <a16:creationId xmlns:a16="http://schemas.microsoft.com/office/drawing/2014/main" id="{F76009EF-0F43-4873-91C8-26C6B0F441B3}"/>
              </a:ext>
            </a:extLst>
          </p:cNvPr>
          <p:cNvSpPr>
            <a:spLocks noGrp="1"/>
          </p:cNvSpPr>
          <p:nvPr>
            <p:ph type="body" sz="quarter" idx="83"/>
          </p:nvPr>
        </p:nvSpPr>
        <p:spPr>
          <a:xfrm>
            <a:off x="1890217" y="2311400"/>
            <a:ext cx="3984145" cy="205912"/>
          </a:xfrm>
        </p:spPr>
        <p:txBody>
          <a:bodyPr/>
          <a:lstStyle>
            <a:lvl1pPr>
              <a:lnSpc>
                <a:spcPct val="90000"/>
              </a:lnSpc>
              <a:spcBef>
                <a:spcPts val="800"/>
              </a:spcBef>
              <a:defRPr sz="1067" b="0" i="0" cap="all">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0" indent="0" algn="l">
              <a:lnSpc>
                <a:spcPct val="90000"/>
              </a:lnSpc>
              <a:spcBef>
                <a:spcPts val="400"/>
              </a:spcBef>
              <a:buFont typeface="Arial" panose="020B0604020202020204" pitchFamily="34" charset="0"/>
              <a:buNone/>
              <a:defRPr lang="fr-FR" sz="1067" b="0" i="0" kern="1200" cap="all" baseline="0" dirty="0" err="1" smtClean="0">
                <a:solidFill>
                  <a:schemeClr val="accent2"/>
                </a:solidFill>
                <a:latin typeface="Verdana" panose="020B0604030504040204" pitchFamily="34" charset="0"/>
                <a:ea typeface="Verdana" panose="020B0604030504040204" pitchFamily="34" charset="0"/>
                <a:cs typeface="Verdana" panose="020B0604030504040204" pitchFamily="34" charset="0"/>
              </a:defRPr>
            </a:lvl2pPr>
            <a:lvl3pPr>
              <a:lnSpc>
                <a:spcPct val="90000"/>
              </a:lnSpc>
              <a:spcBef>
                <a:spcPts val="800"/>
              </a:spcBef>
              <a:defRPr sz="1067" b="0" i="0" cap="all">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0">
              <a:lnSpc>
                <a:spcPct val="90000"/>
              </a:lnSpc>
              <a:spcBef>
                <a:spcPts val="400"/>
              </a:spcBef>
              <a:defRPr lang="fr-FR" sz="1067" b="0" i="0" kern="1200" cap="all" baseline="0" dirty="0">
                <a:solidFill>
                  <a:schemeClr val="accent2"/>
                </a:solidFill>
                <a:latin typeface="Verdana" panose="020B0604030504040204" pitchFamily="34" charset="0"/>
                <a:ea typeface="Verdana" panose="020B0604030504040204" pitchFamily="34" charset="0"/>
                <a:cs typeface="Verdana" panose="020B0604030504040204" pitchFamily="34" charset="0"/>
              </a:defRPr>
            </a:lvl4pPr>
          </a:lstStyle>
          <a:p>
            <a:pPr lvl="0"/>
            <a:r>
              <a:rPr lang="en-US" noProof="0"/>
              <a:t>Click to edit Master text styles</a:t>
            </a:r>
          </a:p>
        </p:txBody>
      </p:sp>
      <p:sp>
        <p:nvSpPr>
          <p:cNvPr id="172" name="Espace réservé du texte 17">
            <a:extLst>
              <a:ext uri="{FF2B5EF4-FFF2-40B4-BE49-F238E27FC236}">
                <a16:creationId xmlns:a16="http://schemas.microsoft.com/office/drawing/2014/main" id="{992C4267-8843-489C-BDA2-A7781B549C30}"/>
              </a:ext>
            </a:extLst>
          </p:cNvPr>
          <p:cNvSpPr>
            <a:spLocks noGrp="1"/>
          </p:cNvSpPr>
          <p:nvPr>
            <p:ph type="body" sz="quarter" idx="84"/>
          </p:nvPr>
        </p:nvSpPr>
        <p:spPr>
          <a:xfrm>
            <a:off x="1889033" y="1957990"/>
            <a:ext cx="3984145" cy="323309"/>
          </a:xfrm>
        </p:spPr>
        <p:txBody>
          <a:bodyPr/>
          <a:lstStyle>
            <a:lvl1pPr>
              <a:lnSpc>
                <a:spcPct val="90000"/>
              </a:lnSpc>
              <a:spcBef>
                <a:spcPts val="800"/>
              </a:spcBef>
              <a:defRPr sz="2133" b="0" i="0" cap="none">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0" indent="0" algn="l">
              <a:lnSpc>
                <a:spcPct val="90000"/>
              </a:lnSpc>
              <a:spcBef>
                <a:spcPts val="400"/>
              </a:spcBef>
              <a:buFont typeface="Arial" panose="020B0604020202020204" pitchFamily="34" charset="0"/>
              <a:buNone/>
              <a:defRPr lang="fr-FR" sz="2133" b="0" i="0" kern="1200" cap="none" baseline="0" dirty="0" err="1" smtClean="0">
                <a:solidFill>
                  <a:schemeClr val="accent2"/>
                </a:solidFill>
                <a:latin typeface="Verdana" panose="020B0604030504040204" pitchFamily="34" charset="0"/>
                <a:ea typeface="Verdana" panose="020B0604030504040204" pitchFamily="34" charset="0"/>
                <a:cs typeface="Verdana" panose="020B0604030504040204" pitchFamily="34" charset="0"/>
              </a:defRPr>
            </a:lvl2pPr>
            <a:lvl3pPr>
              <a:lnSpc>
                <a:spcPct val="90000"/>
              </a:lnSpc>
              <a:spcBef>
                <a:spcPts val="800"/>
              </a:spcBef>
              <a:defRPr sz="2133" b="0" i="0" cap="none">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0">
              <a:lnSpc>
                <a:spcPct val="90000"/>
              </a:lnSpc>
              <a:spcBef>
                <a:spcPts val="400"/>
              </a:spcBef>
              <a:defRPr lang="fr-FR" sz="2133" b="0" i="0" kern="1200" cap="none" baseline="0" dirty="0">
                <a:solidFill>
                  <a:schemeClr val="accent2"/>
                </a:solidFill>
                <a:latin typeface="Verdana" panose="020B0604030504040204" pitchFamily="34" charset="0"/>
                <a:ea typeface="Verdana" panose="020B0604030504040204" pitchFamily="34" charset="0"/>
                <a:cs typeface="Verdana" panose="020B0604030504040204" pitchFamily="34" charset="0"/>
              </a:defRPr>
            </a:lvl4pPr>
          </a:lstStyle>
          <a:p>
            <a:pPr lvl="0"/>
            <a:r>
              <a:rPr lang="en-US" noProof="0"/>
              <a:t>Click to edit Master text styles</a:t>
            </a:r>
          </a:p>
        </p:txBody>
      </p:sp>
      <p:sp>
        <p:nvSpPr>
          <p:cNvPr id="173" name="Espace réservé du texte 17">
            <a:extLst>
              <a:ext uri="{FF2B5EF4-FFF2-40B4-BE49-F238E27FC236}">
                <a16:creationId xmlns:a16="http://schemas.microsoft.com/office/drawing/2014/main" id="{9CA0A737-645E-4692-BFD7-8713830985A3}"/>
              </a:ext>
            </a:extLst>
          </p:cNvPr>
          <p:cNvSpPr>
            <a:spLocks noGrp="1"/>
          </p:cNvSpPr>
          <p:nvPr>
            <p:ph type="body" sz="quarter" idx="85"/>
          </p:nvPr>
        </p:nvSpPr>
        <p:spPr>
          <a:xfrm>
            <a:off x="1890217" y="3111067"/>
            <a:ext cx="3984145" cy="205912"/>
          </a:xfrm>
        </p:spPr>
        <p:txBody>
          <a:bodyPr/>
          <a:lstStyle>
            <a:lvl1pPr>
              <a:lnSpc>
                <a:spcPct val="90000"/>
              </a:lnSpc>
              <a:spcBef>
                <a:spcPts val="800"/>
              </a:spcBef>
              <a:defRPr sz="1067" b="0" i="0" cap="all">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0" indent="0" algn="l">
              <a:lnSpc>
                <a:spcPct val="90000"/>
              </a:lnSpc>
              <a:spcBef>
                <a:spcPts val="400"/>
              </a:spcBef>
              <a:buFont typeface="Arial" panose="020B0604020202020204" pitchFamily="34" charset="0"/>
              <a:buNone/>
              <a:defRPr lang="fr-FR" sz="1067" b="0" i="0" kern="1200" cap="all" baseline="0" dirty="0" err="1" smtClean="0">
                <a:solidFill>
                  <a:schemeClr val="accent2"/>
                </a:solidFill>
                <a:latin typeface="Verdana" panose="020B0604030504040204" pitchFamily="34" charset="0"/>
                <a:ea typeface="Verdana" panose="020B0604030504040204" pitchFamily="34" charset="0"/>
                <a:cs typeface="Verdana" panose="020B0604030504040204" pitchFamily="34" charset="0"/>
              </a:defRPr>
            </a:lvl2pPr>
            <a:lvl3pPr>
              <a:lnSpc>
                <a:spcPct val="90000"/>
              </a:lnSpc>
              <a:spcBef>
                <a:spcPts val="800"/>
              </a:spcBef>
              <a:defRPr sz="1067" b="0" i="0" cap="all">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0">
              <a:lnSpc>
                <a:spcPct val="90000"/>
              </a:lnSpc>
              <a:spcBef>
                <a:spcPts val="400"/>
              </a:spcBef>
              <a:defRPr lang="fr-FR" sz="1067" b="0" i="0" kern="1200" cap="all" baseline="0" dirty="0">
                <a:solidFill>
                  <a:schemeClr val="accent2"/>
                </a:solidFill>
                <a:latin typeface="Verdana" panose="020B0604030504040204" pitchFamily="34" charset="0"/>
                <a:ea typeface="Verdana" panose="020B0604030504040204" pitchFamily="34" charset="0"/>
                <a:cs typeface="Verdana" panose="020B0604030504040204" pitchFamily="34" charset="0"/>
              </a:defRPr>
            </a:lvl4pPr>
          </a:lstStyle>
          <a:p>
            <a:pPr lvl="0"/>
            <a:r>
              <a:rPr lang="en-US" noProof="0"/>
              <a:t>Click to edit Master text styles</a:t>
            </a:r>
          </a:p>
        </p:txBody>
      </p:sp>
      <p:sp>
        <p:nvSpPr>
          <p:cNvPr id="174" name="Espace réservé du texte 17">
            <a:extLst>
              <a:ext uri="{FF2B5EF4-FFF2-40B4-BE49-F238E27FC236}">
                <a16:creationId xmlns:a16="http://schemas.microsoft.com/office/drawing/2014/main" id="{EA07FC7D-0F48-467E-8265-8D2A4C7B25A5}"/>
              </a:ext>
            </a:extLst>
          </p:cNvPr>
          <p:cNvSpPr>
            <a:spLocks noGrp="1"/>
          </p:cNvSpPr>
          <p:nvPr>
            <p:ph type="body" sz="quarter" idx="86"/>
          </p:nvPr>
        </p:nvSpPr>
        <p:spPr>
          <a:xfrm>
            <a:off x="1889033" y="2757656"/>
            <a:ext cx="3984145" cy="323309"/>
          </a:xfrm>
        </p:spPr>
        <p:txBody>
          <a:bodyPr/>
          <a:lstStyle>
            <a:lvl1pPr>
              <a:lnSpc>
                <a:spcPct val="90000"/>
              </a:lnSpc>
              <a:spcBef>
                <a:spcPts val="800"/>
              </a:spcBef>
              <a:defRPr sz="2133" b="0" i="0" cap="none">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0" indent="0" algn="l">
              <a:lnSpc>
                <a:spcPct val="90000"/>
              </a:lnSpc>
              <a:spcBef>
                <a:spcPts val="400"/>
              </a:spcBef>
              <a:buFont typeface="Arial" panose="020B0604020202020204" pitchFamily="34" charset="0"/>
              <a:buNone/>
              <a:defRPr lang="fr-FR" sz="2133" b="0" i="0" kern="1200" cap="none" baseline="0" dirty="0" err="1" smtClean="0">
                <a:solidFill>
                  <a:schemeClr val="accent2"/>
                </a:solidFill>
                <a:latin typeface="Verdana" panose="020B0604030504040204" pitchFamily="34" charset="0"/>
                <a:ea typeface="Verdana" panose="020B0604030504040204" pitchFamily="34" charset="0"/>
                <a:cs typeface="Verdana" panose="020B0604030504040204" pitchFamily="34" charset="0"/>
              </a:defRPr>
            </a:lvl2pPr>
            <a:lvl3pPr>
              <a:lnSpc>
                <a:spcPct val="90000"/>
              </a:lnSpc>
              <a:spcBef>
                <a:spcPts val="800"/>
              </a:spcBef>
              <a:defRPr sz="2133" b="0" i="0" cap="none">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0">
              <a:lnSpc>
                <a:spcPct val="90000"/>
              </a:lnSpc>
              <a:spcBef>
                <a:spcPts val="400"/>
              </a:spcBef>
              <a:defRPr lang="fr-FR" sz="2133" b="0" i="0" kern="1200" cap="none" baseline="0" dirty="0">
                <a:solidFill>
                  <a:schemeClr val="accent2"/>
                </a:solidFill>
                <a:latin typeface="Verdana" panose="020B0604030504040204" pitchFamily="34" charset="0"/>
                <a:ea typeface="Verdana" panose="020B0604030504040204" pitchFamily="34" charset="0"/>
                <a:cs typeface="Verdana" panose="020B0604030504040204" pitchFamily="34" charset="0"/>
              </a:defRPr>
            </a:lvl4pPr>
          </a:lstStyle>
          <a:p>
            <a:pPr lvl="0"/>
            <a:r>
              <a:rPr lang="en-US" noProof="0"/>
              <a:t>Click to edit Master text styles</a:t>
            </a:r>
          </a:p>
        </p:txBody>
      </p:sp>
      <p:sp>
        <p:nvSpPr>
          <p:cNvPr id="175" name="Espace réservé du texte 17">
            <a:extLst>
              <a:ext uri="{FF2B5EF4-FFF2-40B4-BE49-F238E27FC236}">
                <a16:creationId xmlns:a16="http://schemas.microsoft.com/office/drawing/2014/main" id="{DABC94A2-3D6D-4C3B-99A1-FC80D5B47E01}"/>
              </a:ext>
            </a:extLst>
          </p:cNvPr>
          <p:cNvSpPr>
            <a:spLocks noGrp="1"/>
          </p:cNvSpPr>
          <p:nvPr>
            <p:ph type="body" sz="quarter" idx="87"/>
          </p:nvPr>
        </p:nvSpPr>
        <p:spPr>
          <a:xfrm>
            <a:off x="1890217" y="3894737"/>
            <a:ext cx="3984145" cy="205912"/>
          </a:xfrm>
        </p:spPr>
        <p:txBody>
          <a:bodyPr/>
          <a:lstStyle>
            <a:lvl1pPr>
              <a:lnSpc>
                <a:spcPct val="90000"/>
              </a:lnSpc>
              <a:spcBef>
                <a:spcPts val="800"/>
              </a:spcBef>
              <a:defRPr sz="1067" b="0" i="0" cap="all">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0" indent="0" algn="l">
              <a:lnSpc>
                <a:spcPct val="90000"/>
              </a:lnSpc>
              <a:spcBef>
                <a:spcPts val="400"/>
              </a:spcBef>
              <a:buFont typeface="Arial" panose="020B0604020202020204" pitchFamily="34" charset="0"/>
              <a:buNone/>
              <a:defRPr lang="fr-FR" sz="1067" b="0" i="0" kern="1200" cap="all" baseline="0" dirty="0" err="1" smtClean="0">
                <a:solidFill>
                  <a:schemeClr val="accent2"/>
                </a:solidFill>
                <a:latin typeface="Verdana" panose="020B0604030504040204" pitchFamily="34" charset="0"/>
                <a:ea typeface="Verdana" panose="020B0604030504040204" pitchFamily="34" charset="0"/>
                <a:cs typeface="Verdana" panose="020B0604030504040204" pitchFamily="34" charset="0"/>
              </a:defRPr>
            </a:lvl2pPr>
            <a:lvl3pPr>
              <a:lnSpc>
                <a:spcPct val="90000"/>
              </a:lnSpc>
              <a:spcBef>
                <a:spcPts val="800"/>
              </a:spcBef>
              <a:defRPr sz="1067" b="0" i="0" cap="all">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0">
              <a:lnSpc>
                <a:spcPct val="90000"/>
              </a:lnSpc>
              <a:spcBef>
                <a:spcPts val="400"/>
              </a:spcBef>
              <a:defRPr lang="fr-FR" sz="1067" b="0" i="0" kern="1200" cap="all" baseline="0" dirty="0">
                <a:solidFill>
                  <a:schemeClr val="accent2"/>
                </a:solidFill>
                <a:latin typeface="Verdana" panose="020B0604030504040204" pitchFamily="34" charset="0"/>
                <a:ea typeface="Verdana" panose="020B0604030504040204" pitchFamily="34" charset="0"/>
                <a:cs typeface="Verdana" panose="020B0604030504040204" pitchFamily="34" charset="0"/>
              </a:defRPr>
            </a:lvl4pPr>
          </a:lstStyle>
          <a:p>
            <a:pPr lvl="0"/>
            <a:r>
              <a:rPr lang="en-US" noProof="0"/>
              <a:t>Click to edit Master text styles</a:t>
            </a:r>
          </a:p>
        </p:txBody>
      </p:sp>
      <p:sp>
        <p:nvSpPr>
          <p:cNvPr id="176" name="Espace réservé du texte 17">
            <a:extLst>
              <a:ext uri="{FF2B5EF4-FFF2-40B4-BE49-F238E27FC236}">
                <a16:creationId xmlns:a16="http://schemas.microsoft.com/office/drawing/2014/main" id="{B4BCF212-97F3-4F17-A4AF-E597DA1C4089}"/>
              </a:ext>
            </a:extLst>
          </p:cNvPr>
          <p:cNvSpPr>
            <a:spLocks noGrp="1"/>
          </p:cNvSpPr>
          <p:nvPr>
            <p:ph type="body" sz="quarter" idx="88"/>
          </p:nvPr>
        </p:nvSpPr>
        <p:spPr>
          <a:xfrm>
            <a:off x="1889033" y="3541327"/>
            <a:ext cx="3984145" cy="323309"/>
          </a:xfrm>
        </p:spPr>
        <p:txBody>
          <a:bodyPr/>
          <a:lstStyle>
            <a:lvl1pPr>
              <a:lnSpc>
                <a:spcPct val="90000"/>
              </a:lnSpc>
              <a:spcBef>
                <a:spcPts val="800"/>
              </a:spcBef>
              <a:defRPr sz="2133" b="0" i="0" cap="none">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0" indent="0" algn="l">
              <a:lnSpc>
                <a:spcPct val="90000"/>
              </a:lnSpc>
              <a:spcBef>
                <a:spcPts val="400"/>
              </a:spcBef>
              <a:buFont typeface="Arial" panose="020B0604020202020204" pitchFamily="34" charset="0"/>
              <a:buNone/>
              <a:defRPr lang="fr-FR" sz="2133" b="0" i="0" kern="1200" cap="none" baseline="0" dirty="0" err="1" smtClean="0">
                <a:solidFill>
                  <a:schemeClr val="accent2"/>
                </a:solidFill>
                <a:latin typeface="Verdana" panose="020B0604030504040204" pitchFamily="34" charset="0"/>
                <a:ea typeface="Verdana" panose="020B0604030504040204" pitchFamily="34" charset="0"/>
                <a:cs typeface="Verdana" panose="020B0604030504040204" pitchFamily="34" charset="0"/>
              </a:defRPr>
            </a:lvl2pPr>
            <a:lvl3pPr>
              <a:lnSpc>
                <a:spcPct val="90000"/>
              </a:lnSpc>
              <a:spcBef>
                <a:spcPts val="800"/>
              </a:spcBef>
              <a:defRPr sz="2133" b="0" i="0" cap="none">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0">
              <a:lnSpc>
                <a:spcPct val="90000"/>
              </a:lnSpc>
              <a:spcBef>
                <a:spcPts val="400"/>
              </a:spcBef>
              <a:defRPr lang="fr-FR" sz="2133" b="0" i="0" kern="1200" cap="none" baseline="0" dirty="0">
                <a:solidFill>
                  <a:schemeClr val="accent2"/>
                </a:solidFill>
                <a:latin typeface="Verdana" panose="020B0604030504040204" pitchFamily="34" charset="0"/>
                <a:ea typeface="Verdana" panose="020B0604030504040204" pitchFamily="34" charset="0"/>
                <a:cs typeface="Verdana" panose="020B0604030504040204" pitchFamily="34" charset="0"/>
              </a:defRPr>
            </a:lvl4pPr>
          </a:lstStyle>
          <a:p>
            <a:pPr lvl="0"/>
            <a:r>
              <a:rPr lang="en-US" noProof="0"/>
              <a:t>Click to edit Master text styles</a:t>
            </a:r>
          </a:p>
        </p:txBody>
      </p:sp>
      <p:sp>
        <p:nvSpPr>
          <p:cNvPr id="177" name="Espace réservé du texte 17">
            <a:extLst>
              <a:ext uri="{FF2B5EF4-FFF2-40B4-BE49-F238E27FC236}">
                <a16:creationId xmlns:a16="http://schemas.microsoft.com/office/drawing/2014/main" id="{F13BA32F-5E1A-4B20-A528-9672446426DC}"/>
              </a:ext>
            </a:extLst>
          </p:cNvPr>
          <p:cNvSpPr>
            <a:spLocks noGrp="1"/>
          </p:cNvSpPr>
          <p:nvPr>
            <p:ph type="body" sz="quarter" idx="89"/>
          </p:nvPr>
        </p:nvSpPr>
        <p:spPr>
          <a:xfrm>
            <a:off x="1890217" y="4686405"/>
            <a:ext cx="3984145" cy="205912"/>
          </a:xfrm>
        </p:spPr>
        <p:txBody>
          <a:bodyPr/>
          <a:lstStyle>
            <a:lvl1pPr>
              <a:lnSpc>
                <a:spcPct val="90000"/>
              </a:lnSpc>
              <a:spcBef>
                <a:spcPts val="800"/>
              </a:spcBef>
              <a:defRPr sz="1067" b="0" i="0" cap="all">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0" indent="0" algn="l">
              <a:lnSpc>
                <a:spcPct val="90000"/>
              </a:lnSpc>
              <a:spcBef>
                <a:spcPts val="400"/>
              </a:spcBef>
              <a:buFont typeface="Arial" panose="020B0604020202020204" pitchFamily="34" charset="0"/>
              <a:buNone/>
              <a:defRPr lang="fr-FR" sz="1067" b="0" i="0" kern="1200" cap="all" baseline="0" dirty="0" err="1" smtClean="0">
                <a:solidFill>
                  <a:schemeClr val="accent2"/>
                </a:solidFill>
                <a:latin typeface="Verdana" panose="020B0604030504040204" pitchFamily="34" charset="0"/>
                <a:ea typeface="Verdana" panose="020B0604030504040204" pitchFamily="34" charset="0"/>
                <a:cs typeface="Verdana" panose="020B0604030504040204" pitchFamily="34" charset="0"/>
              </a:defRPr>
            </a:lvl2pPr>
            <a:lvl3pPr>
              <a:lnSpc>
                <a:spcPct val="90000"/>
              </a:lnSpc>
              <a:spcBef>
                <a:spcPts val="800"/>
              </a:spcBef>
              <a:defRPr sz="1067" b="0" i="0" cap="all">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0">
              <a:lnSpc>
                <a:spcPct val="90000"/>
              </a:lnSpc>
              <a:spcBef>
                <a:spcPts val="400"/>
              </a:spcBef>
              <a:defRPr lang="fr-FR" sz="1067" b="0" i="0" kern="1200" cap="all" baseline="0" dirty="0">
                <a:solidFill>
                  <a:schemeClr val="accent2"/>
                </a:solidFill>
                <a:latin typeface="Verdana" panose="020B0604030504040204" pitchFamily="34" charset="0"/>
                <a:ea typeface="Verdana" panose="020B0604030504040204" pitchFamily="34" charset="0"/>
                <a:cs typeface="Verdana" panose="020B0604030504040204" pitchFamily="34" charset="0"/>
              </a:defRPr>
            </a:lvl4pPr>
          </a:lstStyle>
          <a:p>
            <a:pPr lvl="0"/>
            <a:r>
              <a:rPr lang="en-US" noProof="0"/>
              <a:t>Click to edit Master text styles</a:t>
            </a:r>
          </a:p>
        </p:txBody>
      </p:sp>
      <p:sp>
        <p:nvSpPr>
          <p:cNvPr id="178" name="Espace réservé du texte 17">
            <a:extLst>
              <a:ext uri="{FF2B5EF4-FFF2-40B4-BE49-F238E27FC236}">
                <a16:creationId xmlns:a16="http://schemas.microsoft.com/office/drawing/2014/main" id="{920DB0B3-FD86-49D8-8F01-632DB0B0FF76}"/>
              </a:ext>
            </a:extLst>
          </p:cNvPr>
          <p:cNvSpPr>
            <a:spLocks noGrp="1"/>
          </p:cNvSpPr>
          <p:nvPr>
            <p:ph type="body" sz="quarter" idx="90"/>
          </p:nvPr>
        </p:nvSpPr>
        <p:spPr>
          <a:xfrm>
            <a:off x="1889033" y="4332995"/>
            <a:ext cx="3984145" cy="323309"/>
          </a:xfrm>
        </p:spPr>
        <p:txBody>
          <a:bodyPr/>
          <a:lstStyle>
            <a:lvl1pPr>
              <a:lnSpc>
                <a:spcPct val="90000"/>
              </a:lnSpc>
              <a:spcBef>
                <a:spcPts val="800"/>
              </a:spcBef>
              <a:defRPr sz="2133" b="0" i="0" cap="none">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0" indent="0" algn="l">
              <a:lnSpc>
                <a:spcPct val="90000"/>
              </a:lnSpc>
              <a:spcBef>
                <a:spcPts val="400"/>
              </a:spcBef>
              <a:buFont typeface="Arial" panose="020B0604020202020204" pitchFamily="34" charset="0"/>
              <a:buNone/>
              <a:defRPr lang="fr-FR" sz="2133" b="0" i="0" kern="1200" cap="none" baseline="0" dirty="0" err="1" smtClean="0">
                <a:solidFill>
                  <a:schemeClr val="accent2"/>
                </a:solidFill>
                <a:latin typeface="Verdana" panose="020B0604030504040204" pitchFamily="34" charset="0"/>
                <a:ea typeface="Verdana" panose="020B0604030504040204" pitchFamily="34" charset="0"/>
                <a:cs typeface="Verdana" panose="020B0604030504040204" pitchFamily="34" charset="0"/>
              </a:defRPr>
            </a:lvl2pPr>
            <a:lvl3pPr>
              <a:lnSpc>
                <a:spcPct val="90000"/>
              </a:lnSpc>
              <a:spcBef>
                <a:spcPts val="800"/>
              </a:spcBef>
              <a:defRPr sz="2133" b="0" i="0" cap="none">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0">
              <a:lnSpc>
                <a:spcPct val="90000"/>
              </a:lnSpc>
              <a:spcBef>
                <a:spcPts val="400"/>
              </a:spcBef>
              <a:defRPr lang="fr-FR" sz="2133" b="0" i="0" kern="1200" cap="none" baseline="0" dirty="0">
                <a:solidFill>
                  <a:schemeClr val="accent2"/>
                </a:solidFill>
                <a:latin typeface="Verdana" panose="020B0604030504040204" pitchFamily="34" charset="0"/>
                <a:ea typeface="Verdana" panose="020B0604030504040204" pitchFamily="34" charset="0"/>
                <a:cs typeface="Verdana" panose="020B0604030504040204" pitchFamily="34" charset="0"/>
              </a:defRPr>
            </a:lvl4pPr>
          </a:lstStyle>
          <a:p>
            <a:pPr lvl="0"/>
            <a:r>
              <a:rPr lang="en-US" noProof="0"/>
              <a:t>Click to edit Master text styles</a:t>
            </a:r>
          </a:p>
        </p:txBody>
      </p:sp>
      <p:sp>
        <p:nvSpPr>
          <p:cNvPr id="179" name="Espace réservé du texte 17">
            <a:extLst>
              <a:ext uri="{FF2B5EF4-FFF2-40B4-BE49-F238E27FC236}">
                <a16:creationId xmlns:a16="http://schemas.microsoft.com/office/drawing/2014/main" id="{4D5C3EB0-17A1-481A-8460-030803714A3D}"/>
              </a:ext>
            </a:extLst>
          </p:cNvPr>
          <p:cNvSpPr>
            <a:spLocks noGrp="1"/>
          </p:cNvSpPr>
          <p:nvPr>
            <p:ph type="body" sz="quarter" idx="91"/>
          </p:nvPr>
        </p:nvSpPr>
        <p:spPr>
          <a:xfrm>
            <a:off x="1890217" y="5485760"/>
            <a:ext cx="3984145" cy="205912"/>
          </a:xfrm>
        </p:spPr>
        <p:txBody>
          <a:bodyPr/>
          <a:lstStyle>
            <a:lvl1pPr>
              <a:lnSpc>
                <a:spcPct val="90000"/>
              </a:lnSpc>
              <a:spcBef>
                <a:spcPts val="800"/>
              </a:spcBef>
              <a:defRPr sz="1067" b="0" i="0" cap="all">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0" indent="0" algn="l">
              <a:lnSpc>
                <a:spcPct val="90000"/>
              </a:lnSpc>
              <a:spcBef>
                <a:spcPts val="400"/>
              </a:spcBef>
              <a:buFont typeface="Arial" panose="020B0604020202020204" pitchFamily="34" charset="0"/>
              <a:buNone/>
              <a:defRPr lang="fr-FR" sz="1067" b="0" i="0" kern="1200" cap="all" baseline="0" dirty="0" err="1" smtClean="0">
                <a:solidFill>
                  <a:schemeClr val="accent2"/>
                </a:solidFill>
                <a:latin typeface="Verdana" panose="020B0604030504040204" pitchFamily="34" charset="0"/>
                <a:ea typeface="Verdana" panose="020B0604030504040204" pitchFamily="34" charset="0"/>
                <a:cs typeface="Verdana" panose="020B0604030504040204" pitchFamily="34" charset="0"/>
              </a:defRPr>
            </a:lvl2pPr>
            <a:lvl3pPr>
              <a:lnSpc>
                <a:spcPct val="90000"/>
              </a:lnSpc>
              <a:spcBef>
                <a:spcPts val="800"/>
              </a:spcBef>
              <a:defRPr sz="1067" b="0" i="0" cap="all">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0">
              <a:lnSpc>
                <a:spcPct val="90000"/>
              </a:lnSpc>
              <a:spcBef>
                <a:spcPts val="400"/>
              </a:spcBef>
              <a:defRPr lang="fr-FR" sz="1067" b="0" i="0" kern="1200" cap="all" baseline="0" dirty="0">
                <a:solidFill>
                  <a:schemeClr val="accent2"/>
                </a:solidFill>
                <a:latin typeface="Verdana" panose="020B0604030504040204" pitchFamily="34" charset="0"/>
                <a:ea typeface="Verdana" panose="020B0604030504040204" pitchFamily="34" charset="0"/>
                <a:cs typeface="Verdana" panose="020B0604030504040204" pitchFamily="34" charset="0"/>
              </a:defRPr>
            </a:lvl4pPr>
          </a:lstStyle>
          <a:p>
            <a:pPr lvl="0"/>
            <a:r>
              <a:rPr lang="en-US" noProof="0"/>
              <a:t>Click to edit Master text styles</a:t>
            </a:r>
          </a:p>
        </p:txBody>
      </p:sp>
      <p:sp>
        <p:nvSpPr>
          <p:cNvPr id="180" name="Espace réservé du texte 17">
            <a:extLst>
              <a:ext uri="{FF2B5EF4-FFF2-40B4-BE49-F238E27FC236}">
                <a16:creationId xmlns:a16="http://schemas.microsoft.com/office/drawing/2014/main" id="{0BC088B8-2A7D-4727-84F1-67BE7254C140}"/>
              </a:ext>
            </a:extLst>
          </p:cNvPr>
          <p:cNvSpPr>
            <a:spLocks noGrp="1"/>
          </p:cNvSpPr>
          <p:nvPr>
            <p:ph type="body" sz="quarter" idx="92"/>
          </p:nvPr>
        </p:nvSpPr>
        <p:spPr>
          <a:xfrm>
            <a:off x="1889033" y="5132350"/>
            <a:ext cx="3984145" cy="323309"/>
          </a:xfrm>
        </p:spPr>
        <p:txBody>
          <a:bodyPr/>
          <a:lstStyle>
            <a:lvl1pPr>
              <a:lnSpc>
                <a:spcPct val="90000"/>
              </a:lnSpc>
              <a:spcBef>
                <a:spcPts val="800"/>
              </a:spcBef>
              <a:defRPr sz="2133" b="0" i="0" cap="none">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0" indent="0" algn="l">
              <a:lnSpc>
                <a:spcPct val="90000"/>
              </a:lnSpc>
              <a:spcBef>
                <a:spcPts val="400"/>
              </a:spcBef>
              <a:buFont typeface="Arial" panose="020B0604020202020204" pitchFamily="34" charset="0"/>
              <a:buNone/>
              <a:defRPr lang="fr-FR" sz="2133" b="0" i="0" kern="1200" cap="none" baseline="0" dirty="0" err="1" smtClean="0">
                <a:solidFill>
                  <a:schemeClr val="accent2"/>
                </a:solidFill>
                <a:latin typeface="Verdana" panose="020B0604030504040204" pitchFamily="34" charset="0"/>
                <a:ea typeface="Verdana" panose="020B0604030504040204" pitchFamily="34" charset="0"/>
                <a:cs typeface="Verdana" panose="020B0604030504040204" pitchFamily="34" charset="0"/>
              </a:defRPr>
            </a:lvl2pPr>
            <a:lvl3pPr>
              <a:lnSpc>
                <a:spcPct val="90000"/>
              </a:lnSpc>
              <a:spcBef>
                <a:spcPts val="800"/>
              </a:spcBef>
              <a:defRPr sz="2133" b="0" i="0" cap="none">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0">
              <a:lnSpc>
                <a:spcPct val="90000"/>
              </a:lnSpc>
              <a:spcBef>
                <a:spcPts val="400"/>
              </a:spcBef>
              <a:defRPr lang="fr-FR" sz="2133" b="0" i="0" kern="1200" cap="none" baseline="0" dirty="0">
                <a:solidFill>
                  <a:schemeClr val="accent2"/>
                </a:solidFill>
                <a:latin typeface="Verdana" panose="020B0604030504040204" pitchFamily="34" charset="0"/>
                <a:ea typeface="Verdana" panose="020B0604030504040204" pitchFamily="34" charset="0"/>
                <a:cs typeface="Verdana" panose="020B0604030504040204" pitchFamily="34" charset="0"/>
              </a:defRPr>
            </a:lvl4pPr>
          </a:lstStyle>
          <a:p>
            <a:pPr lvl="0"/>
            <a:r>
              <a:rPr lang="en-US" noProof="0"/>
              <a:t>Click to edit Master text styles</a:t>
            </a:r>
          </a:p>
        </p:txBody>
      </p:sp>
      <p:sp>
        <p:nvSpPr>
          <p:cNvPr id="191" name="Espace réservé du texte 17">
            <a:extLst>
              <a:ext uri="{FF2B5EF4-FFF2-40B4-BE49-F238E27FC236}">
                <a16:creationId xmlns:a16="http://schemas.microsoft.com/office/drawing/2014/main" id="{5599C94B-1830-4681-A21C-C4AE3554868C}"/>
              </a:ext>
            </a:extLst>
          </p:cNvPr>
          <p:cNvSpPr>
            <a:spLocks noGrp="1"/>
          </p:cNvSpPr>
          <p:nvPr>
            <p:ph type="body" sz="quarter" idx="93"/>
          </p:nvPr>
        </p:nvSpPr>
        <p:spPr>
          <a:xfrm>
            <a:off x="7376332" y="2311400"/>
            <a:ext cx="3984145" cy="205912"/>
          </a:xfrm>
        </p:spPr>
        <p:txBody>
          <a:bodyPr/>
          <a:lstStyle>
            <a:lvl1pPr>
              <a:lnSpc>
                <a:spcPct val="90000"/>
              </a:lnSpc>
              <a:spcBef>
                <a:spcPts val="800"/>
              </a:spcBef>
              <a:defRPr sz="1067" b="0" i="0" cap="all">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0" indent="0" algn="l">
              <a:lnSpc>
                <a:spcPct val="90000"/>
              </a:lnSpc>
              <a:spcBef>
                <a:spcPts val="400"/>
              </a:spcBef>
              <a:buFont typeface="Arial" panose="020B0604020202020204" pitchFamily="34" charset="0"/>
              <a:buNone/>
              <a:defRPr lang="fr-FR" sz="1067" b="0" i="0" kern="1200" cap="all" baseline="0" dirty="0" err="1" smtClean="0">
                <a:solidFill>
                  <a:schemeClr val="accent2"/>
                </a:solidFill>
                <a:latin typeface="Verdana" panose="020B0604030504040204" pitchFamily="34" charset="0"/>
                <a:ea typeface="Verdana" panose="020B0604030504040204" pitchFamily="34" charset="0"/>
                <a:cs typeface="Verdana" panose="020B0604030504040204" pitchFamily="34" charset="0"/>
              </a:defRPr>
            </a:lvl2pPr>
            <a:lvl3pPr>
              <a:lnSpc>
                <a:spcPct val="90000"/>
              </a:lnSpc>
              <a:spcBef>
                <a:spcPts val="800"/>
              </a:spcBef>
              <a:defRPr sz="1067" b="0" i="0" cap="all">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0">
              <a:lnSpc>
                <a:spcPct val="90000"/>
              </a:lnSpc>
              <a:spcBef>
                <a:spcPts val="400"/>
              </a:spcBef>
              <a:defRPr lang="fr-FR" sz="1067" b="0" i="0" kern="1200" cap="all" baseline="0" dirty="0">
                <a:solidFill>
                  <a:schemeClr val="accent2"/>
                </a:solidFill>
                <a:latin typeface="Verdana" panose="020B0604030504040204" pitchFamily="34" charset="0"/>
                <a:ea typeface="Verdana" panose="020B0604030504040204" pitchFamily="34" charset="0"/>
                <a:cs typeface="Verdana" panose="020B0604030504040204" pitchFamily="34" charset="0"/>
              </a:defRPr>
            </a:lvl4pPr>
          </a:lstStyle>
          <a:p>
            <a:pPr lvl="0"/>
            <a:r>
              <a:rPr lang="en-US" noProof="0"/>
              <a:t>Click to edit Master text styles</a:t>
            </a:r>
          </a:p>
        </p:txBody>
      </p:sp>
      <p:sp>
        <p:nvSpPr>
          <p:cNvPr id="192" name="Espace réservé du texte 17">
            <a:extLst>
              <a:ext uri="{FF2B5EF4-FFF2-40B4-BE49-F238E27FC236}">
                <a16:creationId xmlns:a16="http://schemas.microsoft.com/office/drawing/2014/main" id="{81F4A82C-0719-446F-8204-BD600D39DFA6}"/>
              </a:ext>
            </a:extLst>
          </p:cNvPr>
          <p:cNvSpPr>
            <a:spLocks noGrp="1"/>
          </p:cNvSpPr>
          <p:nvPr>
            <p:ph type="body" sz="quarter" idx="94"/>
          </p:nvPr>
        </p:nvSpPr>
        <p:spPr>
          <a:xfrm>
            <a:off x="7375148" y="1957990"/>
            <a:ext cx="3984145" cy="323309"/>
          </a:xfrm>
        </p:spPr>
        <p:txBody>
          <a:bodyPr/>
          <a:lstStyle>
            <a:lvl1pPr>
              <a:lnSpc>
                <a:spcPct val="90000"/>
              </a:lnSpc>
              <a:spcBef>
                <a:spcPts val="800"/>
              </a:spcBef>
              <a:defRPr sz="2133" b="0" i="0" cap="none">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0" indent="0" algn="l">
              <a:lnSpc>
                <a:spcPct val="90000"/>
              </a:lnSpc>
              <a:spcBef>
                <a:spcPts val="400"/>
              </a:spcBef>
              <a:buFont typeface="Arial" panose="020B0604020202020204" pitchFamily="34" charset="0"/>
              <a:buNone/>
              <a:defRPr lang="fr-FR" sz="2133" b="0" i="0" kern="1200" cap="none" baseline="0" dirty="0" err="1" smtClean="0">
                <a:solidFill>
                  <a:schemeClr val="accent2"/>
                </a:solidFill>
                <a:latin typeface="Verdana" panose="020B0604030504040204" pitchFamily="34" charset="0"/>
                <a:ea typeface="Verdana" panose="020B0604030504040204" pitchFamily="34" charset="0"/>
                <a:cs typeface="Verdana" panose="020B0604030504040204" pitchFamily="34" charset="0"/>
              </a:defRPr>
            </a:lvl2pPr>
            <a:lvl3pPr>
              <a:lnSpc>
                <a:spcPct val="90000"/>
              </a:lnSpc>
              <a:spcBef>
                <a:spcPts val="800"/>
              </a:spcBef>
              <a:defRPr sz="2133" b="0" i="0" cap="none">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0">
              <a:lnSpc>
                <a:spcPct val="90000"/>
              </a:lnSpc>
              <a:spcBef>
                <a:spcPts val="400"/>
              </a:spcBef>
              <a:defRPr lang="fr-FR" sz="2133" b="0" i="0" kern="1200" cap="none" baseline="0" dirty="0">
                <a:solidFill>
                  <a:schemeClr val="accent2"/>
                </a:solidFill>
                <a:latin typeface="Verdana" panose="020B0604030504040204" pitchFamily="34" charset="0"/>
                <a:ea typeface="Verdana" panose="020B0604030504040204" pitchFamily="34" charset="0"/>
                <a:cs typeface="Verdana" panose="020B0604030504040204" pitchFamily="34" charset="0"/>
              </a:defRPr>
            </a:lvl4pPr>
          </a:lstStyle>
          <a:p>
            <a:pPr lvl="0"/>
            <a:r>
              <a:rPr lang="en-US" noProof="0"/>
              <a:t>Click to edit Master text styles</a:t>
            </a:r>
          </a:p>
        </p:txBody>
      </p:sp>
      <p:sp>
        <p:nvSpPr>
          <p:cNvPr id="193" name="Espace réservé du texte 17">
            <a:extLst>
              <a:ext uri="{FF2B5EF4-FFF2-40B4-BE49-F238E27FC236}">
                <a16:creationId xmlns:a16="http://schemas.microsoft.com/office/drawing/2014/main" id="{EF8088A7-1D02-466E-84F0-04D764E0DC4A}"/>
              </a:ext>
            </a:extLst>
          </p:cNvPr>
          <p:cNvSpPr>
            <a:spLocks noGrp="1"/>
          </p:cNvSpPr>
          <p:nvPr>
            <p:ph type="body" sz="quarter" idx="95"/>
          </p:nvPr>
        </p:nvSpPr>
        <p:spPr>
          <a:xfrm>
            <a:off x="7376332" y="3111067"/>
            <a:ext cx="3984145" cy="205912"/>
          </a:xfrm>
        </p:spPr>
        <p:txBody>
          <a:bodyPr/>
          <a:lstStyle>
            <a:lvl1pPr>
              <a:lnSpc>
                <a:spcPct val="90000"/>
              </a:lnSpc>
              <a:spcBef>
                <a:spcPts val="800"/>
              </a:spcBef>
              <a:defRPr sz="1067" b="0" i="0" cap="all">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0" indent="0" algn="l">
              <a:lnSpc>
                <a:spcPct val="90000"/>
              </a:lnSpc>
              <a:spcBef>
                <a:spcPts val="400"/>
              </a:spcBef>
              <a:buFont typeface="Arial" panose="020B0604020202020204" pitchFamily="34" charset="0"/>
              <a:buNone/>
              <a:defRPr lang="fr-FR" sz="1067" b="0" i="0" kern="1200" cap="all" baseline="0" dirty="0" err="1" smtClean="0">
                <a:solidFill>
                  <a:schemeClr val="accent2"/>
                </a:solidFill>
                <a:latin typeface="Verdana" panose="020B0604030504040204" pitchFamily="34" charset="0"/>
                <a:ea typeface="Verdana" panose="020B0604030504040204" pitchFamily="34" charset="0"/>
                <a:cs typeface="Verdana" panose="020B0604030504040204" pitchFamily="34" charset="0"/>
              </a:defRPr>
            </a:lvl2pPr>
            <a:lvl3pPr>
              <a:lnSpc>
                <a:spcPct val="90000"/>
              </a:lnSpc>
              <a:spcBef>
                <a:spcPts val="800"/>
              </a:spcBef>
              <a:defRPr sz="1067" b="0" i="0" cap="all">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0">
              <a:lnSpc>
                <a:spcPct val="90000"/>
              </a:lnSpc>
              <a:spcBef>
                <a:spcPts val="400"/>
              </a:spcBef>
              <a:defRPr lang="fr-FR" sz="1067" b="0" i="0" kern="1200" cap="all" baseline="0" dirty="0">
                <a:solidFill>
                  <a:schemeClr val="accent2"/>
                </a:solidFill>
                <a:latin typeface="Verdana" panose="020B0604030504040204" pitchFamily="34" charset="0"/>
                <a:ea typeface="Verdana" panose="020B0604030504040204" pitchFamily="34" charset="0"/>
                <a:cs typeface="Verdana" panose="020B0604030504040204" pitchFamily="34" charset="0"/>
              </a:defRPr>
            </a:lvl4pPr>
          </a:lstStyle>
          <a:p>
            <a:pPr lvl="0"/>
            <a:r>
              <a:rPr lang="en-US" noProof="0"/>
              <a:t>Click to edit Master text styles</a:t>
            </a:r>
          </a:p>
        </p:txBody>
      </p:sp>
      <p:sp>
        <p:nvSpPr>
          <p:cNvPr id="194" name="Espace réservé du texte 17">
            <a:extLst>
              <a:ext uri="{FF2B5EF4-FFF2-40B4-BE49-F238E27FC236}">
                <a16:creationId xmlns:a16="http://schemas.microsoft.com/office/drawing/2014/main" id="{134577A3-254A-436C-A36C-9D09814B41BB}"/>
              </a:ext>
            </a:extLst>
          </p:cNvPr>
          <p:cNvSpPr>
            <a:spLocks noGrp="1"/>
          </p:cNvSpPr>
          <p:nvPr>
            <p:ph type="body" sz="quarter" idx="96"/>
          </p:nvPr>
        </p:nvSpPr>
        <p:spPr>
          <a:xfrm>
            <a:off x="7375148" y="2757656"/>
            <a:ext cx="3984145" cy="323309"/>
          </a:xfrm>
        </p:spPr>
        <p:txBody>
          <a:bodyPr/>
          <a:lstStyle>
            <a:lvl1pPr>
              <a:lnSpc>
                <a:spcPct val="90000"/>
              </a:lnSpc>
              <a:spcBef>
                <a:spcPts val="800"/>
              </a:spcBef>
              <a:defRPr sz="2133" b="0" i="0" cap="none">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0" indent="0" algn="l">
              <a:lnSpc>
                <a:spcPct val="90000"/>
              </a:lnSpc>
              <a:spcBef>
                <a:spcPts val="400"/>
              </a:spcBef>
              <a:buFont typeface="Arial" panose="020B0604020202020204" pitchFamily="34" charset="0"/>
              <a:buNone/>
              <a:defRPr lang="fr-FR" sz="2133" b="0" i="0" kern="1200" cap="none" baseline="0" dirty="0" err="1" smtClean="0">
                <a:solidFill>
                  <a:schemeClr val="accent2"/>
                </a:solidFill>
                <a:latin typeface="Verdana" panose="020B0604030504040204" pitchFamily="34" charset="0"/>
                <a:ea typeface="Verdana" panose="020B0604030504040204" pitchFamily="34" charset="0"/>
                <a:cs typeface="Verdana" panose="020B0604030504040204" pitchFamily="34" charset="0"/>
              </a:defRPr>
            </a:lvl2pPr>
            <a:lvl3pPr>
              <a:lnSpc>
                <a:spcPct val="90000"/>
              </a:lnSpc>
              <a:spcBef>
                <a:spcPts val="800"/>
              </a:spcBef>
              <a:defRPr sz="2133" b="0" i="0" cap="none">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0">
              <a:lnSpc>
                <a:spcPct val="90000"/>
              </a:lnSpc>
              <a:spcBef>
                <a:spcPts val="400"/>
              </a:spcBef>
              <a:defRPr lang="fr-FR" sz="2133" b="0" i="0" kern="1200" cap="none" baseline="0" dirty="0">
                <a:solidFill>
                  <a:schemeClr val="accent2"/>
                </a:solidFill>
                <a:latin typeface="Verdana" panose="020B0604030504040204" pitchFamily="34" charset="0"/>
                <a:ea typeface="Verdana" panose="020B0604030504040204" pitchFamily="34" charset="0"/>
                <a:cs typeface="Verdana" panose="020B0604030504040204" pitchFamily="34" charset="0"/>
              </a:defRPr>
            </a:lvl4pPr>
          </a:lstStyle>
          <a:p>
            <a:pPr lvl="0"/>
            <a:r>
              <a:rPr lang="en-US" noProof="0"/>
              <a:t>Click to edit Master text styles</a:t>
            </a:r>
          </a:p>
        </p:txBody>
      </p:sp>
      <p:sp>
        <p:nvSpPr>
          <p:cNvPr id="195" name="Espace réservé du texte 17">
            <a:extLst>
              <a:ext uri="{FF2B5EF4-FFF2-40B4-BE49-F238E27FC236}">
                <a16:creationId xmlns:a16="http://schemas.microsoft.com/office/drawing/2014/main" id="{694AA9F3-9F80-43B9-A7BA-A659EBF77CF5}"/>
              </a:ext>
            </a:extLst>
          </p:cNvPr>
          <p:cNvSpPr>
            <a:spLocks noGrp="1"/>
          </p:cNvSpPr>
          <p:nvPr>
            <p:ph type="body" sz="quarter" idx="97"/>
          </p:nvPr>
        </p:nvSpPr>
        <p:spPr>
          <a:xfrm>
            <a:off x="7376332" y="3894737"/>
            <a:ext cx="3984145" cy="205912"/>
          </a:xfrm>
        </p:spPr>
        <p:txBody>
          <a:bodyPr/>
          <a:lstStyle>
            <a:lvl1pPr>
              <a:lnSpc>
                <a:spcPct val="90000"/>
              </a:lnSpc>
              <a:spcBef>
                <a:spcPts val="800"/>
              </a:spcBef>
              <a:defRPr sz="1067" b="0" i="0" cap="all">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0" indent="0" algn="l">
              <a:lnSpc>
                <a:spcPct val="90000"/>
              </a:lnSpc>
              <a:spcBef>
                <a:spcPts val="400"/>
              </a:spcBef>
              <a:buFont typeface="Arial" panose="020B0604020202020204" pitchFamily="34" charset="0"/>
              <a:buNone/>
              <a:defRPr lang="fr-FR" sz="1067" b="0" i="0" kern="1200" cap="all" baseline="0" dirty="0" err="1" smtClean="0">
                <a:solidFill>
                  <a:schemeClr val="accent2"/>
                </a:solidFill>
                <a:latin typeface="Verdana" panose="020B0604030504040204" pitchFamily="34" charset="0"/>
                <a:ea typeface="Verdana" panose="020B0604030504040204" pitchFamily="34" charset="0"/>
                <a:cs typeface="Verdana" panose="020B0604030504040204" pitchFamily="34" charset="0"/>
              </a:defRPr>
            </a:lvl2pPr>
            <a:lvl3pPr>
              <a:lnSpc>
                <a:spcPct val="90000"/>
              </a:lnSpc>
              <a:spcBef>
                <a:spcPts val="800"/>
              </a:spcBef>
              <a:defRPr sz="1067" b="0" i="0" cap="all">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0">
              <a:lnSpc>
                <a:spcPct val="90000"/>
              </a:lnSpc>
              <a:spcBef>
                <a:spcPts val="400"/>
              </a:spcBef>
              <a:defRPr lang="fr-FR" sz="1067" b="0" i="0" kern="1200" cap="all" baseline="0" dirty="0">
                <a:solidFill>
                  <a:schemeClr val="accent2"/>
                </a:solidFill>
                <a:latin typeface="Verdana" panose="020B0604030504040204" pitchFamily="34" charset="0"/>
                <a:ea typeface="Verdana" panose="020B0604030504040204" pitchFamily="34" charset="0"/>
                <a:cs typeface="Verdana" panose="020B0604030504040204" pitchFamily="34" charset="0"/>
              </a:defRPr>
            </a:lvl4pPr>
          </a:lstStyle>
          <a:p>
            <a:pPr lvl="0"/>
            <a:r>
              <a:rPr lang="en-US" noProof="0"/>
              <a:t>Click to edit Master text styles</a:t>
            </a:r>
          </a:p>
        </p:txBody>
      </p:sp>
      <p:sp>
        <p:nvSpPr>
          <p:cNvPr id="196" name="Espace réservé du texte 17">
            <a:extLst>
              <a:ext uri="{FF2B5EF4-FFF2-40B4-BE49-F238E27FC236}">
                <a16:creationId xmlns:a16="http://schemas.microsoft.com/office/drawing/2014/main" id="{3123C134-847A-48A6-8622-283EBB3AFAB9}"/>
              </a:ext>
            </a:extLst>
          </p:cNvPr>
          <p:cNvSpPr>
            <a:spLocks noGrp="1"/>
          </p:cNvSpPr>
          <p:nvPr>
            <p:ph type="body" sz="quarter" idx="98"/>
          </p:nvPr>
        </p:nvSpPr>
        <p:spPr>
          <a:xfrm>
            <a:off x="7375148" y="3541327"/>
            <a:ext cx="3984145" cy="323309"/>
          </a:xfrm>
        </p:spPr>
        <p:txBody>
          <a:bodyPr/>
          <a:lstStyle>
            <a:lvl1pPr>
              <a:lnSpc>
                <a:spcPct val="90000"/>
              </a:lnSpc>
              <a:spcBef>
                <a:spcPts val="800"/>
              </a:spcBef>
              <a:defRPr sz="2133" b="0" i="0" cap="none">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0" indent="0" algn="l">
              <a:lnSpc>
                <a:spcPct val="90000"/>
              </a:lnSpc>
              <a:spcBef>
                <a:spcPts val="400"/>
              </a:spcBef>
              <a:buFont typeface="Arial" panose="020B0604020202020204" pitchFamily="34" charset="0"/>
              <a:buNone/>
              <a:defRPr lang="fr-FR" sz="2133" b="0" i="0" kern="1200" cap="none" baseline="0" dirty="0" err="1" smtClean="0">
                <a:solidFill>
                  <a:schemeClr val="accent2"/>
                </a:solidFill>
                <a:latin typeface="Verdana" panose="020B0604030504040204" pitchFamily="34" charset="0"/>
                <a:ea typeface="Verdana" panose="020B0604030504040204" pitchFamily="34" charset="0"/>
                <a:cs typeface="Verdana" panose="020B0604030504040204" pitchFamily="34" charset="0"/>
              </a:defRPr>
            </a:lvl2pPr>
            <a:lvl3pPr>
              <a:lnSpc>
                <a:spcPct val="90000"/>
              </a:lnSpc>
              <a:spcBef>
                <a:spcPts val="800"/>
              </a:spcBef>
              <a:defRPr sz="2133" b="0" i="0" cap="none">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0">
              <a:lnSpc>
                <a:spcPct val="90000"/>
              </a:lnSpc>
              <a:spcBef>
                <a:spcPts val="400"/>
              </a:spcBef>
              <a:defRPr lang="fr-FR" sz="2133" b="0" i="0" kern="1200" cap="none" baseline="0" dirty="0">
                <a:solidFill>
                  <a:schemeClr val="accent2"/>
                </a:solidFill>
                <a:latin typeface="Verdana" panose="020B0604030504040204" pitchFamily="34" charset="0"/>
                <a:ea typeface="Verdana" panose="020B0604030504040204" pitchFamily="34" charset="0"/>
                <a:cs typeface="Verdana" panose="020B0604030504040204" pitchFamily="34" charset="0"/>
              </a:defRPr>
            </a:lvl4pPr>
          </a:lstStyle>
          <a:p>
            <a:pPr lvl="0"/>
            <a:r>
              <a:rPr lang="en-US" noProof="0"/>
              <a:t>Click to edit Master text styles</a:t>
            </a:r>
          </a:p>
        </p:txBody>
      </p:sp>
      <p:sp>
        <p:nvSpPr>
          <p:cNvPr id="197" name="Espace réservé du texte 17">
            <a:extLst>
              <a:ext uri="{FF2B5EF4-FFF2-40B4-BE49-F238E27FC236}">
                <a16:creationId xmlns:a16="http://schemas.microsoft.com/office/drawing/2014/main" id="{EF32F629-964F-4E14-B1A1-6D678560527F}"/>
              </a:ext>
            </a:extLst>
          </p:cNvPr>
          <p:cNvSpPr>
            <a:spLocks noGrp="1"/>
          </p:cNvSpPr>
          <p:nvPr>
            <p:ph type="body" sz="quarter" idx="99"/>
          </p:nvPr>
        </p:nvSpPr>
        <p:spPr>
          <a:xfrm>
            <a:off x="7376332" y="4686405"/>
            <a:ext cx="3984145" cy="205912"/>
          </a:xfrm>
        </p:spPr>
        <p:txBody>
          <a:bodyPr/>
          <a:lstStyle>
            <a:lvl1pPr>
              <a:lnSpc>
                <a:spcPct val="90000"/>
              </a:lnSpc>
              <a:spcBef>
                <a:spcPts val="800"/>
              </a:spcBef>
              <a:defRPr sz="1067" b="0" i="0" cap="all">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0" indent="0" algn="l">
              <a:lnSpc>
                <a:spcPct val="90000"/>
              </a:lnSpc>
              <a:spcBef>
                <a:spcPts val="400"/>
              </a:spcBef>
              <a:buFont typeface="Arial" panose="020B0604020202020204" pitchFamily="34" charset="0"/>
              <a:buNone/>
              <a:defRPr lang="fr-FR" sz="1067" b="0" i="0" kern="1200" cap="all" baseline="0" dirty="0" err="1" smtClean="0">
                <a:solidFill>
                  <a:schemeClr val="accent2"/>
                </a:solidFill>
                <a:latin typeface="Verdana" panose="020B0604030504040204" pitchFamily="34" charset="0"/>
                <a:ea typeface="Verdana" panose="020B0604030504040204" pitchFamily="34" charset="0"/>
                <a:cs typeface="Verdana" panose="020B0604030504040204" pitchFamily="34" charset="0"/>
              </a:defRPr>
            </a:lvl2pPr>
            <a:lvl3pPr>
              <a:lnSpc>
                <a:spcPct val="90000"/>
              </a:lnSpc>
              <a:spcBef>
                <a:spcPts val="800"/>
              </a:spcBef>
              <a:defRPr sz="1067" b="0" i="0" cap="all">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0">
              <a:lnSpc>
                <a:spcPct val="90000"/>
              </a:lnSpc>
              <a:spcBef>
                <a:spcPts val="400"/>
              </a:spcBef>
              <a:defRPr lang="fr-FR" sz="1067" b="0" i="0" kern="1200" cap="all" baseline="0" dirty="0">
                <a:solidFill>
                  <a:schemeClr val="accent2"/>
                </a:solidFill>
                <a:latin typeface="Verdana" panose="020B0604030504040204" pitchFamily="34" charset="0"/>
                <a:ea typeface="Verdana" panose="020B0604030504040204" pitchFamily="34" charset="0"/>
                <a:cs typeface="Verdana" panose="020B0604030504040204" pitchFamily="34" charset="0"/>
              </a:defRPr>
            </a:lvl4pPr>
          </a:lstStyle>
          <a:p>
            <a:pPr lvl="0"/>
            <a:r>
              <a:rPr lang="en-US" noProof="0"/>
              <a:t>Click to edit Master text styles</a:t>
            </a:r>
          </a:p>
        </p:txBody>
      </p:sp>
      <p:sp>
        <p:nvSpPr>
          <p:cNvPr id="198" name="Espace réservé du texte 17">
            <a:extLst>
              <a:ext uri="{FF2B5EF4-FFF2-40B4-BE49-F238E27FC236}">
                <a16:creationId xmlns:a16="http://schemas.microsoft.com/office/drawing/2014/main" id="{A0F44CD8-F3DD-47F9-9C0A-6B207499E86A}"/>
              </a:ext>
            </a:extLst>
          </p:cNvPr>
          <p:cNvSpPr>
            <a:spLocks noGrp="1"/>
          </p:cNvSpPr>
          <p:nvPr>
            <p:ph type="body" sz="quarter" idx="100"/>
          </p:nvPr>
        </p:nvSpPr>
        <p:spPr>
          <a:xfrm>
            <a:off x="7375148" y="4332995"/>
            <a:ext cx="3984145" cy="323309"/>
          </a:xfrm>
        </p:spPr>
        <p:txBody>
          <a:bodyPr/>
          <a:lstStyle>
            <a:lvl1pPr>
              <a:lnSpc>
                <a:spcPct val="90000"/>
              </a:lnSpc>
              <a:spcBef>
                <a:spcPts val="800"/>
              </a:spcBef>
              <a:defRPr sz="2133" b="0" i="0" cap="none">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0" indent="0" algn="l">
              <a:lnSpc>
                <a:spcPct val="90000"/>
              </a:lnSpc>
              <a:spcBef>
                <a:spcPts val="400"/>
              </a:spcBef>
              <a:buFont typeface="Arial" panose="020B0604020202020204" pitchFamily="34" charset="0"/>
              <a:buNone/>
              <a:defRPr lang="fr-FR" sz="2133" b="0" i="0" kern="1200" cap="none" baseline="0" dirty="0" err="1" smtClean="0">
                <a:solidFill>
                  <a:schemeClr val="accent2"/>
                </a:solidFill>
                <a:latin typeface="Verdana" panose="020B0604030504040204" pitchFamily="34" charset="0"/>
                <a:ea typeface="Verdana" panose="020B0604030504040204" pitchFamily="34" charset="0"/>
                <a:cs typeface="Verdana" panose="020B0604030504040204" pitchFamily="34" charset="0"/>
              </a:defRPr>
            </a:lvl2pPr>
            <a:lvl3pPr>
              <a:lnSpc>
                <a:spcPct val="90000"/>
              </a:lnSpc>
              <a:spcBef>
                <a:spcPts val="800"/>
              </a:spcBef>
              <a:defRPr sz="2133" b="0" i="0" cap="none">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0">
              <a:lnSpc>
                <a:spcPct val="90000"/>
              </a:lnSpc>
              <a:spcBef>
                <a:spcPts val="400"/>
              </a:spcBef>
              <a:defRPr lang="fr-FR" sz="2133" b="0" i="0" kern="1200" cap="none" baseline="0" dirty="0">
                <a:solidFill>
                  <a:schemeClr val="accent2"/>
                </a:solidFill>
                <a:latin typeface="Verdana" panose="020B0604030504040204" pitchFamily="34" charset="0"/>
                <a:ea typeface="Verdana" panose="020B0604030504040204" pitchFamily="34" charset="0"/>
                <a:cs typeface="Verdana" panose="020B0604030504040204" pitchFamily="34" charset="0"/>
              </a:defRPr>
            </a:lvl4pPr>
          </a:lstStyle>
          <a:p>
            <a:pPr lvl="0"/>
            <a:r>
              <a:rPr lang="en-US" noProof="0"/>
              <a:t>Click to edit Master text styles</a:t>
            </a:r>
          </a:p>
        </p:txBody>
      </p:sp>
      <p:sp>
        <p:nvSpPr>
          <p:cNvPr id="199" name="Espace réservé du texte 17">
            <a:extLst>
              <a:ext uri="{FF2B5EF4-FFF2-40B4-BE49-F238E27FC236}">
                <a16:creationId xmlns:a16="http://schemas.microsoft.com/office/drawing/2014/main" id="{816D3008-850F-471B-9C7E-0D97399B5925}"/>
              </a:ext>
            </a:extLst>
          </p:cNvPr>
          <p:cNvSpPr>
            <a:spLocks noGrp="1"/>
          </p:cNvSpPr>
          <p:nvPr>
            <p:ph type="body" sz="quarter" idx="101"/>
          </p:nvPr>
        </p:nvSpPr>
        <p:spPr>
          <a:xfrm>
            <a:off x="7376332" y="5485760"/>
            <a:ext cx="3984145" cy="205912"/>
          </a:xfrm>
        </p:spPr>
        <p:txBody>
          <a:bodyPr/>
          <a:lstStyle>
            <a:lvl1pPr>
              <a:lnSpc>
                <a:spcPct val="90000"/>
              </a:lnSpc>
              <a:spcBef>
                <a:spcPts val="800"/>
              </a:spcBef>
              <a:defRPr sz="1067" b="0" i="0" cap="all">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0" indent="0" algn="l">
              <a:lnSpc>
                <a:spcPct val="90000"/>
              </a:lnSpc>
              <a:spcBef>
                <a:spcPts val="400"/>
              </a:spcBef>
              <a:buFont typeface="Arial" panose="020B0604020202020204" pitchFamily="34" charset="0"/>
              <a:buNone/>
              <a:defRPr lang="fr-FR" sz="1067" b="0" i="0" kern="1200" cap="all" baseline="0" dirty="0" err="1" smtClean="0">
                <a:solidFill>
                  <a:schemeClr val="accent2"/>
                </a:solidFill>
                <a:latin typeface="Verdana" panose="020B0604030504040204" pitchFamily="34" charset="0"/>
                <a:ea typeface="Verdana" panose="020B0604030504040204" pitchFamily="34" charset="0"/>
                <a:cs typeface="Verdana" panose="020B0604030504040204" pitchFamily="34" charset="0"/>
              </a:defRPr>
            </a:lvl2pPr>
            <a:lvl3pPr>
              <a:lnSpc>
                <a:spcPct val="90000"/>
              </a:lnSpc>
              <a:spcBef>
                <a:spcPts val="800"/>
              </a:spcBef>
              <a:defRPr sz="1067" b="0" i="0" cap="all">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0">
              <a:lnSpc>
                <a:spcPct val="90000"/>
              </a:lnSpc>
              <a:spcBef>
                <a:spcPts val="400"/>
              </a:spcBef>
              <a:defRPr lang="fr-FR" sz="1067" b="0" i="0" kern="1200" cap="all" baseline="0" dirty="0">
                <a:solidFill>
                  <a:schemeClr val="accent2"/>
                </a:solidFill>
                <a:latin typeface="Verdana" panose="020B0604030504040204" pitchFamily="34" charset="0"/>
                <a:ea typeface="Verdana" panose="020B0604030504040204" pitchFamily="34" charset="0"/>
                <a:cs typeface="Verdana" panose="020B0604030504040204" pitchFamily="34" charset="0"/>
              </a:defRPr>
            </a:lvl4pPr>
          </a:lstStyle>
          <a:p>
            <a:pPr lvl="0"/>
            <a:r>
              <a:rPr lang="en-US" noProof="0"/>
              <a:t>Click to edit Master text styles</a:t>
            </a:r>
          </a:p>
        </p:txBody>
      </p:sp>
      <p:sp>
        <p:nvSpPr>
          <p:cNvPr id="200" name="Espace réservé du texte 17">
            <a:extLst>
              <a:ext uri="{FF2B5EF4-FFF2-40B4-BE49-F238E27FC236}">
                <a16:creationId xmlns:a16="http://schemas.microsoft.com/office/drawing/2014/main" id="{D3020D71-C5F3-42BA-8874-B40E24DB7F68}"/>
              </a:ext>
            </a:extLst>
          </p:cNvPr>
          <p:cNvSpPr>
            <a:spLocks noGrp="1"/>
          </p:cNvSpPr>
          <p:nvPr>
            <p:ph type="body" sz="quarter" idx="102"/>
          </p:nvPr>
        </p:nvSpPr>
        <p:spPr>
          <a:xfrm>
            <a:off x="7375148" y="5132350"/>
            <a:ext cx="3984145" cy="323309"/>
          </a:xfrm>
        </p:spPr>
        <p:txBody>
          <a:bodyPr/>
          <a:lstStyle>
            <a:lvl1pPr>
              <a:lnSpc>
                <a:spcPct val="90000"/>
              </a:lnSpc>
              <a:spcBef>
                <a:spcPts val="800"/>
              </a:spcBef>
              <a:defRPr sz="2133" b="0" i="0" cap="none">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0" indent="0" algn="l">
              <a:lnSpc>
                <a:spcPct val="90000"/>
              </a:lnSpc>
              <a:spcBef>
                <a:spcPts val="400"/>
              </a:spcBef>
              <a:buFont typeface="Arial" panose="020B0604020202020204" pitchFamily="34" charset="0"/>
              <a:buNone/>
              <a:defRPr lang="fr-FR" sz="2133" b="0" i="0" kern="1200" cap="none" baseline="0" dirty="0" err="1" smtClean="0">
                <a:solidFill>
                  <a:schemeClr val="accent2"/>
                </a:solidFill>
                <a:latin typeface="Verdana" panose="020B0604030504040204" pitchFamily="34" charset="0"/>
                <a:ea typeface="Verdana" panose="020B0604030504040204" pitchFamily="34" charset="0"/>
                <a:cs typeface="Verdana" panose="020B0604030504040204" pitchFamily="34" charset="0"/>
              </a:defRPr>
            </a:lvl2pPr>
            <a:lvl3pPr>
              <a:lnSpc>
                <a:spcPct val="90000"/>
              </a:lnSpc>
              <a:spcBef>
                <a:spcPts val="800"/>
              </a:spcBef>
              <a:defRPr sz="2133" b="0" i="0" cap="none">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0">
              <a:lnSpc>
                <a:spcPct val="90000"/>
              </a:lnSpc>
              <a:spcBef>
                <a:spcPts val="400"/>
              </a:spcBef>
              <a:defRPr lang="fr-FR" sz="2133" b="0" i="0" kern="1200" cap="none" baseline="0" dirty="0">
                <a:solidFill>
                  <a:schemeClr val="accent2"/>
                </a:solidFill>
                <a:latin typeface="Verdana" panose="020B0604030504040204" pitchFamily="34" charset="0"/>
                <a:ea typeface="Verdana" panose="020B0604030504040204" pitchFamily="34" charset="0"/>
                <a:cs typeface="Verdana" panose="020B0604030504040204" pitchFamily="34" charset="0"/>
              </a:defRPr>
            </a:lvl4pPr>
          </a:lstStyle>
          <a:p>
            <a:pPr lvl="0"/>
            <a:r>
              <a:rPr lang="en-US" noProof="0"/>
              <a:t>Click to edit Master text styles</a:t>
            </a:r>
          </a:p>
        </p:txBody>
      </p:sp>
      <p:sp>
        <p:nvSpPr>
          <p:cNvPr id="3" name="Title 2">
            <a:extLst>
              <a:ext uri="{FF2B5EF4-FFF2-40B4-BE49-F238E27FC236}">
                <a16:creationId xmlns:a16="http://schemas.microsoft.com/office/drawing/2014/main" id="{83399648-618D-47E8-91C9-BB5481D98929}"/>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5919899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Chapter (Light)">
    <p:spTree>
      <p:nvGrpSpPr>
        <p:cNvPr id="1" name=""/>
        <p:cNvGrpSpPr/>
        <p:nvPr/>
      </p:nvGrpSpPr>
      <p:grpSpPr>
        <a:xfrm>
          <a:off x="0" y="0"/>
          <a:ext cx="0" cy="0"/>
          <a:chOff x="0" y="0"/>
          <a:chExt cx="0" cy="0"/>
        </a:xfrm>
      </p:grpSpPr>
      <p:pic>
        <p:nvPicPr>
          <p:cNvPr id="5" name="Graphique 4">
            <a:extLst>
              <a:ext uri="{FF2B5EF4-FFF2-40B4-BE49-F238E27FC236}">
                <a16:creationId xmlns:a16="http://schemas.microsoft.com/office/drawing/2014/main" id="{D97075C2-D640-40B7-B715-DE36BBB3FC47}"/>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9498963" y="4159250"/>
            <a:ext cx="1271271" cy="1257300"/>
          </a:xfrm>
          <a:prstGeom prst="rect">
            <a:avLst/>
          </a:prstGeom>
        </p:spPr>
      </p:pic>
      <p:sp>
        <p:nvSpPr>
          <p:cNvPr id="7" name="Espace réservé du texte 17">
            <a:extLst>
              <a:ext uri="{FF2B5EF4-FFF2-40B4-BE49-F238E27FC236}">
                <a16:creationId xmlns:a16="http://schemas.microsoft.com/office/drawing/2014/main" id="{1CE40FF4-616D-467E-AEDB-B9934FB2C80A}"/>
              </a:ext>
            </a:extLst>
          </p:cNvPr>
          <p:cNvSpPr>
            <a:spLocks noGrp="1"/>
          </p:cNvSpPr>
          <p:nvPr>
            <p:ph type="body" sz="quarter" idx="22" hasCustomPrompt="1"/>
          </p:nvPr>
        </p:nvSpPr>
        <p:spPr>
          <a:xfrm>
            <a:off x="1158241" y="3020997"/>
            <a:ext cx="1118105" cy="443199"/>
          </a:xfrm>
        </p:spPr>
        <p:txBody>
          <a:bodyPr vert="horz" lIns="0" tIns="0" rIns="0" bIns="0" rtlCol="0">
            <a:noAutofit/>
          </a:bodyPr>
          <a:lstStyle>
            <a:lvl1pPr>
              <a:defRPr lang="en-US" sz="3200" b="1" noProof="0" dirty="0">
                <a:solidFill>
                  <a:schemeClr val="tx1"/>
                </a:solidFill>
              </a:defRPr>
            </a:lvl1pPr>
          </a:lstStyle>
          <a:p>
            <a:pPr lvl="0" algn="r">
              <a:lnSpc>
                <a:spcPct val="90000"/>
              </a:lnSpc>
            </a:pPr>
            <a:r>
              <a:rPr lang="en-US" noProof="0" dirty="0"/>
              <a:t>00</a:t>
            </a:r>
          </a:p>
        </p:txBody>
      </p:sp>
      <p:sp>
        <p:nvSpPr>
          <p:cNvPr id="8" name="Espace réservé du texte 17">
            <a:extLst>
              <a:ext uri="{FF2B5EF4-FFF2-40B4-BE49-F238E27FC236}">
                <a16:creationId xmlns:a16="http://schemas.microsoft.com/office/drawing/2014/main" id="{2C7B456D-17FA-4CA6-A94C-1F15CC23B221}"/>
              </a:ext>
            </a:extLst>
          </p:cNvPr>
          <p:cNvSpPr>
            <a:spLocks noGrp="1"/>
          </p:cNvSpPr>
          <p:nvPr>
            <p:ph type="body" sz="quarter" idx="23"/>
          </p:nvPr>
        </p:nvSpPr>
        <p:spPr>
          <a:xfrm>
            <a:off x="2679091" y="3020997"/>
            <a:ext cx="6517348" cy="443199"/>
          </a:xfrm>
        </p:spPr>
        <p:txBody>
          <a:bodyPr/>
          <a:lstStyle>
            <a:lvl1pPr>
              <a:lnSpc>
                <a:spcPct val="90000"/>
              </a:lnSpc>
              <a:defRPr lang="fr-FR" sz="3200" b="1" i="0" kern="1200" dirty="0" err="1">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0">
              <a:lnSpc>
                <a:spcPct val="90000"/>
              </a:lnSpc>
              <a:spcBef>
                <a:spcPts val="800"/>
              </a:spcBef>
              <a:defRPr lang="fr-FR" sz="1867" b="0" i="0" kern="1200" cap="all" baseline="0" dirty="0" err="1" smtClean="0">
                <a:solidFill>
                  <a:schemeClr val="bg2"/>
                </a:solidFill>
                <a:latin typeface="Verdana" panose="020B0604030504040204" pitchFamily="34" charset="0"/>
                <a:ea typeface="Verdana" panose="020B0604030504040204" pitchFamily="34" charset="0"/>
                <a:cs typeface="Verdana" panose="020B0604030504040204" pitchFamily="34" charset="0"/>
              </a:defRPr>
            </a:lvl2pPr>
            <a:lvl3pPr>
              <a:lnSpc>
                <a:spcPct val="100000"/>
              </a:lnSpc>
              <a:spcBef>
                <a:spcPts val="1067"/>
              </a:spcBef>
              <a:defRPr sz="1867" i="1">
                <a:solidFill>
                  <a:schemeClr val="bg2"/>
                </a:solidFill>
              </a:defRPr>
            </a:lvl3pPr>
            <a:lvl4pPr>
              <a:lnSpc>
                <a:spcPct val="90000"/>
              </a:lnSpc>
              <a:spcBef>
                <a:spcPts val="400"/>
              </a:spcBef>
              <a:defRPr lang="fr-FR" sz="1000" kern="1200" cap="all" baseline="0" dirty="0">
                <a:solidFill>
                  <a:schemeClr val="accent2"/>
                </a:solidFill>
                <a:latin typeface="+mn-lt"/>
                <a:ea typeface="+mn-ea"/>
                <a:cs typeface="+mn-cs"/>
              </a:defRPr>
            </a:lvl4pPr>
          </a:lstStyle>
          <a:p>
            <a:pPr lvl="0"/>
            <a:r>
              <a:rPr lang="en-US" noProof="0"/>
              <a:t>Click to edit Master text styles</a:t>
            </a:r>
          </a:p>
        </p:txBody>
      </p:sp>
      <p:sp>
        <p:nvSpPr>
          <p:cNvPr id="9" name="Espace réservé du texte 17">
            <a:extLst>
              <a:ext uri="{FF2B5EF4-FFF2-40B4-BE49-F238E27FC236}">
                <a16:creationId xmlns:a16="http://schemas.microsoft.com/office/drawing/2014/main" id="{A4BDC3FC-500C-4A36-AFD2-52224706F782}"/>
              </a:ext>
            </a:extLst>
          </p:cNvPr>
          <p:cNvSpPr>
            <a:spLocks noGrp="1"/>
          </p:cNvSpPr>
          <p:nvPr>
            <p:ph type="body" sz="quarter" idx="24"/>
          </p:nvPr>
        </p:nvSpPr>
        <p:spPr>
          <a:xfrm>
            <a:off x="2679091" y="3980878"/>
            <a:ext cx="6517348" cy="315415"/>
          </a:xfrm>
        </p:spPr>
        <p:txBody>
          <a:bodyPr/>
          <a:lstStyle>
            <a:lvl1pPr>
              <a:lnSpc>
                <a:spcPct val="90000"/>
              </a:lnSpc>
              <a:defRPr lang="fr-FR" sz="1867" b="0" i="1" kern="1200" dirty="0" err="1">
                <a:solidFill>
                  <a:schemeClr val="accent2"/>
                </a:solidFill>
                <a:latin typeface="Verdana" panose="020B0604030504040204" pitchFamily="34" charset="0"/>
                <a:ea typeface="Verdana" panose="020B0604030504040204" pitchFamily="34" charset="0"/>
                <a:cs typeface="Verdana" panose="020B0604030504040204" pitchFamily="34" charset="0"/>
              </a:defRPr>
            </a:lvl1pPr>
            <a:lvl2pPr marL="0">
              <a:lnSpc>
                <a:spcPct val="90000"/>
              </a:lnSpc>
              <a:spcBef>
                <a:spcPts val="800"/>
              </a:spcBef>
              <a:defRPr lang="fr-FR" sz="1867" b="0" i="0" kern="1200" cap="all" baseline="0" dirty="0" err="1" smtClean="0">
                <a:solidFill>
                  <a:schemeClr val="bg2"/>
                </a:solidFill>
                <a:latin typeface="Verdana" panose="020B0604030504040204" pitchFamily="34" charset="0"/>
                <a:ea typeface="Verdana" panose="020B0604030504040204" pitchFamily="34" charset="0"/>
                <a:cs typeface="Verdana" panose="020B0604030504040204" pitchFamily="34" charset="0"/>
              </a:defRPr>
            </a:lvl2pPr>
            <a:lvl3pPr>
              <a:lnSpc>
                <a:spcPct val="100000"/>
              </a:lnSpc>
              <a:spcBef>
                <a:spcPts val="1067"/>
              </a:spcBef>
              <a:defRPr sz="1867" i="1">
                <a:solidFill>
                  <a:schemeClr val="bg2"/>
                </a:solidFill>
              </a:defRPr>
            </a:lvl3pPr>
            <a:lvl4pPr>
              <a:lnSpc>
                <a:spcPct val="90000"/>
              </a:lnSpc>
              <a:spcBef>
                <a:spcPts val="400"/>
              </a:spcBef>
              <a:defRPr lang="fr-FR" sz="1000" kern="1200" cap="all" baseline="0" dirty="0">
                <a:solidFill>
                  <a:schemeClr val="accent2"/>
                </a:solidFill>
                <a:latin typeface="+mn-lt"/>
                <a:ea typeface="+mn-ea"/>
                <a:cs typeface="+mn-cs"/>
              </a:defRPr>
            </a:lvl4pPr>
          </a:lstStyle>
          <a:p>
            <a:pPr lvl="0"/>
            <a:r>
              <a:rPr lang="en-US" noProof="0"/>
              <a:t>Click to edit Master text styles</a:t>
            </a:r>
          </a:p>
        </p:txBody>
      </p:sp>
      <p:sp>
        <p:nvSpPr>
          <p:cNvPr id="10" name="Espace réservé du texte 17">
            <a:extLst>
              <a:ext uri="{FF2B5EF4-FFF2-40B4-BE49-F238E27FC236}">
                <a16:creationId xmlns:a16="http://schemas.microsoft.com/office/drawing/2014/main" id="{A97CE5D1-697D-4C34-8623-6B2871AE2E2D}"/>
              </a:ext>
            </a:extLst>
          </p:cNvPr>
          <p:cNvSpPr>
            <a:spLocks noGrp="1"/>
          </p:cNvSpPr>
          <p:nvPr>
            <p:ph type="body" sz="quarter" idx="25"/>
          </p:nvPr>
        </p:nvSpPr>
        <p:spPr>
          <a:xfrm>
            <a:off x="2679091" y="3554158"/>
            <a:ext cx="6517348" cy="315415"/>
          </a:xfrm>
        </p:spPr>
        <p:txBody>
          <a:bodyPr/>
          <a:lstStyle>
            <a:lvl1pPr>
              <a:lnSpc>
                <a:spcPct val="90000"/>
              </a:lnSpc>
              <a:defRPr lang="fr-FR" sz="1867" b="0" i="0" kern="1200" cap="all" baseline="0" dirty="0" err="1">
                <a:solidFill>
                  <a:schemeClr val="accent2"/>
                </a:solidFill>
                <a:latin typeface="Verdana" panose="020B0604030504040204" pitchFamily="34" charset="0"/>
                <a:ea typeface="Verdana" panose="020B0604030504040204" pitchFamily="34" charset="0"/>
                <a:cs typeface="Verdana" panose="020B0604030504040204" pitchFamily="34" charset="0"/>
              </a:defRPr>
            </a:lvl1pPr>
            <a:lvl2pPr marL="0" indent="0">
              <a:lnSpc>
                <a:spcPct val="90000"/>
              </a:lnSpc>
              <a:spcBef>
                <a:spcPts val="800"/>
              </a:spcBef>
              <a:buFont typeface="Arial" panose="020B0604020202020204" pitchFamily="34" charset="0"/>
              <a:buNone/>
              <a:defRPr lang="fr-FR" sz="1867" b="0" i="0" kern="1200" cap="all" baseline="0" dirty="0" err="1" smtClean="0">
                <a:solidFill>
                  <a:schemeClr val="bg2"/>
                </a:solidFill>
                <a:latin typeface="Verdana" panose="020B0604030504040204" pitchFamily="34" charset="0"/>
                <a:ea typeface="Verdana" panose="020B0604030504040204" pitchFamily="34" charset="0"/>
                <a:cs typeface="Verdana" panose="020B0604030504040204" pitchFamily="34" charset="0"/>
              </a:defRPr>
            </a:lvl2pPr>
            <a:lvl3pPr>
              <a:lnSpc>
                <a:spcPct val="100000"/>
              </a:lnSpc>
              <a:spcBef>
                <a:spcPts val="1067"/>
              </a:spcBef>
              <a:defRPr sz="1867" i="1">
                <a:solidFill>
                  <a:schemeClr val="bg2"/>
                </a:solidFill>
              </a:defRPr>
            </a:lvl3pPr>
            <a:lvl4pPr>
              <a:lnSpc>
                <a:spcPct val="90000"/>
              </a:lnSpc>
              <a:spcBef>
                <a:spcPts val="400"/>
              </a:spcBef>
              <a:defRPr lang="fr-FR" sz="1000" kern="1200" cap="all" baseline="0" dirty="0">
                <a:solidFill>
                  <a:schemeClr val="accent2"/>
                </a:solidFill>
                <a:latin typeface="+mn-lt"/>
                <a:ea typeface="+mn-ea"/>
                <a:cs typeface="+mn-cs"/>
              </a:defRPr>
            </a:lvl4pPr>
          </a:lstStyle>
          <a:p>
            <a:pPr lvl="0"/>
            <a:r>
              <a:rPr lang="en-US" noProof="0"/>
              <a:t>Click to edit Master text styles</a:t>
            </a:r>
          </a:p>
        </p:txBody>
      </p:sp>
    </p:spTree>
    <p:extLst>
      <p:ext uri="{BB962C8B-B14F-4D97-AF65-F5344CB8AC3E}">
        <p14:creationId xmlns:p14="http://schemas.microsoft.com/office/powerpoint/2010/main" val="9139715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Chapter (Light) Option 2">
    <p:bg>
      <p:bgPr>
        <a:solidFill>
          <a:schemeClr val="bg1"/>
        </a:solidFill>
        <a:effectLst/>
      </p:bgPr>
    </p:bg>
    <p:spTree>
      <p:nvGrpSpPr>
        <p:cNvPr id="1" name=""/>
        <p:cNvGrpSpPr/>
        <p:nvPr/>
      </p:nvGrpSpPr>
      <p:grpSpPr>
        <a:xfrm>
          <a:off x="0" y="0"/>
          <a:ext cx="0" cy="0"/>
          <a:chOff x="0" y="0"/>
          <a:chExt cx="0" cy="0"/>
        </a:xfrm>
      </p:grpSpPr>
      <p:sp>
        <p:nvSpPr>
          <p:cNvPr id="14" name="Espace réservé du texte 17">
            <a:extLst>
              <a:ext uri="{FF2B5EF4-FFF2-40B4-BE49-F238E27FC236}">
                <a16:creationId xmlns:a16="http://schemas.microsoft.com/office/drawing/2014/main" id="{B077D764-009F-4B11-889B-7C1F77AE7EF8}"/>
              </a:ext>
            </a:extLst>
          </p:cNvPr>
          <p:cNvSpPr>
            <a:spLocks noGrp="1"/>
          </p:cNvSpPr>
          <p:nvPr>
            <p:ph type="body" sz="quarter" idx="22" hasCustomPrompt="1"/>
          </p:nvPr>
        </p:nvSpPr>
        <p:spPr>
          <a:xfrm>
            <a:off x="1158241" y="3020997"/>
            <a:ext cx="1118105" cy="443199"/>
          </a:xfrm>
        </p:spPr>
        <p:txBody>
          <a:bodyPr vert="horz" lIns="0" tIns="0" rIns="0" bIns="0" rtlCol="0">
            <a:noAutofit/>
          </a:bodyPr>
          <a:lstStyle>
            <a:lvl1pPr algn="r">
              <a:defRPr lang="en-US" sz="3200" b="1" noProof="0" dirty="0">
                <a:solidFill>
                  <a:schemeClr val="tx1"/>
                </a:solidFill>
              </a:defRPr>
            </a:lvl1pPr>
          </a:lstStyle>
          <a:p>
            <a:pPr lvl="0">
              <a:lnSpc>
                <a:spcPct val="90000"/>
              </a:lnSpc>
            </a:pPr>
            <a:r>
              <a:rPr lang="en-US" noProof="0" dirty="0"/>
              <a:t>00</a:t>
            </a:r>
          </a:p>
        </p:txBody>
      </p:sp>
      <p:sp>
        <p:nvSpPr>
          <p:cNvPr id="15" name="Espace réservé du texte 17">
            <a:extLst>
              <a:ext uri="{FF2B5EF4-FFF2-40B4-BE49-F238E27FC236}">
                <a16:creationId xmlns:a16="http://schemas.microsoft.com/office/drawing/2014/main" id="{26F07BC6-BD1D-4953-9F45-D190CB67B241}"/>
              </a:ext>
            </a:extLst>
          </p:cNvPr>
          <p:cNvSpPr>
            <a:spLocks noGrp="1"/>
          </p:cNvSpPr>
          <p:nvPr>
            <p:ph type="body" sz="quarter" idx="23"/>
          </p:nvPr>
        </p:nvSpPr>
        <p:spPr>
          <a:xfrm>
            <a:off x="2679091" y="3020997"/>
            <a:ext cx="6517348" cy="443199"/>
          </a:xfrm>
        </p:spPr>
        <p:txBody>
          <a:bodyPr/>
          <a:lstStyle>
            <a:lvl1pPr>
              <a:lnSpc>
                <a:spcPct val="90000"/>
              </a:lnSpc>
              <a:defRPr lang="fr-FR" sz="3200" b="1" i="0" kern="1200" dirty="0" err="1">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0">
              <a:lnSpc>
                <a:spcPct val="90000"/>
              </a:lnSpc>
              <a:spcBef>
                <a:spcPts val="800"/>
              </a:spcBef>
              <a:defRPr lang="fr-FR" sz="1867" b="0" i="0" kern="1200" cap="all" baseline="0" dirty="0" err="1" smtClean="0">
                <a:solidFill>
                  <a:schemeClr val="bg2"/>
                </a:solidFill>
                <a:latin typeface="Verdana" panose="020B0604030504040204" pitchFamily="34" charset="0"/>
                <a:ea typeface="Verdana" panose="020B0604030504040204" pitchFamily="34" charset="0"/>
                <a:cs typeface="Verdana" panose="020B0604030504040204" pitchFamily="34" charset="0"/>
              </a:defRPr>
            </a:lvl2pPr>
            <a:lvl3pPr>
              <a:lnSpc>
                <a:spcPct val="100000"/>
              </a:lnSpc>
              <a:spcBef>
                <a:spcPts val="1067"/>
              </a:spcBef>
              <a:defRPr sz="1867" i="1">
                <a:solidFill>
                  <a:schemeClr val="bg2"/>
                </a:solidFill>
              </a:defRPr>
            </a:lvl3pPr>
            <a:lvl4pPr>
              <a:lnSpc>
                <a:spcPct val="90000"/>
              </a:lnSpc>
              <a:spcBef>
                <a:spcPts val="400"/>
              </a:spcBef>
              <a:defRPr lang="fr-FR" sz="1000" kern="1200" cap="all" baseline="0" dirty="0">
                <a:solidFill>
                  <a:schemeClr val="accent2"/>
                </a:solidFill>
                <a:latin typeface="+mn-lt"/>
                <a:ea typeface="+mn-ea"/>
                <a:cs typeface="+mn-cs"/>
              </a:defRPr>
            </a:lvl4pPr>
          </a:lstStyle>
          <a:p>
            <a:pPr lvl="0"/>
            <a:r>
              <a:rPr lang="en-US" noProof="0"/>
              <a:t>Click to edit Master text styles</a:t>
            </a:r>
          </a:p>
        </p:txBody>
      </p:sp>
      <p:sp>
        <p:nvSpPr>
          <p:cNvPr id="6" name="Espace réservé du texte 17">
            <a:extLst>
              <a:ext uri="{FF2B5EF4-FFF2-40B4-BE49-F238E27FC236}">
                <a16:creationId xmlns:a16="http://schemas.microsoft.com/office/drawing/2014/main" id="{FB6BFF7B-8B97-443F-8D19-A75C20F978D1}"/>
              </a:ext>
            </a:extLst>
          </p:cNvPr>
          <p:cNvSpPr>
            <a:spLocks noGrp="1"/>
          </p:cNvSpPr>
          <p:nvPr>
            <p:ph type="body" sz="quarter" idx="24"/>
          </p:nvPr>
        </p:nvSpPr>
        <p:spPr>
          <a:xfrm>
            <a:off x="2679091" y="3980878"/>
            <a:ext cx="6517348" cy="315415"/>
          </a:xfrm>
        </p:spPr>
        <p:txBody>
          <a:bodyPr/>
          <a:lstStyle>
            <a:lvl1pPr>
              <a:lnSpc>
                <a:spcPct val="90000"/>
              </a:lnSpc>
              <a:defRPr lang="fr-FR" sz="1867" b="0" i="1" kern="1200" dirty="0" err="1">
                <a:solidFill>
                  <a:schemeClr val="accent2"/>
                </a:solidFill>
                <a:latin typeface="Verdana" panose="020B0604030504040204" pitchFamily="34" charset="0"/>
                <a:ea typeface="Verdana" panose="020B0604030504040204" pitchFamily="34" charset="0"/>
                <a:cs typeface="Verdana" panose="020B0604030504040204" pitchFamily="34" charset="0"/>
              </a:defRPr>
            </a:lvl1pPr>
            <a:lvl2pPr marL="0">
              <a:lnSpc>
                <a:spcPct val="90000"/>
              </a:lnSpc>
              <a:spcBef>
                <a:spcPts val="800"/>
              </a:spcBef>
              <a:defRPr lang="fr-FR" sz="1867" b="0" i="0" kern="1200" cap="all" baseline="0" dirty="0" err="1" smtClean="0">
                <a:solidFill>
                  <a:schemeClr val="bg2"/>
                </a:solidFill>
                <a:latin typeface="Verdana" panose="020B0604030504040204" pitchFamily="34" charset="0"/>
                <a:ea typeface="Verdana" panose="020B0604030504040204" pitchFamily="34" charset="0"/>
                <a:cs typeface="Verdana" panose="020B0604030504040204" pitchFamily="34" charset="0"/>
              </a:defRPr>
            </a:lvl2pPr>
            <a:lvl3pPr>
              <a:lnSpc>
                <a:spcPct val="100000"/>
              </a:lnSpc>
              <a:spcBef>
                <a:spcPts val="1067"/>
              </a:spcBef>
              <a:defRPr sz="1867" i="1">
                <a:solidFill>
                  <a:schemeClr val="bg2"/>
                </a:solidFill>
              </a:defRPr>
            </a:lvl3pPr>
            <a:lvl4pPr>
              <a:lnSpc>
                <a:spcPct val="90000"/>
              </a:lnSpc>
              <a:spcBef>
                <a:spcPts val="400"/>
              </a:spcBef>
              <a:defRPr lang="fr-FR" sz="1000" kern="1200" cap="all" baseline="0" dirty="0">
                <a:solidFill>
                  <a:schemeClr val="accent2"/>
                </a:solidFill>
                <a:latin typeface="+mn-lt"/>
                <a:ea typeface="+mn-ea"/>
                <a:cs typeface="+mn-cs"/>
              </a:defRPr>
            </a:lvl4pPr>
          </a:lstStyle>
          <a:p>
            <a:pPr lvl="0"/>
            <a:r>
              <a:rPr lang="en-US" noProof="0"/>
              <a:t>Click to edit Master text styles</a:t>
            </a:r>
          </a:p>
        </p:txBody>
      </p:sp>
      <p:sp>
        <p:nvSpPr>
          <p:cNvPr id="7" name="Espace réservé du texte 17">
            <a:extLst>
              <a:ext uri="{FF2B5EF4-FFF2-40B4-BE49-F238E27FC236}">
                <a16:creationId xmlns:a16="http://schemas.microsoft.com/office/drawing/2014/main" id="{DA36FF3D-AF0A-45ED-BF39-F628AE9DBF56}"/>
              </a:ext>
            </a:extLst>
          </p:cNvPr>
          <p:cNvSpPr>
            <a:spLocks noGrp="1"/>
          </p:cNvSpPr>
          <p:nvPr>
            <p:ph type="body" sz="quarter" idx="25"/>
          </p:nvPr>
        </p:nvSpPr>
        <p:spPr>
          <a:xfrm>
            <a:off x="2679091" y="3554158"/>
            <a:ext cx="6517348" cy="315415"/>
          </a:xfrm>
        </p:spPr>
        <p:txBody>
          <a:bodyPr/>
          <a:lstStyle>
            <a:lvl1pPr>
              <a:lnSpc>
                <a:spcPct val="90000"/>
              </a:lnSpc>
              <a:defRPr lang="fr-FR" sz="1867" b="0" i="0" kern="1200" cap="all" baseline="0" dirty="0" err="1">
                <a:solidFill>
                  <a:schemeClr val="accent2"/>
                </a:solidFill>
                <a:latin typeface="Verdana" panose="020B0604030504040204" pitchFamily="34" charset="0"/>
                <a:ea typeface="Verdana" panose="020B0604030504040204" pitchFamily="34" charset="0"/>
                <a:cs typeface="Verdana" panose="020B0604030504040204" pitchFamily="34" charset="0"/>
              </a:defRPr>
            </a:lvl1pPr>
            <a:lvl2pPr marL="0">
              <a:lnSpc>
                <a:spcPct val="90000"/>
              </a:lnSpc>
              <a:spcBef>
                <a:spcPts val="800"/>
              </a:spcBef>
              <a:defRPr lang="fr-FR" sz="1867" b="0" i="0" kern="1200" cap="all" baseline="0" dirty="0" err="1" smtClean="0">
                <a:solidFill>
                  <a:schemeClr val="bg2"/>
                </a:solidFill>
                <a:latin typeface="Verdana" panose="020B0604030504040204" pitchFamily="34" charset="0"/>
                <a:ea typeface="Verdana" panose="020B0604030504040204" pitchFamily="34" charset="0"/>
                <a:cs typeface="Verdana" panose="020B0604030504040204" pitchFamily="34" charset="0"/>
              </a:defRPr>
            </a:lvl2pPr>
            <a:lvl3pPr>
              <a:lnSpc>
                <a:spcPct val="100000"/>
              </a:lnSpc>
              <a:spcBef>
                <a:spcPts val="1067"/>
              </a:spcBef>
              <a:defRPr sz="1867" i="1">
                <a:solidFill>
                  <a:schemeClr val="bg2"/>
                </a:solidFill>
              </a:defRPr>
            </a:lvl3pPr>
            <a:lvl4pPr>
              <a:lnSpc>
                <a:spcPct val="90000"/>
              </a:lnSpc>
              <a:spcBef>
                <a:spcPts val="400"/>
              </a:spcBef>
              <a:defRPr lang="fr-FR" sz="1000" kern="1200" cap="all" baseline="0" dirty="0">
                <a:solidFill>
                  <a:schemeClr val="accent2"/>
                </a:solidFill>
                <a:latin typeface="+mn-lt"/>
                <a:ea typeface="+mn-ea"/>
                <a:cs typeface="+mn-cs"/>
              </a:defRPr>
            </a:lvl4pPr>
          </a:lstStyle>
          <a:p>
            <a:pPr lvl="0"/>
            <a:r>
              <a:rPr lang="en-US" noProof="0"/>
              <a:t>Click to edit Master text styles</a:t>
            </a:r>
          </a:p>
        </p:txBody>
      </p:sp>
      <p:pic>
        <p:nvPicPr>
          <p:cNvPr id="8" name="Graphique 4">
            <a:extLst>
              <a:ext uri="{FF2B5EF4-FFF2-40B4-BE49-F238E27FC236}">
                <a16:creationId xmlns:a16="http://schemas.microsoft.com/office/drawing/2014/main" id="{8304C7AB-4C03-445E-AB02-650736116614}"/>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216013" y="964399"/>
            <a:ext cx="1271271" cy="1257300"/>
          </a:xfrm>
          <a:prstGeom prst="rect">
            <a:avLst/>
          </a:prstGeom>
        </p:spPr>
      </p:pic>
    </p:spTree>
    <p:extLst>
      <p:ext uri="{BB962C8B-B14F-4D97-AF65-F5344CB8AC3E}">
        <p14:creationId xmlns:p14="http://schemas.microsoft.com/office/powerpoint/2010/main" val="24053142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Chapter (Light) Option 3">
    <p:bg>
      <p:bgPr>
        <a:solidFill>
          <a:schemeClr val="bg1"/>
        </a:solidFill>
        <a:effectLst/>
      </p:bgPr>
    </p:bg>
    <p:spTree>
      <p:nvGrpSpPr>
        <p:cNvPr id="1" name=""/>
        <p:cNvGrpSpPr/>
        <p:nvPr/>
      </p:nvGrpSpPr>
      <p:grpSpPr>
        <a:xfrm>
          <a:off x="0" y="0"/>
          <a:ext cx="0" cy="0"/>
          <a:chOff x="0" y="0"/>
          <a:chExt cx="0" cy="0"/>
        </a:xfrm>
      </p:grpSpPr>
      <p:sp>
        <p:nvSpPr>
          <p:cNvPr id="14" name="Espace réservé du texte 17">
            <a:extLst>
              <a:ext uri="{FF2B5EF4-FFF2-40B4-BE49-F238E27FC236}">
                <a16:creationId xmlns:a16="http://schemas.microsoft.com/office/drawing/2014/main" id="{B077D764-009F-4B11-889B-7C1F77AE7EF8}"/>
              </a:ext>
            </a:extLst>
          </p:cNvPr>
          <p:cNvSpPr>
            <a:spLocks noGrp="1"/>
          </p:cNvSpPr>
          <p:nvPr>
            <p:ph type="body" sz="quarter" idx="22" hasCustomPrompt="1"/>
          </p:nvPr>
        </p:nvSpPr>
        <p:spPr>
          <a:xfrm>
            <a:off x="1158241" y="3020997"/>
            <a:ext cx="1118105" cy="443199"/>
          </a:xfrm>
        </p:spPr>
        <p:txBody>
          <a:bodyPr vert="horz" lIns="0" tIns="0" rIns="0" bIns="0" rtlCol="0">
            <a:noAutofit/>
          </a:bodyPr>
          <a:lstStyle>
            <a:lvl1pPr algn="r">
              <a:defRPr lang="en-US" sz="3200" b="1" noProof="0" dirty="0">
                <a:solidFill>
                  <a:schemeClr val="tx1"/>
                </a:solidFill>
              </a:defRPr>
            </a:lvl1pPr>
          </a:lstStyle>
          <a:p>
            <a:pPr lvl="0">
              <a:lnSpc>
                <a:spcPct val="90000"/>
              </a:lnSpc>
            </a:pPr>
            <a:r>
              <a:rPr lang="en-US" noProof="0" dirty="0"/>
              <a:t>00</a:t>
            </a:r>
          </a:p>
        </p:txBody>
      </p:sp>
      <p:sp>
        <p:nvSpPr>
          <p:cNvPr id="15" name="Espace réservé du texte 17">
            <a:extLst>
              <a:ext uri="{FF2B5EF4-FFF2-40B4-BE49-F238E27FC236}">
                <a16:creationId xmlns:a16="http://schemas.microsoft.com/office/drawing/2014/main" id="{26F07BC6-BD1D-4953-9F45-D190CB67B241}"/>
              </a:ext>
            </a:extLst>
          </p:cNvPr>
          <p:cNvSpPr>
            <a:spLocks noGrp="1"/>
          </p:cNvSpPr>
          <p:nvPr>
            <p:ph type="body" sz="quarter" idx="23"/>
          </p:nvPr>
        </p:nvSpPr>
        <p:spPr>
          <a:xfrm>
            <a:off x="2679091" y="3020997"/>
            <a:ext cx="6517348" cy="443199"/>
          </a:xfrm>
        </p:spPr>
        <p:txBody>
          <a:bodyPr/>
          <a:lstStyle>
            <a:lvl1pPr>
              <a:lnSpc>
                <a:spcPct val="90000"/>
              </a:lnSpc>
              <a:defRPr lang="fr-FR" sz="3200" b="1" i="0" kern="1200" dirty="0" err="1">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0">
              <a:lnSpc>
                <a:spcPct val="90000"/>
              </a:lnSpc>
              <a:spcBef>
                <a:spcPts val="800"/>
              </a:spcBef>
              <a:defRPr lang="fr-FR" sz="1867" b="0" i="0" kern="1200" cap="all" baseline="0" dirty="0" err="1" smtClean="0">
                <a:solidFill>
                  <a:schemeClr val="bg2"/>
                </a:solidFill>
                <a:latin typeface="Verdana" panose="020B0604030504040204" pitchFamily="34" charset="0"/>
                <a:ea typeface="Verdana" panose="020B0604030504040204" pitchFamily="34" charset="0"/>
                <a:cs typeface="Verdana" panose="020B0604030504040204" pitchFamily="34" charset="0"/>
              </a:defRPr>
            </a:lvl2pPr>
            <a:lvl3pPr>
              <a:lnSpc>
                <a:spcPct val="100000"/>
              </a:lnSpc>
              <a:spcBef>
                <a:spcPts val="1067"/>
              </a:spcBef>
              <a:defRPr sz="1867" i="1">
                <a:solidFill>
                  <a:schemeClr val="bg2"/>
                </a:solidFill>
              </a:defRPr>
            </a:lvl3pPr>
            <a:lvl4pPr>
              <a:lnSpc>
                <a:spcPct val="90000"/>
              </a:lnSpc>
              <a:spcBef>
                <a:spcPts val="400"/>
              </a:spcBef>
              <a:defRPr lang="fr-FR" sz="1000" kern="1200" cap="all" baseline="0" dirty="0">
                <a:solidFill>
                  <a:schemeClr val="accent2"/>
                </a:solidFill>
                <a:latin typeface="+mn-lt"/>
                <a:ea typeface="+mn-ea"/>
                <a:cs typeface="+mn-cs"/>
              </a:defRPr>
            </a:lvl4pPr>
          </a:lstStyle>
          <a:p>
            <a:pPr lvl="0"/>
            <a:r>
              <a:rPr lang="en-US" noProof="0"/>
              <a:t>Click to edit Master text styles</a:t>
            </a:r>
          </a:p>
        </p:txBody>
      </p:sp>
      <p:sp>
        <p:nvSpPr>
          <p:cNvPr id="6" name="Espace réservé du texte 17">
            <a:extLst>
              <a:ext uri="{FF2B5EF4-FFF2-40B4-BE49-F238E27FC236}">
                <a16:creationId xmlns:a16="http://schemas.microsoft.com/office/drawing/2014/main" id="{FB6BFF7B-8B97-443F-8D19-A75C20F978D1}"/>
              </a:ext>
            </a:extLst>
          </p:cNvPr>
          <p:cNvSpPr>
            <a:spLocks noGrp="1"/>
          </p:cNvSpPr>
          <p:nvPr>
            <p:ph type="body" sz="quarter" idx="24"/>
          </p:nvPr>
        </p:nvSpPr>
        <p:spPr>
          <a:xfrm>
            <a:off x="2679091" y="3980878"/>
            <a:ext cx="6517348" cy="315415"/>
          </a:xfrm>
        </p:spPr>
        <p:txBody>
          <a:bodyPr/>
          <a:lstStyle>
            <a:lvl1pPr>
              <a:lnSpc>
                <a:spcPct val="90000"/>
              </a:lnSpc>
              <a:defRPr lang="fr-FR" sz="1867" b="0" i="1" kern="1200" dirty="0" err="1">
                <a:solidFill>
                  <a:schemeClr val="accent2"/>
                </a:solidFill>
                <a:latin typeface="Verdana" panose="020B0604030504040204" pitchFamily="34" charset="0"/>
                <a:ea typeface="Verdana" panose="020B0604030504040204" pitchFamily="34" charset="0"/>
                <a:cs typeface="Verdana" panose="020B0604030504040204" pitchFamily="34" charset="0"/>
              </a:defRPr>
            </a:lvl1pPr>
            <a:lvl2pPr marL="0">
              <a:lnSpc>
                <a:spcPct val="90000"/>
              </a:lnSpc>
              <a:spcBef>
                <a:spcPts val="800"/>
              </a:spcBef>
              <a:defRPr lang="fr-FR" sz="1867" b="0" i="0" kern="1200" cap="all" baseline="0" dirty="0" err="1" smtClean="0">
                <a:solidFill>
                  <a:schemeClr val="bg2"/>
                </a:solidFill>
                <a:latin typeface="Verdana" panose="020B0604030504040204" pitchFamily="34" charset="0"/>
                <a:ea typeface="Verdana" panose="020B0604030504040204" pitchFamily="34" charset="0"/>
                <a:cs typeface="Verdana" panose="020B0604030504040204" pitchFamily="34" charset="0"/>
              </a:defRPr>
            </a:lvl2pPr>
            <a:lvl3pPr>
              <a:lnSpc>
                <a:spcPct val="100000"/>
              </a:lnSpc>
              <a:spcBef>
                <a:spcPts val="1067"/>
              </a:spcBef>
              <a:defRPr sz="1867" i="1">
                <a:solidFill>
                  <a:schemeClr val="bg2"/>
                </a:solidFill>
              </a:defRPr>
            </a:lvl3pPr>
            <a:lvl4pPr>
              <a:lnSpc>
                <a:spcPct val="90000"/>
              </a:lnSpc>
              <a:spcBef>
                <a:spcPts val="400"/>
              </a:spcBef>
              <a:defRPr lang="fr-FR" sz="1000" kern="1200" cap="all" baseline="0" dirty="0">
                <a:solidFill>
                  <a:schemeClr val="accent2"/>
                </a:solidFill>
                <a:latin typeface="+mn-lt"/>
                <a:ea typeface="+mn-ea"/>
                <a:cs typeface="+mn-cs"/>
              </a:defRPr>
            </a:lvl4pPr>
          </a:lstStyle>
          <a:p>
            <a:pPr lvl="0"/>
            <a:r>
              <a:rPr lang="en-US" noProof="0"/>
              <a:t>Click to edit Master text styles</a:t>
            </a:r>
          </a:p>
        </p:txBody>
      </p:sp>
      <p:sp>
        <p:nvSpPr>
          <p:cNvPr id="7" name="Espace réservé du texte 17">
            <a:extLst>
              <a:ext uri="{FF2B5EF4-FFF2-40B4-BE49-F238E27FC236}">
                <a16:creationId xmlns:a16="http://schemas.microsoft.com/office/drawing/2014/main" id="{DA36FF3D-AF0A-45ED-BF39-F628AE9DBF56}"/>
              </a:ext>
            </a:extLst>
          </p:cNvPr>
          <p:cNvSpPr>
            <a:spLocks noGrp="1"/>
          </p:cNvSpPr>
          <p:nvPr>
            <p:ph type="body" sz="quarter" idx="25"/>
          </p:nvPr>
        </p:nvSpPr>
        <p:spPr>
          <a:xfrm>
            <a:off x="2679091" y="3554158"/>
            <a:ext cx="6517348" cy="315415"/>
          </a:xfrm>
        </p:spPr>
        <p:txBody>
          <a:bodyPr/>
          <a:lstStyle>
            <a:lvl1pPr>
              <a:lnSpc>
                <a:spcPct val="90000"/>
              </a:lnSpc>
              <a:defRPr lang="fr-FR" sz="1867" b="0" i="0" kern="1200" cap="all" baseline="0" dirty="0" err="1">
                <a:solidFill>
                  <a:schemeClr val="accent2"/>
                </a:solidFill>
                <a:latin typeface="Verdana" panose="020B0604030504040204" pitchFamily="34" charset="0"/>
                <a:ea typeface="Verdana" panose="020B0604030504040204" pitchFamily="34" charset="0"/>
                <a:cs typeface="Verdana" panose="020B0604030504040204" pitchFamily="34" charset="0"/>
              </a:defRPr>
            </a:lvl1pPr>
            <a:lvl2pPr marL="0">
              <a:lnSpc>
                <a:spcPct val="90000"/>
              </a:lnSpc>
              <a:spcBef>
                <a:spcPts val="800"/>
              </a:spcBef>
              <a:defRPr lang="fr-FR" sz="1867" b="0" i="0" kern="1200" cap="all" baseline="0" dirty="0" err="1" smtClean="0">
                <a:solidFill>
                  <a:schemeClr val="bg2"/>
                </a:solidFill>
                <a:latin typeface="Verdana" panose="020B0604030504040204" pitchFamily="34" charset="0"/>
                <a:ea typeface="Verdana" panose="020B0604030504040204" pitchFamily="34" charset="0"/>
                <a:cs typeface="Verdana" panose="020B0604030504040204" pitchFamily="34" charset="0"/>
              </a:defRPr>
            </a:lvl2pPr>
            <a:lvl3pPr>
              <a:lnSpc>
                <a:spcPct val="100000"/>
              </a:lnSpc>
              <a:spcBef>
                <a:spcPts val="1067"/>
              </a:spcBef>
              <a:defRPr sz="1867" i="1">
                <a:solidFill>
                  <a:schemeClr val="bg2"/>
                </a:solidFill>
              </a:defRPr>
            </a:lvl3pPr>
            <a:lvl4pPr>
              <a:lnSpc>
                <a:spcPct val="90000"/>
              </a:lnSpc>
              <a:spcBef>
                <a:spcPts val="400"/>
              </a:spcBef>
              <a:defRPr lang="fr-FR" sz="1000" kern="1200" cap="all" baseline="0" dirty="0">
                <a:solidFill>
                  <a:schemeClr val="accent2"/>
                </a:solidFill>
                <a:latin typeface="+mn-lt"/>
                <a:ea typeface="+mn-ea"/>
                <a:cs typeface="+mn-cs"/>
              </a:defRPr>
            </a:lvl4pPr>
          </a:lstStyle>
          <a:p>
            <a:pPr lvl="0"/>
            <a:r>
              <a:rPr lang="en-US" noProof="0"/>
              <a:t>Click to edit Master text styles</a:t>
            </a:r>
          </a:p>
        </p:txBody>
      </p:sp>
      <p:pic>
        <p:nvPicPr>
          <p:cNvPr id="8" name="Graphique 4">
            <a:extLst>
              <a:ext uri="{FF2B5EF4-FFF2-40B4-BE49-F238E27FC236}">
                <a16:creationId xmlns:a16="http://schemas.microsoft.com/office/drawing/2014/main" id="{47A4CFED-9962-48A7-8ED7-BCB4523B3A34}"/>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816607" y="5024590"/>
            <a:ext cx="1271271" cy="1257300"/>
          </a:xfrm>
          <a:prstGeom prst="rect">
            <a:avLst/>
          </a:prstGeom>
        </p:spPr>
      </p:pic>
    </p:spTree>
    <p:extLst>
      <p:ext uri="{BB962C8B-B14F-4D97-AF65-F5344CB8AC3E}">
        <p14:creationId xmlns:p14="http://schemas.microsoft.com/office/powerpoint/2010/main" val="19533110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Chapter (Dark)">
    <p:bg>
      <p:bgPr>
        <a:solidFill>
          <a:srgbClr val="1E034A"/>
        </a:solidFill>
        <a:effectLst/>
      </p:bgPr>
    </p:bg>
    <p:spTree>
      <p:nvGrpSpPr>
        <p:cNvPr id="1" name=""/>
        <p:cNvGrpSpPr/>
        <p:nvPr/>
      </p:nvGrpSpPr>
      <p:grpSpPr>
        <a:xfrm>
          <a:off x="0" y="0"/>
          <a:ext cx="0" cy="0"/>
          <a:chOff x="0" y="0"/>
          <a:chExt cx="0" cy="0"/>
        </a:xfrm>
      </p:grpSpPr>
      <p:pic>
        <p:nvPicPr>
          <p:cNvPr id="5" name="Graphique 4">
            <a:extLst>
              <a:ext uri="{FF2B5EF4-FFF2-40B4-BE49-F238E27FC236}">
                <a16:creationId xmlns:a16="http://schemas.microsoft.com/office/drawing/2014/main" id="{D97075C2-D640-40B7-B715-DE36BBB3FC47}"/>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9498963" y="4159250"/>
            <a:ext cx="1271271" cy="1257300"/>
          </a:xfrm>
          <a:prstGeom prst="rect">
            <a:avLst/>
          </a:prstGeom>
        </p:spPr>
      </p:pic>
      <p:sp>
        <p:nvSpPr>
          <p:cNvPr id="14" name="Espace réservé du texte 17">
            <a:extLst>
              <a:ext uri="{FF2B5EF4-FFF2-40B4-BE49-F238E27FC236}">
                <a16:creationId xmlns:a16="http://schemas.microsoft.com/office/drawing/2014/main" id="{B077D764-009F-4B11-889B-7C1F77AE7EF8}"/>
              </a:ext>
            </a:extLst>
          </p:cNvPr>
          <p:cNvSpPr>
            <a:spLocks noGrp="1"/>
          </p:cNvSpPr>
          <p:nvPr>
            <p:ph type="body" sz="quarter" idx="22" hasCustomPrompt="1"/>
          </p:nvPr>
        </p:nvSpPr>
        <p:spPr>
          <a:xfrm>
            <a:off x="1158241" y="3020997"/>
            <a:ext cx="1118105" cy="443199"/>
          </a:xfrm>
        </p:spPr>
        <p:txBody>
          <a:bodyPr vert="horz" lIns="0" tIns="0" rIns="0" bIns="0" rtlCol="0">
            <a:noAutofit/>
          </a:bodyPr>
          <a:lstStyle>
            <a:lvl1pPr algn="r">
              <a:defRPr lang="en-US" sz="3200" b="1" noProof="0" dirty="0">
                <a:solidFill>
                  <a:schemeClr val="bg2"/>
                </a:solidFill>
              </a:defRPr>
            </a:lvl1pPr>
          </a:lstStyle>
          <a:p>
            <a:pPr lvl="0">
              <a:lnSpc>
                <a:spcPct val="90000"/>
              </a:lnSpc>
            </a:pPr>
            <a:r>
              <a:rPr lang="en-US" noProof="0" dirty="0"/>
              <a:t>00</a:t>
            </a:r>
          </a:p>
        </p:txBody>
      </p:sp>
      <p:sp>
        <p:nvSpPr>
          <p:cNvPr id="15" name="Espace réservé du texte 17">
            <a:extLst>
              <a:ext uri="{FF2B5EF4-FFF2-40B4-BE49-F238E27FC236}">
                <a16:creationId xmlns:a16="http://schemas.microsoft.com/office/drawing/2014/main" id="{26F07BC6-BD1D-4953-9F45-D190CB67B241}"/>
              </a:ext>
            </a:extLst>
          </p:cNvPr>
          <p:cNvSpPr>
            <a:spLocks noGrp="1"/>
          </p:cNvSpPr>
          <p:nvPr>
            <p:ph type="body" sz="quarter" idx="23"/>
          </p:nvPr>
        </p:nvSpPr>
        <p:spPr>
          <a:xfrm>
            <a:off x="2679091" y="3020997"/>
            <a:ext cx="6517348" cy="443199"/>
          </a:xfrm>
        </p:spPr>
        <p:txBody>
          <a:bodyPr/>
          <a:lstStyle>
            <a:lvl1pPr>
              <a:lnSpc>
                <a:spcPct val="90000"/>
              </a:lnSpc>
              <a:defRPr lang="fr-FR" sz="3200" b="1" i="0" kern="1200" dirty="0" err="1">
                <a:solidFill>
                  <a:schemeClr val="bg2"/>
                </a:solidFill>
                <a:latin typeface="Verdana" panose="020B0604030504040204" pitchFamily="34" charset="0"/>
                <a:ea typeface="Verdana" panose="020B0604030504040204" pitchFamily="34" charset="0"/>
                <a:cs typeface="Verdana" panose="020B0604030504040204" pitchFamily="34" charset="0"/>
              </a:defRPr>
            </a:lvl1pPr>
            <a:lvl2pPr marL="0">
              <a:lnSpc>
                <a:spcPct val="90000"/>
              </a:lnSpc>
              <a:spcBef>
                <a:spcPts val="800"/>
              </a:spcBef>
              <a:defRPr lang="fr-FR" sz="1867" b="0" i="0" kern="1200" cap="all" baseline="0" dirty="0" err="1" smtClean="0">
                <a:solidFill>
                  <a:schemeClr val="bg2"/>
                </a:solidFill>
                <a:latin typeface="Verdana" panose="020B0604030504040204" pitchFamily="34" charset="0"/>
                <a:ea typeface="Verdana" panose="020B0604030504040204" pitchFamily="34" charset="0"/>
                <a:cs typeface="Verdana" panose="020B0604030504040204" pitchFamily="34" charset="0"/>
              </a:defRPr>
            </a:lvl2pPr>
            <a:lvl3pPr>
              <a:lnSpc>
                <a:spcPct val="100000"/>
              </a:lnSpc>
              <a:spcBef>
                <a:spcPts val="1067"/>
              </a:spcBef>
              <a:defRPr sz="1867" i="1">
                <a:solidFill>
                  <a:schemeClr val="bg2"/>
                </a:solidFill>
              </a:defRPr>
            </a:lvl3pPr>
            <a:lvl4pPr>
              <a:lnSpc>
                <a:spcPct val="90000"/>
              </a:lnSpc>
              <a:spcBef>
                <a:spcPts val="400"/>
              </a:spcBef>
              <a:defRPr lang="fr-FR" sz="1000" kern="1200" cap="all" baseline="0" dirty="0">
                <a:solidFill>
                  <a:schemeClr val="accent2"/>
                </a:solidFill>
                <a:latin typeface="+mn-lt"/>
                <a:ea typeface="+mn-ea"/>
                <a:cs typeface="+mn-cs"/>
              </a:defRPr>
            </a:lvl4pPr>
          </a:lstStyle>
          <a:p>
            <a:pPr lvl="0"/>
            <a:r>
              <a:rPr lang="en-US" noProof="0"/>
              <a:t>Click to edit Master text styles</a:t>
            </a:r>
          </a:p>
        </p:txBody>
      </p:sp>
      <p:sp>
        <p:nvSpPr>
          <p:cNvPr id="6" name="Espace réservé du texte 17">
            <a:extLst>
              <a:ext uri="{FF2B5EF4-FFF2-40B4-BE49-F238E27FC236}">
                <a16:creationId xmlns:a16="http://schemas.microsoft.com/office/drawing/2014/main" id="{FB6BFF7B-8B97-443F-8D19-A75C20F978D1}"/>
              </a:ext>
            </a:extLst>
          </p:cNvPr>
          <p:cNvSpPr>
            <a:spLocks noGrp="1"/>
          </p:cNvSpPr>
          <p:nvPr>
            <p:ph type="body" sz="quarter" idx="24"/>
          </p:nvPr>
        </p:nvSpPr>
        <p:spPr>
          <a:xfrm>
            <a:off x="2679091" y="3980878"/>
            <a:ext cx="6517348" cy="315415"/>
          </a:xfrm>
        </p:spPr>
        <p:txBody>
          <a:bodyPr/>
          <a:lstStyle>
            <a:lvl1pPr>
              <a:lnSpc>
                <a:spcPct val="90000"/>
              </a:lnSpc>
              <a:defRPr lang="fr-FR" sz="1867" b="0" i="1" kern="1200" dirty="0" err="1">
                <a:solidFill>
                  <a:schemeClr val="bg2"/>
                </a:solidFill>
                <a:latin typeface="Verdana" panose="020B0604030504040204" pitchFamily="34" charset="0"/>
                <a:ea typeface="Verdana" panose="020B0604030504040204" pitchFamily="34" charset="0"/>
                <a:cs typeface="Verdana" panose="020B0604030504040204" pitchFamily="34" charset="0"/>
              </a:defRPr>
            </a:lvl1pPr>
            <a:lvl2pPr marL="0">
              <a:lnSpc>
                <a:spcPct val="90000"/>
              </a:lnSpc>
              <a:spcBef>
                <a:spcPts val="800"/>
              </a:spcBef>
              <a:defRPr lang="fr-FR" sz="1867" b="0" i="0" kern="1200" cap="all" baseline="0" dirty="0" err="1" smtClean="0">
                <a:solidFill>
                  <a:schemeClr val="bg2"/>
                </a:solidFill>
                <a:latin typeface="Verdana" panose="020B0604030504040204" pitchFamily="34" charset="0"/>
                <a:ea typeface="Verdana" panose="020B0604030504040204" pitchFamily="34" charset="0"/>
                <a:cs typeface="Verdana" panose="020B0604030504040204" pitchFamily="34" charset="0"/>
              </a:defRPr>
            </a:lvl2pPr>
            <a:lvl3pPr>
              <a:lnSpc>
                <a:spcPct val="100000"/>
              </a:lnSpc>
              <a:spcBef>
                <a:spcPts val="1067"/>
              </a:spcBef>
              <a:defRPr sz="1867" i="1">
                <a:solidFill>
                  <a:schemeClr val="bg2"/>
                </a:solidFill>
              </a:defRPr>
            </a:lvl3pPr>
            <a:lvl4pPr>
              <a:lnSpc>
                <a:spcPct val="90000"/>
              </a:lnSpc>
              <a:spcBef>
                <a:spcPts val="400"/>
              </a:spcBef>
              <a:defRPr lang="fr-FR" sz="1000" kern="1200" cap="all" baseline="0" dirty="0">
                <a:solidFill>
                  <a:schemeClr val="accent2"/>
                </a:solidFill>
                <a:latin typeface="+mn-lt"/>
                <a:ea typeface="+mn-ea"/>
                <a:cs typeface="+mn-cs"/>
              </a:defRPr>
            </a:lvl4pPr>
          </a:lstStyle>
          <a:p>
            <a:pPr lvl="0"/>
            <a:r>
              <a:rPr lang="en-US" noProof="0"/>
              <a:t>Click to edit Master text styles</a:t>
            </a:r>
          </a:p>
        </p:txBody>
      </p:sp>
      <p:sp>
        <p:nvSpPr>
          <p:cNvPr id="7" name="Espace réservé du texte 17">
            <a:extLst>
              <a:ext uri="{FF2B5EF4-FFF2-40B4-BE49-F238E27FC236}">
                <a16:creationId xmlns:a16="http://schemas.microsoft.com/office/drawing/2014/main" id="{DA36FF3D-AF0A-45ED-BF39-F628AE9DBF56}"/>
              </a:ext>
            </a:extLst>
          </p:cNvPr>
          <p:cNvSpPr>
            <a:spLocks noGrp="1"/>
          </p:cNvSpPr>
          <p:nvPr>
            <p:ph type="body" sz="quarter" idx="25"/>
          </p:nvPr>
        </p:nvSpPr>
        <p:spPr>
          <a:xfrm>
            <a:off x="2679091" y="3554158"/>
            <a:ext cx="6517348" cy="315415"/>
          </a:xfrm>
        </p:spPr>
        <p:txBody>
          <a:bodyPr/>
          <a:lstStyle>
            <a:lvl1pPr>
              <a:lnSpc>
                <a:spcPct val="90000"/>
              </a:lnSpc>
              <a:defRPr lang="fr-FR" sz="1867" b="0" i="0" kern="1200" cap="all" baseline="0" dirty="0" err="1">
                <a:solidFill>
                  <a:schemeClr val="bg2"/>
                </a:solidFill>
                <a:latin typeface="Verdana" panose="020B0604030504040204" pitchFamily="34" charset="0"/>
                <a:ea typeface="Verdana" panose="020B0604030504040204" pitchFamily="34" charset="0"/>
                <a:cs typeface="Verdana" panose="020B0604030504040204" pitchFamily="34" charset="0"/>
              </a:defRPr>
            </a:lvl1pPr>
            <a:lvl2pPr marL="0">
              <a:lnSpc>
                <a:spcPct val="90000"/>
              </a:lnSpc>
              <a:spcBef>
                <a:spcPts val="800"/>
              </a:spcBef>
              <a:defRPr lang="fr-FR" sz="1867" b="0" i="0" kern="1200" cap="all" baseline="0" dirty="0" err="1" smtClean="0">
                <a:solidFill>
                  <a:schemeClr val="bg2"/>
                </a:solidFill>
                <a:latin typeface="Verdana" panose="020B0604030504040204" pitchFamily="34" charset="0"/>
                <a:ea typeface="Verdana" panose="020B0604030504040204" pitchFamily="34" charset="0"/>
                <a:cs typeface="Verdana" panose="020B0604030504040204" pitchFamily="34" charset="0"/>
              </a:defRPr>
            </a:lvl2pPr>
            <a:lvl3pPr>
              <a:lnSpc>
                <a:spcPct val="100000"/>
              </a:lnSpc>
              <a:spcBef>
                <a:spcPts val="1067"/>
              </a:spcBef>
              <a:defRPr sz="1867" i="1">
                <a:solidFill>
                  <a:schemeClr val="bg2"/>
                </a:solidFill>
              </a:defRPr>
            </a:lvl3pPr>
            <a:lvl4pPr>
              <a:lnSpc>
                <a:spcPct val="90000"/>
              </a:lnSpc>
              <a:spcBef>
                <a:spcPts val="400"/>
              </a:spcBef>
              <a:defRPr lang="fr-FR" sz="1000" kern="1200" cap="all" baseline="0" dirty="0">
                <a:solidFill>
                  <a:schemeClr val="accent2"/>
                </a:solidFill>
                <a:latin typeface="+mn-lt"/>
                <a:ea typeface="+mn-ea"/>
                <a:cs typeface="+mn-cs"/>
              </a:defRPr>
            </a:lvl4pPr>
          </a:lstStyle>
          <a:p>
            <a:pPr lvl="0"/>
            <a:r>
              <a:rPr lang="en-US" noProof="0"/>
              <a:t>Click to edit Master text styles</a:t>
            </a:r>
          </a:p>
        </p:txBody>
      </p:sp>
    </p:spTree>
    <p:extLst>
      <p:ext uri="{BB962C8B-B14F-4D97-AF65-F5344CB8AC3E}">
        <p14:creationId xmlns:p14="http://schemas.microsoft.com/office/powerpoint/2010/main" val="37055587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hapter (Dark) Option 2">
    <p:bg>
      <p:bgPr>
        <a:solidFill>
          <a:srgbClr val="1E034A"/>
        </a:solidFill>
        <a:effectLst/>
      </p:bgPr>
    </p:bg>
    <p:spTree>
      <p:nvGrpSpPr>
        <p:cNvPr id="1" name=""/>
        <p:cNvGrpSpPr/>
        <p:nvPr/>
      </p:nvGrpSpPr>
      <p:grpSpPr>
        <a:xfrm>
          <a:off x="0" y="0"/>
          <a:ext cx="0" cy="0"/>
          <a:chOff x="0" y="0"/>
          <a:chExt cx="0" cy="0"/>
        </a:xfrm>
      </p:grpSpPr>
      <p:sp>
        <p:nvSpPr>
          <p:cNvPr id="14" name="Espace réservé du texte 17">
            <a:extLst>
              <a:ext uri="{FF2B5EF4-FFF2-40B4-BE49-F238E27FC236}">
                <a16:creationId xmlns:a16="http://schemas.microsoft.com/office/drawing/2014/main" id="{B077D764-009F-4B11-889B-7C1F77AE7EF8}"/>
              </a:ext>
            </a:extLst>
          </p:cNvPr>
          <p:cNvSpPr>
            <a:spLocks noGrp="1"/>
          </p:cNvSpPr>
          <p:nvPr>
            <p:ph type="body" sz="quarter" idx="22" hasCustomPrompt="1"/>
          </p:nvPr>
        </p:nvSpPr>
        <p:spPr>
          <a:xfrm>
            <a:off x="1158241" y="3020997"/>
            <a:ext cx="1118105" cy="443199"/>
          </a:xfrm>
        </p:spPr>
        <p:txBody>
          <a:bodyPr vert="horz" lIns="0" tIns="0" rIns="0" bIns="0" rtlCol="0">
            <a:noAutofit/>
          </a:bodyPr>
          <a:lstStyle>
            <a:lvl1pPr algn="r">
              <a:defRPr lang="en-US" sz="3200" b="1" noProof="0" dirty="0">
                <a:solidFill>
                  <a:schemeClr val="bg2"/>
                </a:solidFill>
              </a:defRPr>
            </a:lvl1pPr>
          </a:lstStyle>
          <a:p>
            <a:pPr lvl="0">
              <a:lnSpc>
                <a:spcPct val="90000"/>
              </a:lnSpc>
            </a:pPr>
            <a:r>
              <a:rPr lang="en-US" noProof="0" dirty="0"/>
              <a:t>00</a:t>
            </a:r>
          </a:p>
        </p:txBody>
      </p:sp>
      <p:sp>
        <p:nvSpPr>
          <p:cNvPr id="15" name="Espace réservé du texte 17">
            <a:extLst>
              <a:ext uri="{FF2B5EF4-FFF2-40B4-BE49-F238E27FC236}">
                <a16:creationId xmlns:a16="http://schemas.microsoft.com/office/drawing/2014/main" id="{26F07BC6-BD1D-4953-9F45-D190CB67B241}"/>
              </a:ext>
            </a:extLst>
          </p:cNvPr>
          <p:cNvSpPr>
            <a:spLocks noGrp="1"/>
          </p:cNvSpPr>
          <p:nvPr>
            <p:ph type="body" sz="quarter" idx="23"/>
          </p:nvPr>
        </p:nvSpPr>
        <p:spPr>
          <a:xfrm>
            <a:off x="2679091" y="3020997"/>
            <a:ext cx="6517348" cy="443199"/>
          </a:xfrm>
        </p:spPr>
        <p:txBody>
          <a:bodyPr/>
          <a:lstStyle>
            <a:lvl1pPr>
              <a:lnSpc>
                <a:spcPct val="90000"/>
              </a:lnSpc>
              <a:defRPr lang="fr-FR" sz="3200" b="1" i="0" kern="1200" dirty="0" err="1">
                <a:solidFill>
                  <a:schemeClr val="bg2"/>
                </a:solidFill>
                <a:latin typeface="Verdana" panose="020B0604030504040204" pitchFamily="34" charset="0"/>
                <a:ea typeface="Verdana" panose="020B0604030504040204" pitchFamily="34" charset="0"/>
                <a:cs typeface="Verdana" panose="020B0604030504040204" pitchFamily="34" charset="0"/>
              </a:defRPr>
            </a:lvl1pPr>
            <a:lvl2pPr marL="0">
              <a:lnSpc>
                <a:spcPct val="90000"/>
              </a:lnSpc>
              <a:spcBef>
                <a:spcPts val="800"/>
              </a:spcBef>
              <a:defRPr lang="fr-FR" sz="1867" b="0" i="0" kern="1200" cap="all" baseline="0" dirty="0" err="1" smtClean="0">
                <a:solidFill>
                  <a:schemeClr val="bg2"/>
                </a:solidFill>
                <a:latin typeface="Verdana" panose="020B0604030504040204" pitchFamily="34" charset="0"/>
                <a:ea typeface="Verdana" panose="020B0604030504040204" pitchFamily="34" charset="0"/>
                <a:cs typeface="Verdana" panose="020B0604030504040204" pitchFamily="34" charset="0"/>
              </a:defRPr>
            </a:lvl2pPr>
            <a:lvl3pPr>
              <a:lnSpc>
                <a:spcPct val="100000"/>
              </a:lnSpc>
              <a:spcBef>
                <a:spcPts val="1067"/>
              </a:spcBef>
              <a:defRPr sz="1867" i="1">
                <a:solidFill>
                  <a:schemeClr val="bg2"/>
                </a:solidFill>
              </a:defRPr>
            </a:lvl3pPr>
            <a:lvl4pPr>
              <a:lnSpc>
                <a:spcPct val="90000"/>
              </a:lnSpc>
              <a:spcBef>
                <a:spcPts val="400"/>
              </a:spcBef>
              <a:defRPr lang="fr-FR" sz="1000" kern="1200" cap="all" baseline="0" dirty="0">
                <a:solidFill>
                  <a:schemeClr val="accent2"/>
                </a:solidFill>
                <a:latin typeface="+mn-lt"/>
                <a:ea typeface="+mn-ea"/>
                <a:cs typeface="+mn-cs"/>
              </a:defRPr>
            </a:lvl4pPr>
          </a:lstStyle>
          <a:p>
            <a:pPr lvl="0"/>
            <a:r>
              <a:rPr lang="en-US" noProof="0"/>
              <a:t>Click to edit Master text styles</a:t>
            </a:r>
          </a:p>
        </p:txBody>
      </p:sp>
      <p:sp>
        <p:nvSpPr>
          <p:cNvPr id="6" name="Espace réservé du texte 17">
            <a:extLst>
              <a:ext uri="{FF2B5EF4-FFF2-40B4-BE49-F238E27FC236}">
                <a16:creationId xmlns:a16="http://schemas.microsoft.com/office/drawing/2014/main" id="{FB6BFF7B-8B97-443F-8D19-A75C20F978D1}"/>
              </a:ext>
            </a:extLst>
          </p:cNvPr>
          <p:cNvSpPr>
            <a:spLocks noGrp="1"/>
          </p:cNvSpPr>
          <p:nvPr>
            <p:ph type="body" sz="quarter" idx="24"/>
          </p:nvPr>
        </p:nvSpPr>
        <p:spPr>
          <a:xfrm>
            <a:off x="2679091" y="3980878"/>
            <a:ext cx="6517348" cy="315415"/>
          </a:xfrm>
        </p:spPr>
        <p:txBody>
          <a:bodyPr/>
          <a:lstStyle>
            <a:lvl1pPr>
              <a:lnSpc>
                <a:spcPct val="90000"/>
              </a:lnSpc>
              <a:defRPr lang="fr-FR" sz="1867" b="0" i="1" kern="1200" dirty="0" err="1">
                <a:solidFill>
                  <a:schemeClr val="bg2"/>
                </a:solidFill>
                <a:latin typeface="Verdana" panose="020B0604030504040204" pitchFamily="34" charset="0"/>
                <a:ea typeface="Verdana" panose="020B0604030504040204" pitchFamily="34" charset="0"/>
                <a:cs typeface="Verdana" panose="020B0604030504040204" pitchFamily="34" charset="0"/>
              </a:defRPr>
            </a:lvl1pPr>
            <a:lvl2pPr marL="0">
              <a:lnSpc>
                <a:spcPct val="90000"/>
              </a:lnSpc>
              <a:spcBef>
                <a:spcPts val="800"/>
              </a:spcBef>
              <a:defRPr lang="fr-FR" sz="1867" b="0" i="0" kern="1200" cap="all" baseline="0" dirty="0" err="1" smtClean="0">
                <a:solidFill>
                  <a:schemeClr val="bg2"/>
                </a:solidFill>
                <a:latin typeface="Verdana" panose="020B0604030504040204" pitchFamily="34" charset="0"/>
                <a:ea typeface="Verdana" panose="020B0604030504040204" pitchFamily="34" charset="0"/>
                <a:cs typeface="Verdana" panose="020B0604030504040204" pitchFamily="34" charset="0"/>
              </a:defRPr>
            </a:lvl2pPr>
            <a:lvl3pPr>
              <a:lnSpc>
                <a:spcPct val="100000"/>
              </a:lnSpc>
              <a:spcBef>
                <a:spcPts val="1067"/>
              </a:spcBef>
              <a:defRPr sz="1867" i="1">
                <a:solidFill>
                  <a:schemeClr val="bg2"/>
                </a:solidFill>
              </a:defRPr>
            </a:lvl3pPr>
            <a:lvl4pPr>
              <a:lnSpc>
                <a:spcPct val="90000"/>
              </a:lnSpc>
              <a:spcBef>
                <a:spcPts val="400"/>
              </a:spcBef>
              <a:defRPr lang="fr-FR" sz="1000" kern="1200" cap="all" baseline="0" dirty="0">
                <a:solidFill>
                  <a:schemeClr val="accent2"/>
                </a:solidFill>
                <a:latin typeface="+mn-lt"/>
                <a:ea typeface="+mn-ea"/>
                <a:cs typeface="+mn-cs"/>
              </a:defRPr>
            </a:lvl4pPr>
          </a:lstStyle>
          <a:p>
            <a:pPr lvl="0"/>
            <a:r>
              <a:rPr lang="en-US" noProof="0"/>
              <a:t>Click to edit Master text styles</a:t>
            </a:r>
          </a:p>
        </p:txBody>
      </p:sp>
      <p:sp>
        <p:nvSpPr>
          <p:cNvPr id="7" name="Espace réservé du texte 17">
            <a:extLst>
              <a:ext uri="{FF2B5EF4-FFF2-40B4-BE49-F238E27FC236}">
                <a16:creationId xmlns:a16="http://schemas.microsoft.com/office/drawing/2014/main" id="{DA36FF3D-AF0A-45ED-BF39-F628AE9DBF56}"/>
              </a:ext>
            </a:extLst>
          </p:cNvPr>
          <p:cNvSpPr>
            <a:spLocks noGrp="1"/>
          </p:cNvSpPr>
          <p:nvPr>
            <p:ph type="body" sz="quarter" idx="25"/>
          </p:nvPr>
        </p:nvSpPr>
        <p:spPr>
          <a:xfrm>
            <a:off x="2679091" y="3554158"/>
            <a:ext cx="6517348" cy="315415"/>
          </a:xfrm>
        </p:spPr>
        <p:txBody>
          <a:bodyPr/>
          <a:lstStyle>
            <a:lvl1pPr>
              <a:lnSpc>
                <a:spcPct val="90000"/>
              </a:lnSpc>
              <a:defRPr lang="fr-FR" sz="1867" b="0" i="0" kern="1200" cap="all" baseline="0" dirty="0" err="1">
                <a:solidFill>
                  <a:schemeClr val="bg2"/>
                </a:solidFill>
                <a:latin typeface="Verdana" panose="020B0604030504040204" pitchFamily="34" charset="0"/>
                <a:ea typeface="Verdana" panose="020B0604030504040204" pitchFamily="34" charset="0"/>
                <a:cs typeface="Verdana" panose="020B0604030504040204" pitchFamily="34" charset="0"/>
              </a:defRPr>
            </a:lvl1pPr>
            <a:lvl2pPr marL="0">
              <a:lnSpc>
                <a:spcPct val="90000"/>
              </a:lnSpc>
              <a:spcBef>
                <a:spcPts val="800"/>
              </a:spcBef>
              <a:defRPr lang="fr-FR" sz="1867" b="0" i="0" kern="1200" cap="all" baseline="0" dirty="0" err="1" smtClean="0">
                <a:solidFill>
                  <a:schemeClr val="bg2"/>
                </a:solidFill>
                <a:latin typeface="Verdana" panose="020B0604030504040204" pitchFamily="34" charset="0"/>
                <a:ea typeface="Verdana" panose="020B0604030504040204" pitchFamily="34" charset="0"/>
                <a:cs typeface="Verdana" panose="020B0604030504040204" pitchFamily="34" charset="0"/>
              </a:defRPr>
            </a:lvl2pPr>
            <a:lvl3pPr>
              <a:lnSpc>
                <a:spcPct val="100000"/>
              </a:lnSpc>
              <a:spcBef>
                <a:spcPts val="1067"/>
              </a:spcBef>
              <a:defRPr sz="1867" i="1">
                <a:solidFill>
                  <a:schemeClr val="bg2"/>
                </a:solidFill>
              </a:defRPr>
            </a:lvl3pPr>
            <a:lvl4pPr>
              <a:lnSpc>
                <a:spcPct val="90000"/>
              </a:lnSpc>
              <a:spcBef>
                <a:spcPts val="400"/>
              </a:spcBef>
              <a:defRPr lang="fr-FR" sz="1000" kern="1200" cap="all" baseline="0" dirty="0">
                <a:solidFill>
                  <a:schemeClr val="accent2"/>
                </a:solidFill>
                <a:latin typeface="+mn-lt"/>
                <a:ea typeface="+mn-ea"/>
                <a:cs typeface="+mn-cs"/>
              </a:defRPr>
            </a:lvl4pPr>
          </a:lstStyle>
          <a:p>
            <a:pPr lvl="0"/>
            <a:r>
              <a:rPr lang="en-US" noProof="0"/>
              <a:t>Click to edit Master text styles</a:t>
            </a:r>
          </a:p>
        </p:txBody>
      </p:sp>
      <p:pic>
        <p:nvPicPr>
          <p:cNvPr id="8" name="Graphique 4">
            <a:extLst>
              <a:ext uri="{FF2B5EF4-FFF2-40B4-BE49-F238E27FC236}">
                <a16:creationId xmlns:a16="http://schemas.microsoft.com/office/drawing/2014/main" id="{8304C7AB-4C03-445E-AB02-650736116614}"/>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216013" y="964399"/>
            <a:ext cx="1271271" cy="1257300"/>
          </a:xfrm>
          <a:prstGeom prst="rect">
            <a:avLst/>
          </a:prstGeom>
        </p:spPr>
      </p:pic>
    </p:spTree>
    <p:extLst>
      <p:ext uri="{BB962C8B-B14F-4D97-AF65-F5344CB8AC3E}">
        <p14:creationId xmlns:p14="http://schemas.microsoft.com/office/powerpoint/2010/main" val="1370274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Chapter (Dark) Option 3">
    <p:bg>
      <p:bgPr>
        <a:solidFill>
          <a:srgbClr val="1E034A"/>
        </a:solidFill>
        <a:effectLst/>
      </p:bgPr>
    </p:bg>
    <p:spTree>
      <p:nvGrpSpPr>
        <p:cNvPr id="1" name=""/>
        <p:cNvGrpSpPr/>
        <p:nvPr/>
      </p:nvGrpSpPr>
      <p:grpSpPr>
        <a:xfrm>
          <a:off x="0" y="0"/>
          <a:ext cx="0" cy="0"/>
          <a:chOff x="0" y="0"/>
          <a:chExt cx="0" cy="0"/>
        </a:xfrm>
      </p:grpSpPr>
      <p:sp>
        <p:nvSpPr>
          <p:cNvPr id="14" name="Espace réservé du texte 17">
            <a:extLst>
              <a:ext uri="{FF2B5EF4-FFF2-40B4-BE49-F238E27FC236}">
                <a16:creationId xmlns:a16="http://schemas.microsoft.com/office/drawing/2014/main" id="{B077D764-009F-4B11-889B-7C1F77AE7EF8}"/>
              </a:ext>
            </a:extLst>
          </p:cNvPr>
          <p:cNvSpPr>
            <a:spLocks noGrp="1"/>
          </p:cNvSpPr>
          <p:nvPr>
            <p:ph type="body" sz="quarter" idx="22" hasCustomPrompt="1"/>
          </p:nvPr>
        </p:nvSpPr>
        <p:spPr>
          <a:xfrm>
            <a:off x="1158241" y="3020997"/>
            <a:ext cx="1118105" cy="443199"/>
          </a:xfrm>
        </p:spPr>
        <p:txBody>
          <a:bodyPr vert="horz" lIns="0" tIns="0" rIns="0" bIns="0" rtlCol="0">
            <a:noAutofit/>
          </a:bodyPr>
          <a:lstStyle>
            <a:lvl1pPr algn="r">
              <a:defRPr lang="en-US" sz="3200" b="1" noProof="0" dirty="0">
                <a:solidFill>
                  <a:schemeClr val="bg2"/>
                </a:solidFill>
              </a:defRPr>
            </a:lvl1pPr>
          </a:lstStyle>
          <a:p>
            <a:pPr lvl="0">
              <a:lnSpc>
                <a:spcPct val="90000"/>
              </a:lnSpc>
            </a:pPr>
            <a:r>
              <a:rPr lang="en-US" noProof="0" dirty="0"/>
              <a:t>00</a:t>
            </a:r>
          </a:p>
        </p:txBody>
      </p:sp>
      <p:sp>
        <p:nvSpPr>
          <p:cNvPr id="15" name="Espace réservé du texte 17">
            <a:extLst>
              <a:ext uri="{FF2B5EF4-FFF2-40B4-BE49-F238E27FC236}">
                <a16:creationId xmlns:a16="http://schemas.microsoft.com/office/drawing/2014/main" id="{26F07BC6-BD1D-4953-9F45-D190CB67B241}"/>
              </a:ext>
            </a:extLst>
          </p:cNvPr>
          <p:cNvSpPr>
            <a:spLocks noGrp="1"/>
          </p:cNvSpPr>
          <p:nvPr>
            <p:ph type="body" sz="quarter" idx="23"/>
          </p:nvPr>
        </p:nvSpPr>
        <p:spPr>
          <a:xfrm>
            <a:off x="2679091" y="3020997"/>
            <a:ext cx="6517348" cy="443199"/>
          </a:xfrm>
        </p:spPr>
        <p:txBody>
          <a:bodyPr/>
          <a:lstStyle>
            <a:lvl1pPr>
              <a:lnSpc>
                <a:spcPct val="90000"/>
              </a:lnSpc>
              <a:defRPr lang="fr-FR" sz="3200" b="1" i="0" kern="1200" dirty="0" err="1">
                <a:solidFill>
                  <a:schemeClr val="bg2"/>
                </a:solidFill>
                <a:latin typeface="Verdana" panose="020B0604030504040204" pitchFamily="34" charset="0"/>
                <a:ea typeface="Verdana" panose="020B0604030504040204" pitchFamily="34" charset="0"/>
                <a:cs typeface="Verdana" panose="020B0604030504040204" pitchFamily="34" charset="0"/>
              </a:defRPr>
            </a:lvl1pPr>
            <a:lvl2pPr marL="0">
              <a:lnSpc>
                <a:spcPct val="90000"/>
              </a:lnSpc>
              <a:spcBef>
                <a:spcPts val="800"/>
              </a:spcBef>
              <a:defRPr lang="fr-FR" sz="1867" b="0" i="0" kern="1200" cap="all" baseline="0" dirty="0" err="1" smtClean="0">
                <a:solidFill>
                  <a:schemeClr val="bg2"/>
                </a:solidFill>
                <a:latin typeface="Verdana" panose="020B0604030504040204" pitchFamily="34" charset="0"/>
                <a:ea typeface="Verdana" panose="020B0604030504040204" pitchFamily="34" charset="0"/>
                <a:cs typeface="Verdana" panose="020B0604030504040204" pitchFamily="34" charset="0"/>
              </a:defRPr>
            </a:lvl2pPr>
            <a:lvl3pPr>
              <a:lnSpc>
                <a:spcPct val="100000"/>
              </a:lnSpc>
              <a:spcBef>
                <a:spcPts val="1067"/>
              </a:spcBef>
              <a:defRPr sz="1867" i="1">
                <a:solidFill>
                  <a:schemeClr val="bg2"/>
                </a:solidFill>
              </a:defRPr>
            </a:lvl3pPr>
            <a:lvl4pPr>
              <a:lnSpc>
                <a:spcPct val="90000"/>
              </a:lnSpc>
              <a:spcBef>
                <a:spcPts val="400"/>
              </a:spcBef>
              <a:defRPr lang="fr-FR" sz="1000" kern="1200" cap="all" baseline="0" dirty="0">
                <a:solidFill>
                  <a:schemeClr val="accent2"/>
                </a:solidFill>
                <a:latin typeface="+mn-lt"/>
                <a:ea typeface="+mn-ea"/>
                <a:cs typeface="+mn-cs"/>
              </a:defRPr>
            </a:lvl4pPr>
          </a:lstStyle>
          <a:p>
            <a:pPr lvl="0"/>
            <a:r>
              <a:rPr lang="en-US" noProof="0"/>
              <a:t>Click to edit Master text styles</a:t>
            </a:r>
          </a:p>
        </p:txBody>
      </p:sp>
      <p:sp>
        <p:nvSpPr>
          <p:cNvPr id="6" name="Espace réservé du texte 17">
            <a:extLst>
              <a:ext uri="{FF2B5EF4-FFF2-40B4-BE49-F238E27FC236}">
                <a16:creationId xmlns:a16="http://schemas.microsoft.com/office/drawing/2014/main" id="{FB6BFF7B-8B97-443F-8D19-A75C20F978D1}"/>
              </a:ext>
            </a:extLst>
          </p:cNvPr>
          <p:cNvSpPr>
            <a:spLocks noGrp="1"/>
          </p:cNvSpPr>
          <p:nvPr>
            <p:ph type="body" sz="quarter" idx="24"/>
          </p:nvPr>
        </p:nvSpPr>
        <p:spPr>
          <a:xfrm>
            <a:off x="2679091" y="3980878"/>
            <a:ext cx="6517348" cy="315415"/>
          </a:xfrm>
        </p:spPr>
        <p:txBody>
          <a:bodyPr/>
          <a:lstStyle>
            <a:lvl1pPr>
              <a:lnSpc>
                <a:spcPct val="90000"/>
              </a:lnSpc>
              <a:defRPr lang="fr-FR" sz="1867" b="0" i="1" kern="1200" dirty="0" err="1">
                <a:solidFill>
                  <a:schemeClr val="bg2"/>
                </a:solidFill>
                <a:latin typeface="Verdana" panose="020B0604030504040204" pitchFamily="34" charset="0"/>
                <a:ea typeface="Verdana" panose="020B0604030504040204" pitchFamily="34" charset="0"/>
                <a:cs typeface="Verdana" panose="020B0604030504040204" pitchFamily="34" charset="0"/>
              </a:defRPr>
            </a:lvl1pPr>
            <a:lvl2pPr marL="0">
              <a:lnSpc>
                <a:spcPct val="90000"/>
              </a:lnSpc>
              <a:spcBef>
                <a:spcPts val="800"/>
              </a:spcBef>
              <a:defRPr lang="fr-FR" sz="1867" b="0" i="0" kern="1200" cap="all" baseline="0" dirty="0" err="1" smtClean="0">
                <a:solidFill>
                  <a:schemeClr val="bg2"/>
                </a:solidFill>
                <a:latin typeface="Verdana" panose="020B0604030504040204" pitchFamily="34" charset="0"/>
                <a:ea typeface="Verdana" panose="020B0604030504040204" pitchFamily="34" charset="0"/>
                <a:cs typeface="Verdana" panose="020B0604030504040204" pitchFamily="34" charset="0"/>
              </a:defRPr>
            </a:lvl2pPr>
            <a:lvl3pPr>
              <a:lnSpc>
                <a:spcPct val="100000"/>
              </a:lnSpc>
              <a:spcBef>
                <a:spcPts val="1067"/>
              </a:spcBef>
              <a:defRPr sz="1867" i="1">
                <a:solidFill>
                  <a:schemeClr val="bg2"/>
                </a:solidFill>
              </a:defRPr>
            </a:lvl3pPr>
            <a:lvl4pPr>
              <a:lnSpc>
                <a:spcPct val="90000"/>
              </a:lnSpc>
              <a:spcBef>
                <a:spcPts val="400"/>
              </a:spcBef>
              <a:defRPr lang="fr-FR" sz="1000" kern="1200" cap="all" baseline="0" dirty="0">
                <a:solidFill>
                  <a:schemeClr val="accent2"/>
                </a:solidFill>
                <a:latin typeface="+mn-lt"/>
                <a:ea typeface="+mn-ea"/>
                <a:cs typeface="+mn-cs"/>
              </a:defRPr>
            </a:lvl4pPr>
          </a:lstStyle>
          <a:p>
            <a:pPr lvl="0"/>
            <a:r>
              <a:rPr lang="en-US" noProof="0"/>
              <a:t>Click to edit Master text styles</a:t>
            </a:r>
          </a:p>
        </p:txBody>
      </p:sp>
      <p:sp>
        <p:nvSpPr>
          <p:cNvPr id="7" name="Espace réservé du texte 17">
            <a:extLst>
              <a:ext uri="{FF2B5EF4-FFF2-40B4-BE49-F238E27FC236}">
                <a16:creationId xmlns:a16="http://schemas.microsoft.com/office/drawing/2014/main" id="{DA36FF3D-AF0A-45ED-BF39-F628AE9DBF56}"/>
              </a:ext>
            </a:extLst>
          </p:cNvPr>
          <p:cNvSpPr>
            <a:spLocks noGrp="1"/>
          </p:cNvSpPr>
          <p:nvPr>
            <p:ph type="body" sz="quarter" idx="25"/>
          </p:nvPr>
        </p:nvSpPr>
        <p:spPr>
          <a:xfrm>
            <a:off x="2679091" y="3554158"/>
            <a:ext cx="6517348" cy="315415"/>
          </a:xfrm>
        </p:spPr>
        <p:txBody>
          <a:bodyPr/>
          <a:lstStyle>
            <a:lvl1pPr>
              <a:lnSpc>
                <a:spcPct val="90000"/>
              </a:lnSpc>
              <a:defRPr lang="fr-FR" sz="1867" b="0" i="0" kern="1200" cap="all" baseline="0" dirty="0" err="1">
                <a:solidFill>
                  <a:schemeClr val="bg2"/>
                </a:solidFill>
                <a:latin typeface="Verdana" panose="020B0604030504040204" pitchFamily="34" charset="0"/>
                <a:ea typeface="Verdana" panose="020B0604030504040204" pitchFamily="34" charset="0"/>
                <a:cs typeface="Verdana" panose="020B0604030504040204" pitchFamily="34" charset="0"/>
              </a:defRPr>
            </a:lvl1pPr>
            <a:lvl2pPr marL="0">
              <a:lnSpc>
                <a:spcPct val="90000"/>
              </a:lnSpc>
              <a:spcBef>
                <a:spcPts val="800"/>
              </a:spcBef>
              <a:defRPr lang="fr-FR" sz="1867" b="0" i="0" kern="1200" cap="all" baseline="0" dirty="0" err="1" smtClean="0">
                <a:solidFill>
                  <a:schemeClr val="bg2"/>
                </a:solidFill>
                <a:latin typeface="Verdana" panose="020B0604030504040204" pitchFamily="34" charset="0"/>
                <a:ea typeface="Verdana" panose="020B0604030504040204" pitchFamily="34" charset="0"/>
                <a:cs typeface="Verdana" panose="020B0604030504040204" pitchFamily="34" charset="0"/>
              </a:defRPr>
            </a:lvl2pPr>
            <a:lvl3pPr>
              <a:lnSpc>
                <a:spcPct val="100000"/>
              </a:lnSpc>
              <a:spcBef>
                <a:spcPts val="1067"/>
              </a:spcBef>
              <a:defRPr sz="1867" i="1">
                <a:solidFill>
                  <a:schemeClr val="bg2"/>
                </a:solidFill>
              </a:defRPr>
            </a:lvl3pPr>
            <a:lvl4pPr>
              <a:lnSpc>
                <a:spcPct val="90000"/>
              </a:lnSpc>
              <a:spcBef>
                <a:spcPts val="400"/>
              </a:spcBef>
              <a:defRPr lang="fr-FR" sz="1000" kern="1200" cap="all" baseline="0" dirty="0">
                <a:solidFill>
                  <a:schemeClr val="accent2"/>
                </a:solidFill>
                <a:latin typeface="+mn-lt"/>
                <a:ea typeface="+mn-ea"/>
                <a:cs typeface="+mn-cs"/>
              </a:defRPr>
            </a:lvl4pPr>
          </a:lstStyle>
          <a:p>
            <a:pPr lvl="0"/>
            <a:r>
              <a:rPr lang="en-US" noProof="0"/>
              <a:t>Click to edit Master text styles</a:t>
            </a:r>
          </a:p>
        </p:txBody>
      </p:sp>
      <p:pic>
        <p:nvPicPr>
          <p:cNvPr id="8" name="Graphique 4">
            <a:extLst>
              <a:ext uri="{FF2B5EF4-FFF2-40B4-BE49-F238E27FC236}">
                <a16:creationId xmlns:a16="http://schemas.microsoft.com/office/drawing/2014/main" id="{47A4CFED-9962-48A7-8ED7-BCB4523B3A34}"/>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816607" y="5024590"/>
            <a:ext cx="1271271" cy="1257300"/>
          </a:xfrm>
          <a:prstGeom prst="rect">
            <a:avLst/>
          </a:prstGeom>
        </p:spPr>
      </p:pic>
    </p:spTree>
    <p:extLst>
      <p:ext uri="{BB962C8B-B14F-4D97-AF65-F5344CB8AC3E}">
        <p14:creationId xmlns:p14="http://schemas.microsoft.com/office/powerpoint/2010/main" val="491167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Text over Image">
    <p:bg>
      <p:bgPr>
        <a:solidFill>
          <a:schemeClr val="bg1"/>
        </a:solidFill>
        <a:effectLst/>
      </p:bgPr>
    </p:bg>
    <p:spTree>
      <p:nvGrpSpPr>
        <p:cNvPr id="1" name=""/>
        <p:cNvGrpSpPr/>
        <p:nvPr/>
      </p:nvGrpSpPr>
      <p:grpSpPr>
        <a:xfrm>
          <a:off x="0" y="0"/>
          <a:ext cx="0" cy="0"/>
          <a:chOff x="0" y="0"/>
          <a:chExt cx="0" cy="0"/>
        </a:xfrm>
      </p:grpSpPr>
      <p:sp>
        <p:nvSpPr>
          <p:cNvPr id="24" name="Picture Placeholder 23">
            <a:extLst>
              <a:ext uri="{FF2B5EF4-FFF2-40B4-BE49-F238E27FC236}">
                <a16:creationId xmlns:a16="http://schemas.microsoft.com/office/drawing/2014/main" id="{B3CF0ECB-30FF-45DD-8A41-5DF28038CBAD}"/>
              </a:ext>
            </a:extLst>
          </p:cNvPr>
          <p:cNvSpPr>
            <a:spLocks noGrp="1"/>
          </p:cNvSpPr>
          <p:nvPr>
            <p:ph type="pic" sz="quarter" idx="20"/>
          </p:nvPr>
        </p:nvSpPr>
        <p:spPr>
          <a:xfrm>
            <a:off x="3" y="0"/>
            <a:ext cx="12191999" cy="6858000"/>
          </a:xfrm>
          <a:custGeom>
            <a:avLst/>
            <a:gdLst>
              <a:gd name="connsiteX0" fmla="*/ 351363 w 9143999"/>
              <a:gd name="connsiteY0" fmla="*/ 4913481 h 5143500"/>
              <a:gd name="connsiteX1" fmla="*/ 331613 w 9143999"/>
              <a:gd name="connsiteY1" fmla="*/ 4933530 h 5143500"/>
              <a:gd name="connsiteX2" fmla="*/ 352237 w 9143999"/>
              <a:gd name="connsiteY2" fmla="*/ 4953582 h 5143500"/>
              <a:gd name="connsiteX3" fmla="*/ 371987 w 9143999"/>
              <a:gd name="connsiteY3" fmla="*/ 4933533 h 5143500"/>
              <a:gd name="connsiteX4" fmla="*/ 351363 w 9143999"/>
              <a:gd name="connsiteY4" fmla="*/ 4913481 h 5143500"/>
              <a:gd name="connsiteX5" fmla="*/ 892593 w 9143999"/>
              <a:gd name="connsiteY5" fmla="*/ 4837587 h 5143500"/>
              <a:gd name="connsiteX6" fmla="*/ 917846 w 9143999"/>
              <a:gd name="connsiteY6" fmla="*/ 4847631 h 5143500"/>
              <a:gd name="connsiteX7" fmla="*/ 927648 w 9143999"/>
              <a:gd name="connsiteY7" fmla="*/ 4877990 h 5143500"/>
              <a:gd name="connsiteX8" fmla="*/ 918100 w 9143999"/>
              <a:gd name="connsiteY8" fmla="*/ 4908353 h 5143500"/>
              <a:gd name="connsiteX9" fmla="*/ 894866 w 9143999"/>
              <a:gd name="connsiteY9" fmla="*/ 4918277 h 5143500"/>
              <a:gd name="connsiteX10" fmla="*/ 868933 w 9143999"/>
              <a:gd name="connsiteY10" fmla="*/ 4908080 h 5143500"/>
              <a:gd name="connsiteX11" fmla="*/ 859062 w 9143999"/>
              <a:gd name="connsiteY11" fmla="*/ 4877877 h 5143500"/>
              <a:gd name="connsiteX12" fmla="*/ 868678 w 9143999"/>
              <a:gd name="connsiteY12" fmla="*/ 4847677 h 5143500"/>
              <a:gd name="connsiteX13" fmla="*/ 559057 w 9143999"/>
              <a:gd name="connsiteY13" fmla="*/ 4837499 h 5143500"/>
              <a:gd name="connsiteX14" fmla="*/ 578336 w 9143999"/>
              <a:gd name="connsiteY14" fmla="*/ 4840021 h 5143500"/>
              <a:gd name="connsiteX15" fmla="*/ 585643 w 9143999"/>
              <a:gd name="connsiteY15" fmla="*/ 4847817 h 5143500"/>
              <a:gd name="connsiteX16" fmla="*/ 585643 w 9143999"/>
              <a:gd name="connsiteY16" fmla="*/ 4907937 h 5143500"/>
              <a:gd name="connsiteX17" fmla="*/ 578336 w 9143999"/>
              <a:gd name="connsiteY17" fmla="*/ 4915741 h 5143500"/>
              <a:gd name="connsiteX18" fmla="*/ 558605 w 9143999"/>
              <a:gd name="connsiteY18" fmla="*/ 4918322 h 5143500"/>
              <a:gd name="connsiteX19" fmla="*/ 534559 w 9143999"/>
              <a:gd name="connsiteY19" fmla="*/ 4909442 h 5143500"/>
              <a:gd name="connsiteX20" fmla="*/ 523519 w 9143999"/>
              <a:gd name="connsiteY20" fmla="*/ 4877990 h 5143500"/>
              <a:gd name="connsiteX21" fmla="*/ 534559 w 9143999"/>
              <a:gd name="connsiteY21" fmla="*/ 4846542 h 5143500"/>
              <a:gd name="connsiteX22" fmla="*/ 1101680 w 9143999"/>
              <a:gd name="connsiteY22" fmla="*/ 4805359 h 5143500"/>
              <a:gd name="connsiteX23" fmla="*/ 1095864 w 9143999"/>
              <a:gd name="connsiteY23" fmla="*/ 4811167 h 5143500"/>
              <a:gd name="connsiteX24" fmla="*/ 1095864 w 9143999"/>
              <a:gd name="connsiteY24" fmla="*/ 4944812 h 5143500"/>
              <a:gd name="connsiteX25" fmla="*/ 1101680 w 9143999"/>
              <a:gd name="connsiteY25" fmla="*/ 4950628 h 5143500"/>
              <a:gd name="connsiteX26" fmla="*/ 1127823 w 9143999"/>
              <a:gd name="connsiteY26" fmla="*/ 4950628 h 5143500"/>
              <a:gd name="connsiteX27" fmla="*/ 1128318 w 9143999"/>
              <a:gd name="connsiteY27" fmla="*/ 4950134 h 5143500"/>
              <a:gd name="connsiteX28" fmla="*/ 1130431 w 9143999"/>
              <a:gd name="connsiteY28" fmla="*/ 4950134 h 5143500"/>
              <a:gd name="connsiteX29" fmla="*/ 1136285 w 9143999"/>
              <a:gd name="connsiteY29" fmla="*/ 4944348 h 5143500"/>
              <a:gd name="connsiteX30" fmla="*/ 1136285 w 9143999"/>
              <a:gd name="connsiteY30" fmla="*/ 4811405 h 5143500"/>
              <a:gd name="connsiteX31" fmla="*/ 1130431 w 9143999"/>
              <a:gd name="connsiteY31" fmla="*/ 4805627 h 5143500"/>
              <a:gd name="connsiteX32" fmla="*/ 1128092 w 9143999"/>
              <a:gd name="connsiteY32" fmla="*/ 4805627 h 5143500"/>
              <a:gd name="connsiteX33" fmla="*/ 1127823 w 9143999"/>
              <a:gd name="connsiteY33" fmla="*/ 4805359 h 5143500"/>
              <a:gd name="connsiteX34" fmla="*/ 891920 w 9143999"/>
              <a:gd name="connsiteY34" fmla="*/ 4802455 h 5143500"/>
              <a:gd name="connsiteX35" fmla="*/ 819859 w 9143999"/>
              <a:gd name="connsiteY35" fmla="*/ 4877990 h 5143500"/>
              <a:gd name="connsiteX36" fmla="*/ 893949 w 9143999"/>
              <a:gd name="connsiteY36" fmla="*/ 4953533 h 5143500"/>
              <a:gd name="connsiteX37" fmla="*/ 923593 w 9143999"/>
              <a:gd name="connsiteY37" fmla="*/ 4947899 h 5143500"/>
              <a:gd name="connsiteX38" fmla="*/ 924071 w 9143999"/>
              <a:gd name="connsiteY38" fmla="*/ 4947569 h 5143500"/>
              <a:gd name="connsiteX39" fmla="*/ 924870 w 9143999"/>
              <a:gd name="connsiteY39" fmla="*/ 4947419 h 5143500"/>
              <a:gd name="connsiteX40" fmla="*/ 967553 w 9143999"/>
              <a:gd name="connsiteY40" fmla="*/ 4877877 h 5143500"/>
              <a:gd name="connsiteX41" fmla="*/ 924008 w 9143999"/>
              <a:gd name="connsiteY41" fmla="*/ 4808342 h 5143500"/>
              <a:gd name="connsiteX42" fmla="*/ 922787 w 9143999"/>
              <a:gd name="connsiteY42" fmla="*/ 4808121 h 5143500"/>
              <a:gd name="connsiteX43" fmla="*/ 922737 w 9143999"/>
              <a:gd name="connsiteY43" fmla="*/ 4808088 h 5143500"/>
              <a:gd name="connsiteX44" fmla="*/ 891920 w 9143999"/>
              <a:gd name="connsiteY44" fmla="*/ 4802455 h 5143500"/>
              <a:gd name="connsiteX45" fmla="*/ 725443 w 9143999"/>
              <a:gd name="connsiteY45" fmla="*/ 4802455 h 5143500"/>
              <a:gd name="connsiteX46" fmla="*/ 667045 w 9143999"/>
              <a:gd name="connsiteY46" fmla="*/ 4812907 h 5143500"/>
              <a:gd name="connsiteX47" fmla="*/ 666933 w 9143999"/>
              <a:gd name="connsiteY47" fmla="*/ 4813086 h 5143500"/>
              <a:gd name="connsiteX48" fmla="*/ 666650 w 9143999"/>
              <a:gd name="connsiteY48" fmla="*/ 4813136 h 5143500"/>
              <a:gd name="connsiteX49" fmla="*/ 659335 w 9143999"/>
              <a:gd name="connsiteY49" fmla="*/ 4824699 h 5143500"/>
              <a:gd name="connsiteX50" fmla="*/ 659335 w 9143999"/>
              <a:gd name="connsiteY50" fmla="*/ 4944348 h 5143500"/>
              <a:gd name="connsiteX51" fmla="*/ 659777 w 9143999"/>
              <a:gd name="connsiteY51" fmla="*/ 4944785 h 5143500"/>
              <a:gd name="connsiteX52" fmla="*/ 659777 w 9143999"/>
              <a:gd name="connsiteY52" fmla="*/ 4944812 h 5143500"/>
              <a:gd name="connsiteX53" fmla="*/ 665593 w 9143999"/>
              <a:gd name="connsiteY53" fmla="*/ 4950628 h 5143500"/>
              <a:gd name="connsiteX54" fmla="*/ 691736 w 9143999"/>
              <a:gd name="connsiteY54" fmla="*/ 4950628 h 5143500"/>
              <a:gd name="connsiteX55" fmla="*/ 697552 w 9143999"/>
              <a:gd name="connsiteY55" fmla="*/ 4944812 h 5143500"/>
              <a:gd name="connsiteX56" fmla="*/ 697552 w 9143999"/>
              <a:gd name="connsiteY56" fmla="*/ 4847194 h 5143500"/>
              <a:gd name="connsiteX57" fmla="*/ 704448 w 9143999"/>
              <a:gd name="connsiteY57" fmla="*/ 4839717 h 5143500"/>
              <a:gd name="connsiteX58" fmla="*/ 726010 w 9143999"/>
              <a:gd name="connsiteY58" fmla="*/ 4837419 h 5143500"/>
              <a:gd name="connsiteX59" fmla="*/ 746013 w 9143999"/>
              <a:gd name="connsiteY59" fmla="*/ 4843168 h 5143500"/>
              <a:gd name="connsiteX60" fmla="*/ 754202 w 9143999"/>
              <a:gd name="connsiteY60" fmla="*/ 4862009 h 5143500"/>
              <a:gd name="connsiteX61" fmla="*/ 754202 w 9143999"/>
              <a:gd name="connsiteY61" fmla="*/ 4944812 h 5143500"/>
              <a:gd name="connsiteX62" fmla="*/ 760018 w 9143999"/>
              <a:gd name="connsiteY62" fmla="*/ 4950628 h 5143500"/>
              <a:gd name="connsiteX63" fmla="*/ 786160 w 9143999"/>
              <a:gd name="connsiteY63" fmla="*/ 4950628 h 5143500"/>
              <a:gd name="connsiteX64" fmla="*/ 791976 w 9143999"/>
              <a:gd name="connsiteY64" fmla="*/ 4944812 h 5143500"/>
              <a:gd name="connsiteX65" fmla="*/ 791976 w 9143999"/>
              <a:gd name="connsiteY65" fmla="*/ 4944762 h 5143500"/>
              <a:gd name="connsiteX66" fmla="*/ 792395 w 9143999"/>
              <a:gd name="connsiteY66" fmla="*/ 4944348 h 5143500"/>
              <a:gd name="connsiteX67" fmla="*/ 792395 w 9143999"/>
              <a:gd name="connsiteY67" fmla="*/ 4857065 h 5143500"/>
              <a:gd name="connsiteX68" fmla="*/ 775798 w 9143999"/>
              <a:gd name="connsiteY68" fmla="*/ 4816682 h 5143500"/>
              <a:gd name="connsiteX69" fmla="*/ 775543 w 9143999"/>
              <a:gd name="connsiteY69" fmla="*/ 4816611 h 5143500"/>
              <a:gd name="connsiteX70" fmla="*/ 775486 w 9143999"/>
              <a:gd name="connsiteY70" fmla="*/ 4816471 h 5143500"/>
              <a:gd name="connsiteX71" fmla="*/ 725443 w 9143999"/>
              <a:gd name="connsiteY71" fmla="*/ 4802455 h 5143500"/>
              <a:gd name="connsiteX72" fmla="*/ 559834 w 9143999"/>
              <a:gd name="connsiteY72" fmla="*/ 4802455 h 5143500"/>
              <a:gd name="connsiteX73" fmla="*/ 529662 w 9143999"/>
              <a:gd name="connsiteY73" fmla="*/ 4807762 h 5143500"/>
              <a:gd name="connsiteX74" fmla="*/ 529594 w 9143999"/>
              <a:gd name="connsiteY74" fmla="*/ 4807805 h 5143500"/>
              <a:gd name="connsiteX75" fmla="*/ 528372 w 9143999"/>
              <a:gd name="connsiteY75" fmla="*/ 4808018 h 5143500"/>
              <a:gd name="connsiteX76" fmla="*/ 483586 w 9143999"/>
              <a:gd name="connsiteY76" fmla="*/ 4877877 h 5143500"/>
              <a:gd name="connsiteX77" fmla="*/ 526397 w 9143999"/>
              <a:gd name="connsiteY77" fmla="*/ 4947825 h 5143500"/>
              <a:gd name="connsiteX78" fmla="*/ 527142 w 9143999"/>
              <a:gd name="connsiteY78" fmla="*/ 4947947 h 5143500"/>
              <a:gd name="connsiteX79" fmla="*/ 527700 w 9143999"/>
              <a:gd name="connsiteY79" fmla="*/ 4948307 h 5143500"/>
              <a:gd name="connsiteX80" fmla="*/ 559257 w 9143999"/>
              <a:gd name="connsiteY80" fmla="*/ 4953533 h 5143500"/>
              <a:gd name="connsiteX81" fmla="*/ 617069 w 9143999"/>
              <a:gd name="connsiteY81" fmla="*/ 4941908 h 5143500"/>
              <a:gd name="connsiteX82" fmla="*/ 624337 w 9143999"/>
              <a:gd name="connsiteY82" fmla="*/ 4930284 h 5143500"/>
              <a:gd name="connsiteX83" fmla="*/ 624337 w 9143999"/>
              <a:gd name="connsiteY83" fmla="*/ 4824821 h 5143500"/>
              <a:gd name="connsiteX84" fmla="*/ 617069 w 9143999"/>
              <a:gd name="connsiteY84" fmla="*/ 4813204 h 5143500"/>
              <a:gd name="connsiteX85" fmla="*/ 559834 w 9143999"/>
              <a:gd name="connsiteY85" fmla="*/ 4802455 h 5143500"/>
              <a:gd name="connsiteX86" fmla="*/ 398011 w 9143999"/>
              <a:gd name="connsiteY86" fmla="*/ 4801292 h 5143500"/>
              <a:gd name="connsiteX87" fmla="*/ 395922 w 9143999"/>
              <a:gd name="connsiteY87" fmla="*/ 4801589 h 5143500"/>
              <a:gd name="connsiteX88" fmla="*/ 395863 w 9143999"/>
              <a:gd name="connsiteY88" fmla="*/ 4801582 h 5143500"/>
              <a:gd name="connsiteX89" fmla="*/ 331528 w 9143999"/>
              <a:gd name="connsiteY89" fmla="*/ 4853603 h 5143500"/>
              <a:gd name="connsiteX90" fmla="*/ 425688 w 9143999"/>
              <a:gd name="connsiteY90" fmla="*/ 4933656 h 5143500"/>
              <a:gd name="connsiteX91" fmla="*/ 423936 w 9143999"/>
              <a:gd name="connsiteY91" fmla="*/ 4944348 h 5143500"/>
              <a:gd name="connsiteX92" fmla="*/ 423645 w 9143999"/>
              <a:gd name="connsiteY92" fmla="*/ 4946089 h 5143500"/>
              <a:gd name="connsiteX93" fmla="*/ 428029 w 9143999"/>
              <a:gd name="connsiteY93" fmla="*/ 4950134 h 5143500"/>
              <a:gd name="connsiteX94" fmla="*/ 429440 w 9143999"/>
              <a:gd name="connsiteY94" fmla="*/ 4950134 h 5143500"/>
              <a:gd name="connsiteX95" fmla="*/ 429969 w 9143999"/>
              <a:gd name="connsiteY95" fmla="*/ 4950628 h 5143500"/>
              <a:gd name="connsiteX96" fmla="*/ 456121 w 9143999"/>
              <a:gd name="connsiteY96" fmla="*/ 4950628 h 5143500"/>
              <a:gd name="connsiteX97" fmla="*/ 463668 w 9143999"/>
              <a:gd name="connsiteY97" fmla="*/ 4944812 h 5143500"/>
              <a:gd name="connsiteX98" fmla="*/ 465995 w 9143999"/>
              <a:gd name="connsiteY98" fmla="*/ 4928255 h 5143500"/>
              <a:gd name="connsiteX99" fmla="*/ 372445 w 9143999"/>
              <a:gd name="connsiteY99" fmla="*/ 4850972 h 5143500"/>
              <a:gd name="connsiteX100" fmla="*/ 378874 w 9143999"/>
              <a:gd name="connsiteY100" fmla="*/ 4840371 h 5143500"/>
              <a:gd name="connsiteX101" fmla="*/ 395404 w 9143999"/>
              <a:gd name="connsiteY101" fmla="*/ 4836760 h 5143500"/>
              <a:gd name="connsiteX102" fmla="*/ 438848 w 9143999"/>
              <a:gd name="connsiteY102" fmla="*/ 4849557 h 5143500"/>
              <a:gd name="connsiteX103" fmla="*/ 443232 w 9143999"/>
              <a:gd name="connsiteY103" fmla="*/ 4850714 h 5143500"/>
              <a:gd name="connsiteX104" fmla="*/ 443815 w 9143999"/>
              <a:gd name="connsiteY104" fmla="*/ 4850347 h 5143500"/>
              <a:gd name="connsiteX105" fmla="*/ 445074 w 9143999"/>
              <a:gd name="connsiteY105" fmla="*/ 4850684 h 5143500"/>
              <a:gd name="connsiteX106" fmla="*/ 451467 w 9143999"/>
              <a:gd name="connsiteY106" fmla="*/ 4846616 h 5143500"/>
              <a:gd name="connsiteX107" fmla="*/ 460476 w 9143999"/>
              <a:gd name="connsiteY107" fmla="*/ 4827435 h 5143500"/>
              <a:gd name="connsiteX108" fmla="*/ 461639 w 9143999"/>
              <a:gd name="connsiteY108" fmla="*/ 4822502 h 5143500"/>
              <a:gd name="connsiteX109" fmla="*/ 458150 w 9143999"/>
              <a:gd name="connsiteY109" fmla="*/ 4816686 h 5143500"/>
              <a:gd name="connsiteX110" fmla="*/ 398011 w 9143999"/>
              <a:gd name="connsiteY110" fmla="*/ 4801292 h 5143500"/>
              <a:gd name="connsiteX111" fmla="*/ 1053743 w 9143999"/>
              <a:gd name="connsiteY111" fmla="*/ 4747249 h 5143500"/>
              <a:gd name="connsiteX112" fmla="*/ 994181 w 9143999"/>
              <a:gd name="connsiteY112" fmla="*/ 4808264 h 5143500"/>
              <a:gd name="connsiteX113" fmla="*/ 994181 w 9143999"/>
              <a:gd name="connsiteY113" fmla="*/ 4944812 h 5143500"/>
              <a:gd name="connsiteX114" fmla="*/ 999997 w 9143999"/>
              <a:gd name="connsiteY114" fmla="*/ 4950628 h 5143500"/>
              <a:gd name="connsiteX115" fmla="*/ 1025851 w 9143999"/>
              <a:gd name="connsiteY115" fmla="*/ 4950628 h 5143500"/>
              <a:gd name="connsiteX116" fmla="*/ 1026345 w 9143999"/>
              <a:gd name="connsiteY116" fmla="*/ 4950134 h 5143500"/>
              <a:gd name="connsiteX117" fmla="*/ 1027794 w 9143999"/>
              <a:gd name="connsiteY117" fmla="*/ 4950134 h 5143500"/>
              <a:gd name="connsiteX118" fmla="*/ 1033639 w 9143999"/>
              <a:gd name="connsiteY118" fmla="*/ 4944348 h 5143500"/>
              <a:gd name="connsiteX119" fmla="*/ 1033639 w 9143999"/>
              <a:gd name="connsiteY119" fmla="*/ 4837419 h 5143500"/>
              <a:gd name="connsiteX120" fmla="*/ 1070780 w 9143999"/>
              <a:gd name="connsiteY120" fmla="*/ 4837419 h 5143500"/>
              <a:gd name="connsiteX121" fmla="*/ 1076625 w 9143999"/>
              <a:gd name="connsiteY121" fmla="*/ 4831634 h 5143500"/>
              <a:gd name="connsiteX122" fmla="*/ 1076625 w 9143999"/>
              <a:gd name="connsiteY122" fmla="*/ 4811692 h 5143500"/>
              <a:gd name="connsiteX123" fmla="*/ 1070780 w 9143999"/>
              <a:gd name="connsiteY123" fmla="*/ 4805627 h 5143500"/>
              <a:gd name="connsiteX124" fmla="*/ 1068815 w 9143999"/>
              <a:gd name="connsiteY124" fmla="*/ 4805627 h 5143500"/>
              <a:gd name="connsiteX125" fmla="*/ 1068559 w 9143999"/>
              <a:gd name="connsiteY125" fmla="*/ 4805359 h 5143500"/>
              <a:gd name="connsiteX126" fmla="*/ 1033639 w 9143999"/>
              <a:gd name="connsiteY126" fmla="*/ 4805359 h 5143500"/>
              <a:gd name="connsiteX127" fmla="*/ 1033639 w 9143999"/>
              <a:gd name="connsiteY127" fmla="*/ 4802443 h 5143500"/>
              <a:gd name="connsiteX128" fmla="*/ 1056748 w 9143999"/>
              <a:gd name="connsiteY128" fmla="*/ 4778457 h 5143500"/>
              <a:gd name="connsiteX129" fmla="*/ 1071071 w 9143999"/>
              <a:gd name="connsiteY129" fmla="*/ 4779901 h 5143500"/>
              <a:gd name="connsiteX130" fmla="*/ 1076625 w 9143999"/>
              <a:gd name="connsiteY130" fmla="*/ 4774411 h 5143500"/>
              <a:gd name="connsiteX131" fmla="*/ 1079556 w 9143999"/>
              <a:gd name="connsiteY131" fmla="*/ 4759385 h 5143500"/>
              <a:gd name="connsiteX132" fmla="*/ 1080138 w 9143999"/>
              <a:gd name="connsiteY132" fmla="*/ 4755627 h 5143500"/>
              <a:gd name="connsiteX133" fmla="*/ 1074293 w 9143999"/>
              <a:gd name="connsiteY133" fmla="*/ 4749848 h 5143500"/>
              <a:gd name="connsiteX134" fmla="*/ 1072404 w 9143999"/>
              <a:gd name="connsiteY134" fmla="*/ 4749641 h 5143500"/>
              <a:gd name="connsiteX135" fmla="*/ 1072049 w 9143999"/>
              <a:gd name="connsiteY135" fmla="*/ 4749285 h 5143500"/>
              <a:gd name="connsiteX136" fmla="*/ 1053743 w 9143999"/>
              <a:gd name="connsiteY136" fmla="*/ 4747249 h 5143500"/>
              <a:gd name="connsiteX137" fmla="*/ 1115151 w 9143999"/>
              <a:gd name="connsiteY137" fmla="*/ 4747131 h 5143500"/>
              <a:gd name="connsiteX138" fmla="*/ 1095104 w 9143999"/>
              <a:gd name="connsiteY138" fmla="*/ 4767478 h 5143500"/>
              <a:gd name="connsiteX139" fmla="*/ 1116017 w 9143999"/>
              <a:gd name="connsiteY139" fmla="*/ 4787818 h 5143500"/>
              <a:gd name="connsiteX140" fmla="*/ 1136065 w 9143999"/>
              <a:gd name="connsiteY140" fmla="*/ 4767481 h 5143500"/>
              <a:gd name="connsiteX141" fmla="*/ 1115151 w 9143999"/>
              <a:gd name="connsiteY141" fmla="*/ 4747131 h 5143500"/>
              <a:gd name="connsiteX142" fmla="*/ 0 w 9143999"/>
              <a:gd name="connsiteY142" fmla="*/ 0 h 5143500"/>
              <a:gd name="connsiteX143" fmla="*/ 9143999 w 9143999"/>
              <a:gd name="connsiteY143" fmla="*/ 0 h 5143500"/>
              <a:gd name="connsiteX144" fmla="*/ 9143999 w 9143999"/>
              <a:gd name="connsiteY144" fmla="*/ 5143500 h 5143500"/>
              <a:gd name="connsiteX145" fmla="*/ 0 w 9143999"/>
              <a:gd name="connsiteY145" fmla="*/ 5143500 h 514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9143999" h="5143500">
                <a:moveTo>
                  <a:pt x="351363" y="4913481"/>
                </a:moveTo>
                <a:cubicBezTo>
                  <a:pt x="339456" y="4913486"/>
                  <a:pt x="331612" y="4921037"/>
                  <a:pt x="331613" y="4933530"/>
                </a:cubicBezTo>
                <a:cubicBezTo>
                  <a:pt x="331608" y="4945734"/>
                  <a:pt x="339456" y="4953580"/>
                  <a:pt x="352237" y="4953582"/>
                </a:cubicBezTo>
                <a:cubicBezTo>
                  <a:pt x="364153" y="4953577"/>
                  <a:pt x="371990" y="4945737"/>
                  <a:pt x="371987" y="4933533"/>
                </a:cubicBezTo>
                <a:cubicBezTo>
                  <a:pt x="371996" y="4921039"/>
                  <a:pt x="364153" y="4913482"/>
                  <a:pt x="351363" y="4913481"/>
                </a:cubicBezTo>
                <a:close/>
                <a:moveTo>
                  <a:pt x="892593" y="4837587"/>
                </a:moveTo>
                <a:lnTo>
                  <a:pt x="917846" y="4847631"/>
                </a:lnTo>
                <a:cubicBezTo>
                  <a:pt x="924091" y="4854457"/>
                  <a:pt x="927648" y="4864625"/>
                  <a:pt x="927648" y="4877990"/>
                </a:cubicBezTo>
                <a:cubicBezTo>
                  <a:pt x="927648" y="4891355"/>
                  <a:pt x="924091" y="4901524"/>
                  <a:pt x="918100" y="4908353"/>
                </a:cubicBezTo>
                <a:lnTo>
                  <a:pt x="894866" y="4918277"/>
                </a:lnTo>
                <a:lnTo>
                  <a:pt x="868933" y="4908080"/>
                </a:lnTo>
                <a:cubicBezTo>
                  <a:pt x="862645" y="4901288"/>
                  <a:pt x="859062" y="4891172"/>
                  <a:pt x="859062" y="4877877"/>
                </a:cubicBezTo>
                <a:cubicBezTo>
                  <a:pt x="859062" y="4864582"/>
                  <a:pt x="862645" y="4854468"/>
                  <a:pt x="868678" y="4847677"/>
                </a:cubicBezTo>
                <a:close/>
                <a:moveTo>
                  <a:pt x="559057" y="4837499"/>
                </a:moveTo>
                <a:lnTo>
                  <a:pt x="578336" y="4840021"/>
                </a:lnTo>
                <a:cubicBezTo>
                  <a:pt x="583309" y="4841465"/>
                  <a:pt x="585643" y="4843483"/>
                  <a:pt x="585643" y="4847817"/>
                </a:cubicBezTo>
                <a:lnTo>
                  <a:pt x="585643" y="4907937"/>
                </a:lnTo>
                <a:cubicBezTo>
                  <a:pt x="585643" y="4912270"/>
                  <a:pt x="583309" y="4914296"/>
                  <a:pt x="578336" y="4915741"/>
                </a:cubicBezTo>
                <a:lnTo>
                  <a:pt x="558605" y="4918322"/>
                </a:lnTo>
                <a:lnTo>
                  <a:pt x="534559" y="4909442"/>
                </a:lnTo>
                <a:cubicBezTo>
                  <a:pt x="527877" y="4902976"/>
                  <a:pt x="523519" y="4892806"/>
                  <a:pt x="523519" y="4877990"/>
                </a:cubicBezTo>
                <a:cubicBezTo>
                  <a:pt x="523519" y="4863173"/>
                  <a:pt x="527877" y="4853005"/>
                  <a:pt x="534559" y="4846542"/>
                </a:cubicBezTo>
                <a:close/>
                <a:moveTo>
                  <a:pt x="1101680" y="4805359"/>
                </a:moveTo>
                <a:cubicBezTo>
                  <a:pt x="1098192" y="4805359"/>
                  <a:pt x="1095864" y="4807677"/>
                  <a:pt x="1095864" y="4811167"/>
                </a:cubicBezTo>
                <a:lnTo>
                  <a:pt x="1095864" y="4944812"/>
                </a:lnTo>
                <a:cubicBezTo>
                  <a:pt x="1095864" y="4948301"/>
                  <a:pt x="1098192" y="4950628"/>
                  <a:pt x="1101680" y="4950628"/>
                </a:cubicBezTo>
                <a:lnTo>
                  <a:pt x="1127823" y="4950628"/>
                </a:lnTo>
                <a:lnTo>
                  <a:pt x="1128318" y="4950134"/>
                </a:lnTo>
                <a:lnTo>
                  <a:pt x="1130431" y="4950134"/>
                </a:lnTo>
                <a:cubicBezTo>
                  <a:pt x="1133944" y="4950134"/>
                  <a:pt x="1136285" y="4947819"/>
                  <a:pt x="1136285" y="4944348"/>
                </a:cubicBezTo>
                <a:lnTo>
                  <a:pt x="1136285" y="4811405"/>
                </a:lnTo>
                <a:cubicBezTo>
                  <a:pt x="1136285" y="4807934"/>
                  <a:pt x="1133944" y="4805627"/>
                  <a:pt x="1130431" y="4805627"/>
                </a:cubicBezTo>
                <a:lnTo>
                  <a:pt x="1128092" y="4805627"/>
                </a:lnTo>
                <a:lnTo>
                  <a:pt x="1127823" y="4805359"/>
                </a:lnTo>
                <a:close/>
                <a:moveTo>
                  <a:pt x="891920" y="4802455"/>
                </a:moveTo>
                <a:cubicBezTo>
                  <a:pt x="848337" y="4802455"/>
                  <a:pt x="819859" y="4834118"/>
                  <a:pt x="819859" y="4877990"/>
                </a:cubicBezTo>
                <a:cubicBezTo>
                  <a:pt x="819859" y="4921862"/>
                  <a:pt x="848337" y="4953533"/>
                  <a:pt x="893949" y="4953533"/>
                </a:cubicBezTo>
                <a:cubicBezTo>
                  <a:pt x="904845" y="4953533"/>
                  <a:pt x="914796" y="4951553"/>
                  <a:pt x="923593" y="4947899"/>
                </a:cubicBezTo>
                <a:lnTo>
                  <a:pt x="924071" y="4947569"/>
                </a:lnTo>
                <a:lnTo>
                  <a:pt x="924870" y="4947419"/>
                </a:lnTo>
                <a:cubicBezTo>
                  <a:pt x="951435" y="4936512"/>
                  <a:pt x="967553" y="4910608"/>
                  <a:pt x="967553" y="4877877"/>
                </a:cubicBezTo>
                <a:cubicBezTo>
                  <a:pt x="967553" y="4845146"/>
                  <a:pt x="951435" y="4819246"/>
                  <a:pt x="924008" y="4808342"/>
                </a:cubicBezTo>
                <a:lnTo>
                  <a:pt x="922787" y="4808121"/>
                </a:lnTo>
                <a:lnTo>
                  <a:pt x="922737" y="4808088"/>
                </a:lnTo>
                <a:cubicBezTo>
                  <a:pt x="913654" y="4804434"/>
                  <a:pt x="903323" y="4802455"/>
                  <a:pt x="891920" y="4802455"/>
                </a:cubicBezTo>
                <a:close/>
                <a:moveTo>
                  <a:pt x="725443" y="4802455"/>
                </a:moveTo>
                <a:cubicBezTo>
                  <a:pt x="708301" y="4802455"/>
                  <a:pt x="688255" y="4805359"/>
                  <a:pt x="667045" y="4812907"/>
                </a:cubicBezTo>
                <a:lnTo>
                  <a:pt x="666933" y="4813086"/>
                </a:lnTo>
                <a:lnTo>
                  <a:pt x="666650" y="4813136"/>
                </a:lnTo>
                <a:cubicBezTo>
                  <a:pt x="662556" y="4814581"/>
                  <a:pt x="659335" y="4818052"/>
                  <a:pt x="659335" y="4824699"/>
                </a:cubicBezTo>
                <a:lnTo>
                  <a:pt x="659335" y="4944348"/>
                </a:lnTo>
                <a:lnTo>
                  <a:pt x="659777" y="4944785"/>
                </a:lnTo>
                <a:lnTo>
                  <a:pt x="659777" y="4944812"/>
                </a:lnTo>
                <a:cubicBezTo>
                  <a:pt x="659777" y="4948301"/>
                  <a:pt x="662103" y="4950628"/>
                  <a:pt x="665593" y="4950628"/>
                </a:cubicBezTo>
                <a:lnTo>
                  <a:pt x="691736" y="4950628"/>
                </a:lnTo>
                <a:cubicBezTo>
                  <a:pt x="695225" y="4950628"/>
                  <a:pt x="697552" y="4948301"/>
                  <a:pt x="697552" y="4944812"/>
                </a:cubicBezTo>
                <a:lnTo>
                  <a:pt x="697552" y="4847194"/>
                </a:lnTo>
                <a:lnTo>
                  <a:pt x="704448" y="4839717"/>
                </a:lnTo>
                <a:lnTo>
                  <a:pt x="726010" y="4837419"/>
                </a:lnTo>
                <a:lnTo>
                  <a:pt x="746013" y="4843168"/>
                </a:lnTo>
                <a:lnTo>
                  <a:pt x="754202" y="4862009"/>
                </a:lnTo>
                <a:lnTo>
                  <a:pt x="754202" y="4944812"/>
                </a:lnTo>
                <a:cubicBezTo>
                  <a:pt x="754202" y="4948301"/>
                  <a:pt x="756528" y="4950628"/>
                  <a:pt x="760018" y="4950628"/>
                </a:cubicBezTo>
                <a:lnTo>
                  <a:pt x="786160" y="4950628"/>
                </a:lnTo>
                <a:cubicBezTo>
                  <a:pt x="789650" y="4950628"/>
                  <a:pt x="791976" y="4948301"/>
                  <a:pt x="791976" y="4944812"/>
                </a:cubicBezTo>
                <a:lnTo>
                  <a:pt x="791976" y="4944762"/>
                </a:lnTo>
                <a:lnTo>
                  <a:pt x="792395" y="4944348"/>
                </a:lnTo>
                <a:lnTo>
                  <a:pt x="792395" y="4857065"/>
                </a:lnTo>
                <a:cubicBezTo>
                  <a:pt x="792395" y="4839438"/>
                  <a:pt x="786911" y="4825856"/>
                  <a:pt x="775798" y="4816682"/>
                </a:cubicBezTo>
                <a:lnTo>
                  <a:pt x="775543" y="4816611"/>
                </a:lnTo>
                <a:lnTo>
                  <a:pt x="775486" y="4816471"/>
                </a:lnTo>
                <a:cubicBezTo>
                  <a:pt x="764445" y="4807248"/>
                  <a:pt x="747812" y="4802455"/>
                  <a:pt x="725443" y="4802455"/>
                </a:cubicBezTo>
                <a:close/>
                <a:moveTo>
                  <a:pt x="559834" y="4802455"/>
                </a:moveTo>
                <a:cubicBezTo>
                  <a:pt x="548868" y="4802455"/>
                  <a:pt x="538719" y="4804289"/>
                  <a:pt x="529662" y="4807762"/>
                </a:cubicBezTo>
                <a:lnTo>
                  <a:pt x="529594" y="4807805"/>
                </a:lnTo>
                <a:lnTo>
                  <a:pt x="528372" y="4808018"/>
                </a:lnTo>
                <a:cubicBezTo>
                  <a:pt x="501027" y="4818381"/>
                  <a:pt x="483586" y="4843416"/>
                  <a:pt x="483586" y="4877877"/>
                </a:cubicBezTo>
                <a:cubicBezTo>
                  <a:pt x="483586" y="4912775"/>
                  <a:pt x="498720" y="4937596"/>
                  <a:pt x="526397" y="4947825"/>
                </a:cubicBezTo>
                <a:lnTo>
                  <a:pt x="527142" y="4947947"/>
                </a:lnTo>
                <a:lnTo>
                  <a:pt x="527700" y="4948307"/>
                </a:lnTo>
                <a:cubicBezTo>
                  <a:pt x="536866" y="4951735"/>
                  <a:pt x="547417" y="4953533"/>
                  <a:pt x="559257" y="4953533"/>
                </a:cubicBezTo>
                <a:cubicBezTo>
                  <a:pt x="578428" y="4953533"/>
                  <a:pt x="597022" y="4950331"/>
                  <a:pt x="617069" y="4941908"/>
                </a:cubicBezTo>
                <a:cubicBezTo>
                  <a:pt x="621722" y="4939879"/>
                  <a:pt x="624337" y="4936678"/>
                  <a:pt x="624337" y="4930284"/>
                </a:cubicBezTo>
                <a:lnTo>
                  <a:pt x="624337" y="4824821"/>
                </a:lnTo>
                <a:cubicBezTo>
                  <a:pt x="624337" y="4818138"/>
                  <a:pt x="621722" y="4814946"/>
                  <a:pt x="617069" y="4813204"/>
                </a:cubicBezTo>
                <a:cubicBezTo>
                  <a:pt x="597898" y="4805936"/>
                  <a:pt x="579880" y="4802455"/>
                  <a:pt x="559834" y="4802455"/>
                </a:cubicBezTo>
                <a:close/>
                <a:moveTo>
                  <a:pt x="398011" y="4801292"/>
                </a:moveTo>
                <a:lnTo>
                  <a:pt x="395922" y="4801589"/>
                </a:lnTo>
                <a:lnTo>
                  <a:pt x="395863" y="4801582"/>
                </a:lnTo>
                <a:cubicBezTo>
                  <a:pt x="356679" y="4801582"/>
                  <a:pt x="331528" y="4822385"/>
                  <a:pt x="331528" y="4853603"/>
                </a:cubicBezTo>
                <a:cubicBezTo>
                  <a:pt x="331528" y="4914871"/>
                  <a:pt x="425688" y="4891154"/>
                  <a:pt x="425688" y="4933656"/>
                </a:cubicBezTo>
                <a:cubicBezTo>
                  <a:pt x="425688" y="4937989"/>
                  <a:pt x="425106" y="4940590"/>
                  <a:pt x="423936" y="4944348"/>
                </a:cubicBezTo>
                <a:cubicBezTo>
                  <a:pt x="423645" y="4944931"/>
                  <a:pt x="423645" y="4945505"/>
                  <a:pt x="423645" y="4946089"/>
                </a:cubicBezTo>
                <a:cubicBezTo>
                  <a:pt x="423645" y="4948394"/>
                  <a:pt x="425106" y="4950134"/>
                  <a:pt x="428029" y="4950134"/>
                </a:cubicBezTo>
                <a:lnTo>
                  <a:pt x="429440" y="4950134"/>
                </a:lnTo>
                <a:lnTo>
                  <a:pt x="429969" y="4950628"/>
                </a:lnTo>
                <a:lnTo>
                  <a:pt x="456121" y="4950628"/>
                </a:lnTo>
                <a:cubicBezTo>
                  <a:pt x="460476" y="4950628"/>
                  <a:pt x="462216" y="4949176"/>
                  <a:pt x="463668" y="4944812"/>
                </a:cubicBezTo>
                <a:cubicBezTo>
                  <a:pt x="465418" y="4939879"/>
                  <a:pt x="465995" y="4933196"/>
                  <a:pt x="465995" y="4928255"/>
                </a:cubicBezTo>
                <a:cubicBezTo>
                  <a:pt x="465995" y="4862299"/>
                  <a:pt x="372445" y="4878177"/>
                  <a:pt x="372445" y="4850972"/>
                </a:cubicBezTo>
                <a:cubicBezTo>
                  <a:pt x="372445" y="4846523"/>
                  <a:pt x="374698" y="4842891"/>
                  <a:pt x="378874" y="4840371"/>
                </a:cubicBezTo>
                <a:lnTo>
                  <a:pt x="395404" y="4836760"/>
                </a:lnTo>
                <a:lnTo>
                  <a:pt x="438848" y="4849557"/>
                </a:lnTo>
                <a:cubicBezTo>
                  <a:pt x="440310" y="4850418"/>
                  <a:pt x="441771" y="4850714"/>
                  <a:pt x="443232" y="4850714"/>
                </a:cubicBezTo>
                <a:lnTo>
                  <a:pt x="443815" y="4850347"/>
                </a:lnTo>
                <a:lnTo>
                  <a:pt x="445074" y="4850684"/>
                </a:lnTo>
                <a:cubicBezTo>
                  <a:pt x="447689" y="4850684"/>
                  <a:pt x="450305" y="4849231"/>
                  <a:pt x="451467" y="4846616"/>
                </a:cubicBezTo>
                <a:lnTo>
                  <a:pt x="460476" y="4827435"/>
                </a:lnTo>
                <a:cubicBezTo>
                  <a:pt x="461317" y="4825652"/>
                  <a:pt x="461639" y="4823954"/>
                  <a:pt x="461639" y="4822502"/>
                </a:cubicBezTo>
                <a:cubicBezTo>
                  <a:pt x="461639" y="4820176"/>
                  <a:pt x="460485" y="4817858"/>
                  <a:pt x="458150" y="4816686"/>
                </a:cubicBezTo>
                <a:cubicBezTo>
                  <a:pt x="440141" y="4806226"/>
                  <a:pt x="418635" y="4801292"/>
                  <a:pt x="398011" y="4801292"/>
                </a:cubicBezTo>
                <a:close/>
                <a:moveTo>
                  <a:pt x="1053743" y="4747249"/>
                </a:moveTo>
                <a:cubicBezTo>
                  <a:pt x="1017717" y="4747249"/>
                  <a:pt x="994181" y="4766420"/>
                  <a:pt x="994181" y="4808264"/>
                </a:cubicBezTo>
                <a:lnTo>
                  <a:pt x="994181" y="4944812"/>
                </a:lnTo>
                <a:cubicBezTo>
                  <a:pt x="994181" y="4948301"/>
                  <a:pt x="996508" y="4950628"/>
                  <a:pt x="999997" y="4950628"/>
                </a:cubicBezTo>
                <a:lnTo>
                  <a:pt x="1025851" y="4950628"/>
                </a:lnTo>
                <a:lnTo>
                  <a:pt x="1026345" y="4950134"/>
                </a:lnTo>
                <a:lnTo>
                  <a:pt x="1027794" y="4950134"/>
                </a:lnTo>
                <a:cubicBezTo>
                  <a:pt x="1031306" y="4950134"/>
                  <a:pt x="1033639" y="4947819"/>
                  <a:pt x="1033639" y="4944348"/>
                </a:cubicBezTo>
                <a:lnTo>
                  <a:pt x="1033639" y="4837419"/>
                </a:lnTo>
                <a:lnTo>
                  <a:pt x="1070780" y="4837419"/>
                </a:lnTo>
                <a:cubicBezTo>
                  <a:pt x="1074584" y="4837419"/>
                  <a:pt x="1076625" y="4835105"/>
                  <a:pt x="1076625" y="4831634"/>
                </a:cubicBezTo>
                <a:lnTo>
                  <a:pt x="1076625" y="4811692"/>
                </a:lnTo>
                <a:cubicBezTo>
                  <a:pt x="1076625" y="4807934"/>
                  <a:pt x="1074584" y="4805627"/>
                  <a:pt x="1070780" y="4805627"/>
                </a:cubicBezTo>
                <a:lnTo>
                  <a:pt x="1068815" y="4805627"/>
                </a:lnTo>
                <a:lnTo>
                  <a:pt x="1068559" y="4805359"/>
                </a:lnTo>
                <a:lnTo>
                  <a:pt x="1033639" y="4805359"/>
                </a:lnTo>
                <a:lnTo>
                  <a:pt x="1033639" y="4802443"/>
                </a:lnTo>
                <a:cubicBezTo>
                  <a:pt x="1033639" y="4786548"/>
                  <a:pt x="1040663" y="4778457"/>
                  <a:pt x="1056748" y="4778457"/>
                </a:cubicBezTo>
                <a:cubicBezTo>
                  <a:pt x="1062593" y="4778457"/>
                  <a:pt x="1068892" y="4779901"/>
                  <a:pt x="1071071" y="4779901"/>
                </a:cubicBezTo>
                <a:cubicBezTo>
                  <a:pt x="1074584" y="4779901"/>
                  <a:pt x="1076045" y="4777882"/>
                  <a:pt x="1076625" y="4774411"/>
                </a:cubicBezTo>
                <a:lnTo>
                  <a:pt x="1079556" y="4759385"/>
                </a:lnTo>
                <a:cubicBezTo>
                  <a:pt x="1079813" y="4758050"/>
                  <a:pt x="1080138" y="4756876"/>
                  <a:pt x="1080138" y="4755627"/>
                </a:cubicBezTo>
                <a:cubicBezTo>
                  <a:pt x="1080138" y="4752417"/>
                  <a:pt x="1078386" y="4750711"/>
                  <a:pt x="1074293" y="4749848"/>
                </a:cubicBezTo>
                <a:lnTo>
                  <a:pt x="1072404" y="4749641"/>
                </a:lnTo>
                <a:lnTo>
                  <a:pt x="1072049" y="4749285"/>
                </a:lnTo>
                <a:cubicBezTo>
                  <a:pt x="1066232" y="4747834"/>
                  <a:pt x="1059941" y="4747249"/>
                  <a:pt x="1053743" y="4747249"/>
                </a:cubicBezTo>
                <a:close/>
                <a:moveTo>
                  <a:pt x="1115151" y="4747131"/>
                </a:moveTo>
                <a:cubicBezTo>
                  <a:pt x="1102947" y="4747139"/>
                  <a:pt x="1095102" y="4754688"/>
                  <a:pt x="1095104" y="4767478"/>
                </a:cubicBezTo>
                <a:cubicBezTo>
                  <a:pt x="1095101" y="4779971"/>
                  <a:pt x="1102947" y="4787811"/>
                  <a:pt x="1116017" y="4787818"/>
                </a:cubicBezTo>
                <a:cubicBezTo>
                  <a:pt x="1127933" y="4787817"/>
                  <a:pt x="1136070" y="4779974"/>
                  <a:pt x="1136065" y="4767481"/>
                </a:cubicBezTo>
                <a:cubicBezTo>
                  <a:pt x="1136070" y="4754690"/>
                  <a:pt x="1127933" y="4747137"/>
                  <a:pt x="1115151" y="4747131"/>
                </a:cubicBezTo>
                <a:close/>
                <a:moveTo>
                  <a:pt x="0" y="0"/>
                </a:moveTo>
                <a:lnTo>
                  <a:pt x="9143999" y="0"/>
                </a:lnTo>
                <a:lnTo>
                  <a:pt x="9143999" y="5143500"/>
                </a:lnTo>
                <a:lnTo>
                  <a:pt x="0" y="5143500"/>
                </a:lnTo>
                <a:close/>
              </a:path>
            </a:pathLst>
          </a:custGeom>
        </p:spPr>
        <p:txBody>
          <a:bodyPr wrap="square">
            <a:noAutofit/>
          </a:bodyPr>
          <a:lstStyle>
            <a:lvl1pPr>
              <a:defRPr>
                <a:noFill/>
              </a:defRPr>
            </a:lvl1pPr>
          </a:lstStyle>
          <a:p>
            <a:r>
              <a:rPr lang="en-US" noProof="0"/>
              <a:t>Click icon to add picture</a:t>
            </a:r>
            <a:endParaRPr lang="en-US" noProof="0" dirty="0"/>
          </a:p>
        </p:txBody>
      </p:sp>
      <p:sp>
        <p:nvSpPr>
          <p:cNvPr id="11" name="Espace réservé du numéro de diapositive 10">
            <a:extLst>
              <a:ext uri="{FF2B5EF4-FFF2-40B4-BE49-F238E27FC236}">
                <a16:creationId xmlns:a16="http://schemas.microsoft.com/office/drawing/2014/main" id="{323D7EBE-BC7D-4AC5-AD6B-FCD5D270E1C6}"/>
              </a:ext>
            </a:extLst>
          </p:cNvPr>
          <p:cNvSpPr>
            <a:spLocks noGrp="1"/>
          </p:cNvSpPr>
          <p:nvPr>
            <p:ph type="sldNum" sz="quarter" idx="16"/>
          </p:nvPr>
        </p:nvSpPr>
        <p:spPr/>
        <p:txBody>
          <a:bodyPr/>
          <a:lstStyle/>
          <a:p>
            <a:fld id="{6B54B0F7-55DD-40D6-B7F4-70B586885C0B}" type="slidenum">
              <a:rPr lang="en-US" noProof="0" smtClean="0"/>
              <a:pPr/>
              <a:t>‹#›</a:t>
            </a:fld>
            <a:endParaRPr lang="en-US" noProof="0"/>
          </a:p>
        </p:txBody>
      </p:sp>
      <p:sp>
        <p:nvSpPr>
          <p:cNvPr id="9" name="Espace réservé du texte 5">
            <a:extLst>
              <a:ext uri="{FF2B5EF4-FFF2-40B4-BE49-F238E27FC236}">
                <a16:creationId xmlns:a16="http://schemas.microsoft.com/office/drawing/2014/main" id="{0B90B88F-38E1-44C8-9D6F-1A9BFFE001D7}"/>
              </a:ext>
            </a:extLst>
          </p:cNvPr>
          <p:cNvSpPr>
            <a:spLocks noGrp="1"/>
          </p:cNvSpPr>
          <p:nvPr>
            <p:ph type="body" sz="quarter" idx="24"/>
          </p:nvPr>
        </p:nvSpPr>
        <p:spPr>
          <a:xfrm>
            <a:off x="6778558" y="2915364"/>
            <a:ext cx="4949741" cy="1399251"/>
          </a:xfrm>
        </p:spPr>
        <p:txBody>
          <a:bodyPr anchor="t">
            <a:noAutofit/>
          </a:bodyPr>
          <a:lstStyle>
            <a:lvl1pPr algn="l">
              <a:lnSpc>
                <a:spcPct val="96000"/>
              </a:lnSpc>
              <a:spcAft>
                <a:spcPts val="1333"/>
              </a:spcAft>
              <a:defRPr lang="fr-FR" sz="4800" b="0" i="1" kern="1200" dirty="0" err="1" smtClean="0">
                <a:solidFill>
                  <a:schemeClr val="bg2"/>
                </a:solidFill>
                <a:effectLst>
                  <a:outerShdw blurRad="127000" sx="102000" sy="102000" algn="ctr" rotWithShape="0">
                    <a:prstClr val="black">
                      <a:alpha val="25000"/>
                    </a:prstClr>
                  </a:outerShdw>
                </a:effectLst>
                <a:latin typeface="Georgia" panose="02040502050405020303" pitchFamily="18" charset="0"/>
                <a:ea typeface="Verdana" panose="020B0604030504040204" pitchFamily="34" charset="0"/>
                <a:cs typeface="Georgia" panose="02040502050405020303" pitchFamily="18" charset="0"/>
              </a:defRPr>
            </a:lvl1pPr>
            <a:lvl2pPr marL="0" indent="0" algn="l">
              <a:lnSpc>
                <a:spcPct val="90000"/>
              </a:lnSpc>
              <a:buFont typeface="Arial" panose="020B0604020202020204" pitchFamily="34" charset="0"/>
              <a:buNone/>
              <a:defRPr lang="en-US" sz="4800" b="0" i="1" kern="1200" noProof="0" dirty="0">
                <a:solidFill>
                  <a:schemeClr val="bg1"/>
                </a:solidFill>
                <a:effectLst>
                  <a:outerShdw blurRad="127000" sx="105000" sy="105000" algn="ctr" rotWithShape="0">
                    <a:prstClr val="black">
                      <a:alpha val="9957"/>
                    </a:prstClr>
                  </a:outerShdw>
                </a:effectLst>
                <a:latin typeface="Georgia" panose="02040502050405020303" pitchFamily="18" charset="0"/>
                <a:ea typeface="Verdana" panose="020B0604030504040204" pitchFamily="34" charset="0"/>
                <a:cs typeface="Verdana" panose="020B0604030504040204" pitchFamily="34" charset="0"/>
              </a:defRPr>
            </a:lvl2pPr>
            <a:lvl3pPr algn="l">
              <a:lnSpc>
                <a:spcPct val="100000"/>
              </a:lnSpc>
              <a:spcBef>
                <a:spcPts val="1333"/>
              </a:spcBef>
              <a:defRPr sz="1867">
                <a:solidFill>
                  <a:schemeClr val="bg1"/>
                </a:solidFill>
                <a:effectLst>
                  <a:outerShdw blurRad="127000" sx="102000" sy="102000" algn="ctr" rotWithShape="0">
                    <a:prstClr val="black">
                      <a:alpha val="25000"/>
                    </a:prstClr>
                  </a:outerShdw>
                </a:effectLst>
              </a:defRPr>
            </a:lvl3pPr>
          </a:lstStyle>
          <a:p>
            <a:pPr marL="761981" lvl="0" indent="-761981" algn="l" defTabSz="914377" rtl="0" eaLnBrk="1" latinLnBrk="0" hangingPunct="1">
              <a:lnSpc>
                <a:spcPct val="90000"/>
              </a:lnSpc>
              <a:spcBef>
                <a:spcPts val="0"/>
              </a:spcBef>
            </a:pPr>
            <a:r>
              <a:rPr lang="en-US" noProof="0"/>
              <a:t>Click to edit Master text styles</a:t>
            </a:r>
          </a:p>
        </p:txBody>
      </p:sp>
      <p:sp>
        <p:nvSpPr>
          <p:cNvPr id="12" name="Espace réservé du texte 5">
            <a:extLst>
              <a:ext uri="{FF2B5EF4-FFF2-40B4-BE49-F238E27FC236}">
                <a16:creationId xmlns:a16="http://schemas.microsoft.com/office/drawing/2014/main" id="{9F6585BF-F3F3-4500-9CFA-EF0D9041ED53}"/>
              </a:ext>
            </a:extLst>
          </p:cNvPr>
          <p:cNvSpPr>
            <a:spLocks noGrp="1"/>
          </p:cNvSpPr>
          <p:nvPr>
            <p:ph type="body" sz="quarter" idx="25"/>
          </p:nvPr>
        </p:nvSpPr>
        <p:spPr>
          <a:xfrm>
            <a:off x="6778558" y="4395893"/>
            <a:ext cx="4949741" cy="710532"/>
          </a:xfrm>
        </p:spPr>
        <p:txBody>
          <a:bodyPr anchor="t">
            <a:noAutofit/>
          </a:bodyPr>
          <a:lstStyle>
            <a:lvl1pPr algn="l">
              <a:lnSpc>
                <a:spcPct val="96000"/>
              </a:lnSpc>
              <a:spcAft>
                <a:spcPts val="1333"/>
              </a:spcAft>
              <a:defRPr lang="fr-FR" sz="1867" b="0" i="0" kern="1200" dirty="0" err="1" smtClean="0">
                <a:solidFill>
                  <a:schemeClr val="bg2"/>
                </a:solidFill>
                <a:effectLst>
                  <a:outerShdw blurRad="127000" sx="102000" sy="102000" algn="ctr" rotWithShape="0">
                    <a:prstClr val="black">
                      <a:alpha val="25000"/>
                    </a:prstClr>
                  </a:outerShdw>
                </a:effectLst>
                <a:latin typeface="+mj-lt"/>
                <a:ea typeface="Verdana" panose="020B0604030504040204" pitchFamily="34" charset="0"/>
                <a:cs typeface="Georgia" panose="02040502050405020303" pitchFamily="18" charset="0"/>
              </a:defRPr>
            </a:lvl1pPr>
            <a:lvl2pPr algn="l">
              <a:lnSpc>
                <a:spcPct val="90000"/>
              </a:lnSpc>
              <a:defRPr lang="en-US" sz="1867" b="0" i="0" kern="1200" noProof="0" dirty="0">
                <a:solidFill>
                  <a:schemeClr val="bg1"/>
                </a:solidFill>
                <a:effectLst>
                  <a:outerShdw blurRad="127000" sx="105000" sy="105000" algn="ctr" rotWithShape="0">
                    <a:prstClr val="black">
                      <a:alpha val="9957"/>
                    </a:prstClr>
                  </a:outerShdw>
                </a:effectLst>
                <a:latin typeface="+mj-lt"/>
                <a:ea typeface="Verdana" panose="020B0604030504040204" pitchFamily="34" charset="0"/>
                <a:cs typeface="Verdana" panose="020B0604030504040204" pitchFamily="34" charset="0"/>
              </a:defRPr>
            </a:lvl2pPr>
            <a:lvl3pPr algn="l">
              <a:lnSpc>
                <a:spcPct val="100000"/>
              </a:lnSpc>
              <a:spcBef>
                <a:spcPts val="1333"/>
              </a:spcBef>
              <a:defRPr lang="en-US" sz="1867" b="0" i="0" kern="1200" noProof="0" dirty="0">
                <a:solidFill>
                  <a:schemeClr val="bg1"/>
                </a:solidFill>
                <a:effectLst>
                  <a:outerShdw blurRad="127000" sx="105000" sy="105000" algn="ctr" rotWithShape="0">
                    <a:prstClr val="black">
                      <a:alpha val="9957"/>
                    </a:prstClr>
                  </a:outerShdw>
                </a:effectLst>
                <a:latin typeface="Verdana" panose="020B0604030504040204" pitchFamily="34" charset="0"/>
                <a:ea typeface="Verdana" panose="020B0604030504040204" pitchFamily="34" charset="0"/>
                <a:cs typeface="Verdana" panose="020B0604030504040204" pitchFamily="34" charset="0"/>
              </a:defRPr>
            </a:lvl3pPr>
          </a:lstStyle>
          <a:p>
            <a:pPr marL="0" lvl="0" indent="0" algn="l" defTabSz="914377" rtl="0" eaLnBrk="1" latinLnBrk="0" hangingPunct="1">
              <a:lnSpc>
                <a:spcPct val="100000"/>
              </a:lnSpc>
              <a:spcBef>
                <a:spcPts val="1333"/>
              </a:spcBef>
              <a:buFont typeface="Arial" panose="020B0604020202020204" pitchFamily="34" charset="0"/>
              <a:buNone/>
            </a:pPr>
            <a:r>
              <a:rPr lang="en-US" noProof="0"/>
              <a:t>Click to edit Master text styles</a:t>
            </a:r>
          </a:p>
        </p:txBody>
      </p:sp>
      <p:sp>
        <p:nvSpPr>
          <p:cNvPr id="13" name="Espace réservé du texte 5">
            <a:extLst>
              <a:ext uri="{FF2B5EF4-FFF2-40B4-BE49-F238E27FC236}">
                <a16:creationId xmlns:a16="http://schemas.microsoft.com/office/drawing/2014/main" id="{FB220A98-FE22-4FE9-AB26-E269403DC28C}"/>
              </a:ext>
            </a:extLst>
          </p:cNvPr>
          <p:cNvSpPr>
            <a:spLocks noGrp="1"/>
          </p:cNvSpPr>
          <p:nvPr>
            <p:ph type="body" sz="quarter" idx="26"/>
          </p:nvPr>
        </p:nvSpPr>
        <p:spPr>
          <a:xfrm>
            <a:off x="6778558" y="1792928"/>
            <a:ext cx="4949741" cy="939945"/>
          </a:xfrm>
        </p:spPr>
        <p:txBody>
          <a:bodyPr anchor="b">
            <a:noAutofit/>
          </a:bodyPr>
          <a:lstStyle>
            <a:lvl1pPr algn="l">
              <a:lnSpc>
                <a:spcPct val="96000"/>
              </a:lnSpc>
              <a:spcAft>
                <a:spcPts val="1333"/>
              </a:spcAft>
              <a:defRPr lang="fr-FR" sz="2933" b="0" i="0" kern="1200" dirty="0" err="1" smtClean="0">
                <a:solidFill>
                  <a:schemeClr val="bg2"/>
                </a:solidFill>
                <a:effectLst>
                  <a:outerShdw blurRad="127000" sx="102000" sy="102000" algn="ctr" rotWithShape="0">
                    <a:prstClr val="black">
                      <a:alpha val="25000"/>
                    </a:prstClr>
                  </a:outerShdw>
                </a:effectLst>
                <a:latin typeface="Verdana" panose="020B0604030504040204" pitchFamily="34" charset="0"/>
                <a:ea typeface="Verdana" panose="020B0604030504040204" pitchFamily="34" charset="0"/>
                <a:cs typeface="Verdana" panose="020B0604030504040204" pitchFamily="34" charset="0"/>
              </a:defRPr>
            </a:lvl1pPr>
            <a:lvl2pPr algn="l">
              <a:lnSpc>
                <a:spcPct val="90000"/>
              </a:lnSpc>
              <a:defRPr sz="4800" b="0" i="1">
                <a:solidFill>
                  <a:schemeClr val="bg1"/>
                </a:solidFill>
                <a:effectLst>
                  <a:outerShdw blurRad="127000" sx="102000" sy="102000" algn="ctr" rotWithShape="0">
                    <a:prstClr val="black">
                      <a:alpha val="25000"/>
                    </a:prstClr>
                  </a:outerShdw>
                </a:effectLst>
                <a:latin typeface="Georgia" panose="02040502050405020303" pitchFamily="18" charset="0"/>
                <a:ea typeface="Verdana" panose="020B0604030504040204" pitchFamily="34" charset="0"/>
                <a:cs typeface="Verdana" panose="020B0604030504040204" pitchFamily="34" charset="0"/>
              </a:defRPr>
            </a:lvl2pPr>
            <a:lvl3pPr algn="l">
              <a:lnSpc>
                <a:spcPct val="100000"/>
              </a:lnSpc>
              <a:spcBef>
                <a:spcPts val="1333"/>
              </a:spcBef>
              <a:defRPr sz="1867">
                <a:solidFill>
                  <a:schemeClr val="bg1"/>
                </a:solidFill>
                <a:effectLst>
                  <a:outerShdw blurRad="127000" sx="102000" sy="102000" algn="ctr" rotWithShape="0">
                    <a:prstClr val="black">
                      <a:alpha val="25000"/>
                    </a:prstClr>
                  </a:outerShdw>
                </a:effectLst>
              </a:defRPr>
            </a:lvl3pPr>
          </a:lstStyle>
          <a:p>
            <a:pPr lvl="0"/>
            <a:r>
              <a:rPr lang="en-US" noProof="0"/>
              <a:t>Click to edit Master text styles</a:t>
            </a:r>
          </a:p>
        </p:txBody>
      </p:sp>
      <p:grpSp>
        <p:nvGrpSpPr>
          <p:cNvPr id="26" name="Graphique 7">
            <a:extLst>
              <a:ext uri="{FF2B5EF4-FFF2-40B4-BE49-F238E27FC236}">
                <a16:creationId xmlns:a16="http://schemas.microsoft.com/office/drawing/2014/main" id="{2473C403-3091-45DA-8311-8B80BACBDD77}"/>
              </a:ext>
            </a:extLst>
          </p:cNvPr>
          <p:cNvGrpSpPr>
            <a:grpSpLocks noChangeAspect="1"/>
          </p:cNvGrpSpPr>
          <p:nvPr userDrawn="1"/>
        </p:nvGrpSpPr>
        <p:grpSpPr>
          <a:xfrm>
            <a:off x="442166" y="6329527"/>
            <a:ext cx="1071853" cy="275084"/>
            <a:chOff x="4768103" y="-471733"/>
            <a:chExt cx="744723" cy="191124"/>
          </a:xfrm>
          <a:solidFill>
            <a:srgbClr val="FFFFFF"/>
          </a:solidFill>
        </p:grpSpPr>
        <p:sp>
          <p:nvSpPr>
            <p:cNvPr id="27" name="Forme libre : forme 9">
              <a:extLst>
                <a:ext uri="{FF2B5EF4-FFF2-40B4-BE49-F238E27FC236}">
                  <a16:creationId xmlns:a16="http://schemas.microsoft.com/office/drawing/2014/main" id="{9A66E28E-1ED8-413A-86AB-392723C99535}"/>
                </a:ext>
              </a:extLst>
            </p:cNvPr>
            <p:cNvSpPr/>
            <p:nvPr userDrawn="1"/>
          </p:nvSpPr>
          <p:spPr>
            <a:xfrm>
              <a:off x="4770087" y="-471716"/>
              <a:ext cx="740699" cy="191096"/>
            </a:xfrm>
            <a:custGeom>
              <a:avLst/>
              <a:gdLst>
                <a:gd name="connsiteX0" fmla="*/ 689325 w 740699"/>
                <a:gd name="connsiteY0" fmla="*/ 7347 h 191096"/>
                <a:gd name="connsiteX1" fmla="*/ 688790 w 740699"/>
                <a:gd name="connsiteY1" fmla="*/ 10847 h 191096"/>
                <a:gd name="connsiteX2" fmla="*/ 686092 w 740699"/>
                <a:gd name="connsiteY2" fmla="*/ 24840 h 191096"/>
                <a:gd name="connsiteX3" fmla="*/ 680980 w 740699"/>
                <a:gd name="connsiteY3" fmla="*/ 29953 h 191096"/>
                <a:gd name="connsiteX4" fmla="*/ 667797 w 740699"/>
                <a:gd name="connsiteY4" fmla="*/ 28608 h 191096"/>
                <a:gd name="connsiteX5" fmla="*/ 646528 w 740699"/>
                <a:gd name="connsiteY5" fmla="*/ 50946 h 191096"/>
                <a:gd name="connsiteX6" fmla="*/ 646528 w 740699"/>
                <a:gd name="connsiteY6" fmla="*/ 53911 h 191096"/>
                <a:gd name="connsiteX7" fmla="*/ 680712 w 740699"/>
                <a:gd name="connsiteY7" fmla="*/ 53911 h 191096"/>
                <a:gd name="connsiteX8" fmla="*/ 686092 w 740699"/>
                <a:gd name="connsiteY8" fmla="*/ 59559 h 191096"/>
                <a:gd name="connsiteX9" fmla="*/ 686092 w 740699"/>
                <a:gd name="connsiteY9" fmla="*/ 78130 h 191096"/>
                <a:gd name="connsiteX10" fmla="*/ 680712 w 740699"/>
                <a:gd name="connsiteY10" fmla="*/ 83518 h 191096"/>
                <a:gd name="connsiteX11" fmla="*/ 646528 w 740699"/>
                <a:gd name="connsiteY11" fmla="*/ 83518 h 191096"/>
                <a:gd name="connsiteX12" fmla="*/ 646528 w 740699"/>
                <a:gd name="connsiteY12" fmla="*/ 183097 h 191096"/>
                <a:gd name="connsiteX13" fmla="*/ 641148 w 740699"/>
                <a:gd name="connsiteY13" fmla="*/ 188485 h 191096"/>
                <a:gd name="connsiteX14" fmla="*/ 617197 w 740699"/>
                <a:gd name="connsiteY14" fmla="*/ 188485 h 191096"/>
                <a:gd name="connsiteX15" fmla="*/ 611809 w 740699"/>
                <a:gd name="connsiteY15" fmla="*/ 183097 h 191096"/>
                <a:gd name="connsiteX16" fmla="*/ 611809 w 740699"/>
                <a:gd name="connsiteY16" fmla="*/ 56602 h 191096"/>
                <a:gd name="connsiteX17" fmla="*/ 666987 w 740699"/>
                <a:gd name="connsiteY17" fmla="*/ 79 h 191096"/>
                <a:gd name="connsiteX18" fmla="*/ 683945 w 740699"/>
                <a:gd name="connsiteY18" fmla="*/ 1966 h 191096"/>
                <a:gd name="connsiteX19" fmla="*/ 689325 w 740699"/>
                <a:gd name="connsiteY19" fmla="*/ 7347 h 191096"/>
                <a:gd name="connsiteX20" fmla="*/ 741003 w 740699"/>
                <a:gd name="connsiteY20" fmla="*/ 59292 h 191096"/>
                <a:gd name="connsiteX21" fmla="*/ 741003 w 740699"/>
                <a:gd name="connsiteY21" fmla="*/ 183097 h 191096"/>
                <a:gd name="connsiteX22" fmla="*/ 735615 w 740699"/>
                <a:gd name="connsiteY22" fmla="*/ 188485 h 191096"/>
                <a:gd name="connsiteX23" fmla="*/ 711396 w 740699"/>
                <a:gd name="connsiteY23" fmla="*/ 188485 h 191096"/>
                <a:gd name="connsiteX24" fmla="*/ 706008 w 740699"/>
                <a:gd name="connsiteY24" fmla="*/ 183097 h 191096"/>
                <a:gd name="connsiteX25" fmla="*/ 706008 w 740699"/>
                <a:gd name="connsiteY25" fmla="*/ 59292 h 191096"/>
                <a:gd name="connsiteX26" fmla="*/ 711396 w 740699"/>
                <a:gd name="connsiteY26" fmla="*/ 53911 h 191096"/>
                <a:gd name="connsiteX27" fmla="*/ 735615 w 740699"/>
                <a:gd name="connsiteY27" fmla="*/ 53911 h 191096"/>
                <a:gd name="connsiteX28" fmla="*/ 741003 w 740699"/>
                <a:gd name="connsiteY28" fmla="*/ 59292 h 191096"/>
                <a:gd name="connsiteX29" fmla="*/ 518954 w 740699"/>
                <a:gd name="connsiteY29" fmla="*/ 158879 h 191096"/>
                <a:gd name="connsiteX30" fmla="*/ 485847 w 740699"/>
                <a:gd name="connsiteY30" fmla="*/ 121195 h 191096"/>
                <a:gd name="connsiteX31" fmla="*/ 517074 w 740699"/>
                <a:gd name="connsiteY31" fmla="*/ 83518 h 191096"/>
                <a:gd name="connsiteX32" fmla="*/ 550173 w 740699"/>
                <a:gd name="connsiteY32" fmla="*/ 121195 h 191096"/>
                <a:gd name="connsiteX33" fmla="*/ 518954 w 740699"/>
                <a:gd name="connsiteY33" fmla="*/ 158879 h 191096"/>
                <a:gd name="connsiteX34" fmla="*/ 517074 w 740699"/>
                <a:gd name="connsiteY34" fmla="*/ 51221 h 191096"/>
                <a:gd name="connsiteX35" fmla="*/ 450317 w 740699"/>
                <a:gd name="connsiteY35" fmla="*/ 121195 h 191096"/>
                <a:gd name="connsiteX36" fmla="*/ 518954 w 740699"/>
                <a:gd name="connsiteY36" fmla="*/ 191176 h 191096"/>
                <a:gd name="connsiteX37" fmla="*/ 585702 w 740699"/>
                <a:gd name="connsiteY37" fmla="*/ 121195 h 191096"/>
                <a:gd name="connsiteX38" fmla="*/ 517074 w 740699"/>
                <a:gd name="connsiteY38" fmla="*/ 51221 h 191096"/>
                <a:gd name="connsiteX39" fmla="*/ 424486 w 740699"/>
                <a:gd name="connsiteY39" fmla="*/ 101813 h 191096"/>
                <a:gd name="connsiteX40" fmla="*/ 424486 w 740699"/>
                <a:gd name="connsiteY40" fmla="*/ 183097 h 191096"/>
                <a:gd name="connsiteX41" fmla="*/ 419098 w 740699"/>
                <a:gd name="connsiteY41" fmla="*/ 188485 h 191096"/>
                <a:gd name="connsiteX42" fmla="*/ 394880 w 740699"/>
                <a:gd name="connsiteY42" fmla="*/ 188485 h 191096"/>
                <a:gd name="connsiteX43" fmla="*/ 389492 w 740699"/>
                <a:gd name="connsiteY43" fmla="*/ 183097 h 191096"/>
                <a:gd name="connsiteX44" fmla="*/ 389492 w 740699"/>
                <a:gd name="connsiteY44" fmla="*/ 106391 h 191096"/>
                <a:gd name="connsiteX45" fmla="*/ 363385 w 740699"/>
                <a:gd name="connsiteY45" fmla="*/ 83518 h 191096"/>
                <a:gd name="connsiteX46" fmla="*/ 343469 w 740699"/>
                <a:gd name="connsiteY46" fmla="*/ 85665 h 191096"/>
                <a:gd name="connsiteX47" fmla="*/ 337012 w 740699"/>
                <a:gd name="connsiteY47" fmla="*/ 92666 h 191096"/>
                <a:gd name="connsiteX48" fmla="*/ 337012 w 740699"/>
                <a:gd name="connsiteY48" fmla="*/ 183097 h 191096"/>
                <a:gd name="connsiteX49" fmla="*/ 331624 w 740699"/>
                <a:gd name="connsiteY49" fmla="*/ 188485 h 191096"/>
                <a:gd name="connsiteX50" fmla="*/ 307405 w 740699"/>
                <a:gd name="connsiteY50" fmla="*/ 188485 h 191096"/>
                <a:gd name="connsiteX51" fmla="*/ 302017 w 740699"/>
                <a:gd name="connsiteY51" fmla="*/ 183097 h 191096"/>
                <a:gd name="connsiteX52" fmla="*/ 302017 w 740699"/>
                <a:gd name="connsiteY52" fmla="*/ 71672 h 191096"/>
                <a:gd name="connsiteX53" fmla="*/ 308750 w 740699"/>
                <a:gd name="connsiteY53" fmla="*/ 60904 h 191096"/>
                <a:gd name="connsiteX54" fmla="*/ 362850 w 740699"/>
                <a:gd name="connsiteY54" fmla="*/ 51221 h 191096"/>
                <a:gd name="connsiteX55" fmla="*/ 424486 w 740699"/>
                <a:gd name="connsiteY55" fmla="*/ 101813 h 191096"/>
                <a:gd name="connsiteX56" fmla="*/ 122497 w 740699"/>
                <a:gd name="connsiteY56" fmla="*/ 167759 h 191096"/>
                <a:gd name="connsiteX57" fmla="*/ 120342 w 740699"/>
                <a:gd name="connsiteY57" fmla="*/ 183097 h 191096"/>
                <a:gd name="connsiteX58" fmla="*/ 113350 w 740699"/>
                <a:gd name="connsiteY58" fmla="*/ 188485 h 191096"/>
                <a:gd name="connsiteX59" fmla="*/ 89123 w 740699"/>
                <a:gd name="connsiteY59" fmla="*/ 188485 h 191096"/>
                <a:gd name="connsiteX60" fmla="*/ 85088 w 740699"/>
                <a:gd name="connsiteY60" fmla="*/ 184718 h 191096"/>
                <a:gd name="connsiteX61" fmla="*/ 85356 w 740699"/>
                <a:gd name="connsiteY61" fmla="*/ 183097 h 191096"/>
                <a:gd name="connsiteX62" fmla="*/ 86968 w 740699"/>
                <a:gd name="connsiteY62" fmla="*/ 173140 h 191096"/>
                <a:gd name="connsiteX63" fmla="*/ 303 w 740699"/>
                <a:gd name="connsiteY63" fmla="*/ 98589 h 191096"/>
                <a:gd name="connsiteX64" fmla="*/ 59517 w 740699"/>
                <a:gd name="connsiteY64" fmla="*/ 50144 h 191096"/>
                <a:gd name="connsiteX65" fmla="*/ 115230 w 740699"/>
                <a:gd name="connsiteY65" fmla="*/ 64404 h 191096"/>
                <a:gd name="connsiteX66" fmla="*/ 118462 w 740699"/>
                <a:gd name="connsiteY66" fmla="*/ 69792 h 191096"/>
                <a:gd name="connsiteX67" fmla="*/ 117385 w 740699"/>
                <a:gd name="connsiteY67" fmla="*/ 74362 h 191096"/>
                <a:gd name="connsiteX68" fmla="*/ 109039 w 740699"/>
                <a:gd name="connsiteY68" fmla="*/ 92131 h 191096"/>
                <a:gd name="connsiteX69" fmla="*/ 103116 w 740699"/>
                <a:gd name="connsiteY69" fmla="*/ 95899 h 191096"/>
                <a:gd name="connsiteX70" fmla="*/ 99081 w 740699"/>
                <a:gd name="connsiteY70" fmla="*/ 94821 h 191096"/>
                <a:gd name="connsiteX71" fmla="*/ 58439 w 740699"/>
                <a:gd name="connsiteY71" fmla="*/ 82708 h 191096"/>
                <a:gd name="connsiteX72" fmla="*/ 35833 w 740699"/>
                <a:gd name="connsiteY72" fmla="*/ 96166 h 191096"/>
                <a:gd name="connsiteX73" fmla="*/ 122497 w 740699"/>
                <a:gd name="connsiteY73" fmla="*/ 167759 h 191096"/>
                <a:gd name="connsiteX74" fmla="*/ 234191 w 740699"/>
                <a:gd name="connsiteY74" fmla="*/ 149189 h 191096"/>
                <a:gd name="connsiteX75" fmla="*/ 227466 w 740699"/>
                <a:gd name="connsiteY75" fmla="*/ 156456 h 191096"/>
                <a:gd name="connsiteX76" fmla="*/ 209162 w 740699"/>
                <a:gd name="connsiteY76" fmla="*/ 158879 h 191096"/>
                <a:gd name="connsiteX77" fmla="*/ 175788 w 740699"/>
                <a:gd name="connsiteY77" fmla="*/ 121195 h 191096"/>
                <a:gd name="connsiteX78" fmla="*/ 209162 w 740699"/>
                <a:gd name="connsiteY78" fmla="*/ 83518 h 191096"/>
                <a:gd name="connsiteX79" fmla="*/ 227466 w 740699"/>
                <a:gd name="connsiteY79" fmla="*/ 85941 h 191096"/>
                <a:gd name="connsiteX80" fmla="*/ 234191 w 740699"/>
                <a:gd name="connsiteY80" fmla="*/ 93201 h 191096"/>
                <a:gd name="connsiteX81" fmla="*/ 234191 w 740699"/>
                <a:gd name="connsiteY81" fmla="*/ 149189 h 191096"/>
                <a:gd name="connsiteX82" fmla="*/ 262452 w 740699"/>
                <a:gd name="connsiteY82" fmla="*/ 61179 h 191096"/>
                <a:gd name="connsiteX83" fmla="*/ 209430 w 740699"/>
                <a:gd name="connsiteY83" fmla="*/ 51221 h 191096"/>
                <a:gd name="connsiteX84" fmla="*/ 140258 w 740699"/>
                <a:gd name="connsiteY84" fmla="*/ 121195 h 191096"/>
                <a:gd name="connsiteX85" fmla="*/ 208895 w 740699"/>
                <a:gd name="connsiteY85" fmla="*/ 191176 h 191096"/>
                <a:gd name="connsiteX86" fmla="*/ 262452 w 740699"/>
                <a:gd name="connsiteY86" fmla="*/ 180407 h 191096"/>
                <a:gd name="connsiteX87" fmla="*/ 269185 w 740699"/>
                <a:gd name="connsiteY87" fmla="*/ 169639 h 191096"/>
                <a:gd name="connsiteX88" fmla="*/ 269185 w 740699"/>
                <a:gd name="connsiteY88" fmla="*/ 71940 h 191096"/>
                <a:gd name="connsiteX89" fmla="*/ 262452 w 740699"/>
                <a:gd name="connsiteY89" fmla="*/ 61179 h 191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740699" h="191096">
                  <a:moveTo>
                    <a:pt x="689325" y="7347"/>
                  </a:moveTo>
                  <a:cubicBezTo>
                    <a:pt x="689325" y="8511"/>
                    <a:pt x="689026" y="9604"/>
                    <a:pt x="688790" y="10847"/>
                  </a:cubicBezTo>
                  <a:lnTo>
                    <a:pt x="686092" y="24840"/>
                  </a:lnTo>
                  <a:cubicBezTo>
                    <a:pt x="685558" y="28073"/>
                    <a:pt x="684213" y="29953"/>
                    <a:pt x="680980" y="29953"/>
                  </a:cubicBezTo>
                  <a:cubicBezTo>
                    <a:pt x="678974" y="29953"/>
                    <a:pt x="673177" y="28608"/>
                    <a:pt x="667797" y="28608"/>
                  </a:cubicBezTo>
                  <a:cubicBezTo>
                    <a:pt x="652993" y="28608"/>
                    <a:pt x="646528" y="36143"/>
                    <a:pt x="646528" y="50946"/>
                  </a:cubicBezTo>
                  <a:lnTo>
                    <a:pt x="646528" y="53911"/>
                  </a:lnTo>
                  <a:lnTo>
                    <a:pt x="680712" y="53911"/>
                  </a:lnTo>
                  <a:cubicBezTo>
                    <a:pt x="684213" y="53911"/>
                    <a:pt x="686092" y="56059"/>
                    <a:pt x="686092" y="59559"/>
                  </a:cubicBezTo>
                  <a:lnTo>
                    <a:pt x="686092" y="78130"/>
                  </a:lnTo>
                  <a:cubicBezTo>
                    <a:pt x="686092" y="81363"/>
                    <a:pt x="684213" y="83518"/>
                    <a:pt x="680712" y="83518"/>
                  </a:cubicBezTo>
                  <a:lnTo>
                    <a:pt x="646528" y="83518"/>
                  </a:lnTo>
                  <a:lnTo>
                    <a:pt x="646528" y="183097"/>
                  </a:lnTo>
                  <a:cubicBezTo>
                    <a:pt x="646528" y="186330"/>
                    <a:pt x="644380" y="188485"/>
                    <a:pt x="641148" y="188485"/>
                  </a:cubicBezTo>
                  <a:lnTo>
                    <a:pt x="617197" y="188485"/>
                  </a:lnTo>
                  <a:cubicBezTo>
                    <a:pt x="613964" y="188485"/>
                    <a:pt x="611809" y="186330"/>
                    <a:pt x="611809" y="183097"/>
                  </a:cubicBezTo>
                  <a:lnTo>
                    <a:pt x="611809" y="56602"/>
                  </a:lnTo>
                  <a:cubicBezTo>
                    <a:pt x="611809" y="17839"/>
                    <a:pt x="633612" y="79"/>
                    <a:pt x="666987" y="79"/>
                  </a:cubicBezTo>
                  <a:cubicBezTo>
                    <a:pt x="672729" y="79"/>
                    <a:pt x="678557" y="621"/>
                    <a:pt x="683945" y="1966"/>
                  </a:cubicBezTo>
                  <a:cubicBezTo>
                    <a:pt x="687713" y="2769"/>
                    <a:pt x="689325" y="4358"/>
                    <a:pt x="689325" y="7347"/>
                  </a:cubicBezTo>
                  <a:moveTo>
                    <a:pt x="741003" y="59292"/>
                  </a:moveTo>
                  <a:lnTo>
                    <a:pt x="741003" y="183097"/>
                  </a:lnTo>
                  <a:cubicBezTo>
                    <a:pt x="741003" y="186330"/>
                    <a:pt x="738848" y="188485"/>
                    <a:pt x="735615" y="188485"/>
                  </a:cubicBezTo>
                  <a:lnTo>
                    <a:pt x="711396" y="188485"/>
                  </a:lnTo>
                  <a:cubicBezTo>
                    <a:pt x="708164" y="188485"/>
                    <a:pt x="706008" y="186330"/>
                    <a:pt x="706008" y="183097"/>
                  </a:cubicBezTo>
                  <a:lnTo>
                    <a:pt x="706008" y="59292"/>
                  </a:lnTo>
                  <a:cubicBezTo>
                    <a:pt x="706008" y="56059"/>
                    <a:pt x="708164" y="53911"/>
                    <a:pt x="711396" y="53911"/>
                  </a:cubicBezTo>
                  <a:lnTo>
                    <a:pt x="735615" y="53911"/>
                  </a:lnTo>
                  <a:cubicBezTo>
                    <a:pt x="738848" y="53911"/>
                    <a:pt x="741003" y="56059"/>
                    <a:pt x="741003" y="59292"/>
                  </a:cubicBezTo>
                  <a:moveTo>
                    <a:pt x="518954" y="158879"/>
                  </a:moveTo>
                  <a:cubicBezTo>
                    <a:pt x="499038" y="158879"/>
                    <a:pt x="485847" y="145956"/>
                    <a:pt x="485847" y="121195"/>
                  </a:cubicBezTo>
                  <a:cubicBezTo>
                    <a:pt x="485847" y="96433"/>
                    <a:pt x="499038" y="83518"/>
                    <a:pt x="517074" y="83518"/>
                  </a:cubicBezTo>
                  <a:cubicBezTo>
                    <a:pt x="536990" y="83518"/>
                    <a:pt x="550173" y="96433"/>
                    <a:pt x="550173" y="121195"/>
                  </a:cubicBezTo>
                  <a:cubicBezTo>
                    <a:pt x="550173" y="145956"/>
                    <a:pt x="536990" y="158879"/>
                    <a:pt x="518954" y="158879"/>
                  </a:cubicBezTo>
                  <a:moveTo>
                    <a:pt x="517074" y="51221"/>
                  </a:moveTo>
                  <a:cubicBezTo>
                    <a:pt x="476699" y="51221"/>
                    <a:pt x="450317" y="80553"/>
                    <a:pt x="450317" y="121195"/>
                  </a:cubicBezTo>
                  <a:cubicBezTo>
                    <a:pt x="450317" y="161837"/>
                    <a:pt x="476699" y="191176"/>
                    <a:pt x="518954" y="191176"/>
                  </a:cubicBezTo>
                  <a:cubicBezTo>
                    <a:pt x="559328" y="191176"/>
                    <a:pt x="585702" y="161837"/>
                    <a:pt x="585702" y="121195"/>
                  </a:cubicBezTo>
                  <a:cubicBezTo>
                    <a:pt x="585702" y="80553"/>
                    <a:pt x="559328" y="51221"/>
                    <a:pt x="517074" y="51221"/>
                  </a:cubicBezTo>
                  <a:moveTo>
                    <a:pt x="424486" y="101813"/>
                  </a:moveTo>
                  <a:lnTo>
                    <a:pt x="424486" y="183097"/>
                  </a:lnTo>
                  <a:cubicBezTo>
                    <a:pt x="424486" y="186330"/>
                    <a:pt x="422331" y="188485"/>
                    <a:pt x="419098" y="188485"/>
                  </a:cubicBezTo>
                  <a:lnTo>
                    <a:pt x="394880" y="188485"/>
                  </a:lnTo>
                  <a:cubicBezTo>
                    <a:pt x="391647" y="188485"/>
                    <a:pt x="389492" y="186330"/>
                    <a:pt x="389492" y="183097"/>
                  </a:cubicBezTo>
                  <a:lnTo>
                    <a:pt x="389492" y="106391"/>
                  </a:lnTo>
                  <a:cubicBezTo>
                    <a:pt x="389492" y="90243"/>
                    <a:pt x="377921" y="83518"/>
                    <a:pt x="363385" y="83518"/>
                  </a:cubicBezTo>
                  <a:cubicBezTo>
                    <a:pt x="355040" y="83518"/>
                    <a:pt x="350470" y="84053"/>
                    <a:pt x="343469" y="85665"/>
                  </a:cubicBezTo>
                  <a:cubicBezTo>
                    <a:pt x="339159" y="86743"/>
                    <a:pt x="337012" y="88631"/>
                    <a:pt x="337012" y="92666"/>
                  </a:cubicBezTo>
                  <a:lnTo>
                    <a:pt x="337012" y="183097"/>
                  </a:lnTo>
                  <a:cubicBezTo>
                    <a:pt x="337012" y="186330"/>
                    <a:pt x="334856" y="188485"/>
                    <a:pt x="331624" y="188485"/>
                  </a:cubicBezTo>
                  <a:lnTo>
                    <a:pt x="307405" y="188485"/>
                  </a:lnTo>
                  <a:cubicBezTo>
                    <a:pt x="304172" y="188485"/>
                    <a:pt x="302017" y="186330"/>
                    <a:pt x="302017" y="183097"/>
                  </a:cubicBezTo>
                  <a:lnTo>
                    <a:pt x="302017" y="71672"/>
                  </a:lnTo>
                  <a:cubicBezTo>
                    <a:pt x="302017" y="65482"/>
                    <a:pt x="304982" y="62249"/>
                    <a:pt x="308750" y="60904"/>
                  </a:cubicBezTo>
                  <a:cubicBezTo>
                    <a:pt x="328399" y="53911"/>
                    <a:pt x="346970" y="51221"/>
                    <a:pt x="362850" y="51221"/>
                  </a:cubicBezTo>
                  <a:cubicBezTo>
                    <a:pt x="404295" y="51221"/>
                    <a:pt x="424486" y="68982"/>
                    <a:pt x="424486" y="101813"/>
                  </a:cubicBezTo>
                  <a:moveTo>
                    <a:pt x="122497" y="167759"/>
                  </a:moveTo>
                  <a:cubicBezTo>
                    <a:pt x="122497" y="172337"/>
                    <a:pt x="121963" y="178528"/>
                    <a:pt x="120342" y="183097"/>
                  </a:cubicBezTo>
                  <a:cubicBezTo>
                    <a:pt x="118997" y="187140"/>
                    <a:pt x="117385" y="188485"/>
                    <a:pt x="113350" y="188485"/>
                  </a:cubicBezTo>
                  <a:lnTo>
                    <a:pt x="89123" y="188485"/>
                  </a:lnTo>
                  <a:cubicBezTo>
                    <a:pt x="86433" y="188485"/>
                    <a:pt x="85088" y="186865"/>
                    <a:pt x="85088" y="184718"/>
                  </a:cubicBezTo>
                  <a:cubicBezTo>
                    <a:pt x="85088" y="184175"/>
                    <a:pt x="85088" y="183640"/>
                    <a:pt x="85356" y="183097"/>
                  </a:cubicBezTo>
                  <a:cubicBezTo>
                    <a:pt x="86433" y="179597"/>
                    <a:pt x="86968" y="177175"/>
                    <a:pt x="86968" y="173140"/>
                  </a:cubicBezTo>
                  <a:cubicBezTo>
                    <a:pt x="86968" y="133559"/>
                    <a:pt x="303" y="155646"/>
                    <a:pt x="303" y="98589"/>
                  </a:cubicBezTo>
                  <a:cubicBezTo>
                    <a:pt x="303" y="69517"/>
                    <a:pt x="23452" y="50144"/>
                    <a:pt x="59517" y="50144"/>
                  </a:cubicBezTo>
                  <a:cubicBezTo>
                    <a:pt x="78623" y="50144"/>
                    <a:pt x="98546" y="54714"/>
                    <a:pt x="115230" y="64404"/>
                  </a:cubicBezTo>
                  <a:cubicBezTo>
                    <a:pt x="117393" y="65490"/>
                    <a:pt x="118462" y="67637"/>
                    <a:pt x="118462" y="69792"/>
                  </a:cubicBezTo>
                  <a:cubicBezTo>
                    <a:pt x="118462" y="71137"/>
                    <a:pt x="118164" y="72710"/>
                    <a:pt x="117385" y="74362"/>
                  </a:cubicBezTo>
                  <a:lnTo>
                    <a:pt x="109039" y="92131"/>
                  </a:lnTo>
                  <a:cubicBezTo>
                    <a:pt x="107962" y="94553"/>
                    <a:pt x="105539" y="95899"/>
                    <a:pt x="103116" y="95899"/>
                  </a:cubicBezTo>
                  <a:cubicBezTo>
                    <a:pt x="101771" y="95899"/>
                    <a:pt x="100426" y="95623"/>
                    <a:pt x="99081" y="94821"/>
                  </a:cubicBezTo>
                  <a:cubicBezTo>
                    <a:pt x="85356" y="87286"/>
                    <a:pt x="72165" y="82708"/>
                    <a:pt x="58439" y="82708"/>
                  </a:cubicBezTo>
                  <a:cubicBezTo>
                    <a:pt x="44179" y="82708"/>
                    <a:pt x="35833" y="87923"/>
                    <a:pt x="35833" y="96166"/>
                  </a:cubicBezTo>
                  <a:cubicBezTo>
                    <a:pt x="35833" y="121368"/>
                    <a:pt x="122497" y="106659"/>
                    <a:pt x="122497" y="167759"/>
                  </a:cubicBezTo>
                  <a:moveTo>
                    <a:pt x="234191" y="149189"/>
                  </a:moveTo>
                  <a:cubicBezTo>
                    <a:pt x="234191" y="153224"/>
                    <a:pt x="232043" y="155111"/>
                    <a:pt x="227466" y="156456"/>
                  </a:cubicBezTo>
                  <a:cubicBezTo>
                    <a:pt x="221543" y="158069"/>
                    <a:pt x="216430" y="158879"/>
                    <a:pt x="209162" y="158879"/>
                  </a:cubicBezTo>
                  <a:cubicBezTo>
                    <a:pt x="191936" y="158879"/>
                    <a:pt x="175788" y="148646"/>
                    <a:pt x="175788" y="121195"/>
                  </a:cubicBezTo>
                  <a:cubicBezTo>
                    <a:pt x="175788" y="93743"/>
                    <a:pt x="191936" y="83518"/>
                    <a:pt x="209162" y="83518"/>
                  </a:cubicBezTo>
                  <a:cubicBezTo>
                    <a:pt x="216430" y="83518"/>
                    <a:pt x="221543" y="84320"/>
                    <a:pt x="227466" y="85941"/>
                  </a:cubicBezTo>
                  <a:cubicBezTo>
                    <a:pt x="232043" y="87286"/>
                    <a:pt x="234191" y="89165"/>
                    <a:pt x="234191" y="93201"/>
                  </a:cubicBezTo>
                  <a:lnTo>
                    <a:pt x="234191" y="149189"/>
                  </a:lnTo>
                  <a:close/>
                  <a:moveTo>
                    <a:pt x="262452" y="61179"/>
                  </a:moveTo>
                  <a:cubicBezTo>
                    <a:pt x="244692" y="54446"/>
                    <a:pt x="228000" y="51221"/>
                    <a:pt x="209430" y="51221"/>
                  </a:cubicBezTo>
                  <a:cubicBezTo>
                    <a:pt x="168795" y="51221"/>
                    <a:pt x="140258" y="78405"/>
                    <a:pt x="140258" y="121195"/>
                  </a:cubicBezTo>
                  <a:cubicBezTo>
                    <a:pt x="140258" y="164527"/>
                    <a:pt x="165020" y="191176"/>
                    <a:pt x="208895" y="191176"/>
                  </a:cubicBezTo>
                  <a:cubicBezTo>
                    <a:pt x="226655" y="191176"/>
                    <a:pt x="243881" y="188210"/>
                    <a:pt x="262452" y="180407"/>
                  </a:cubicBezTo>
                  <a:cubicBezTo>
                    <a:pt x="266763" y="178528"/>
                    <a:pt x="269185" y="175562"/>
                    <a:pt x="269185" y="169639"/>
                  </a:cubicBezTo>
                  <a:lnTo>
                    <a:pt x="269185" y="71940"/>
                  </a:lnTo>
                  <a:cubicBezTo>
                    <a:pt x="269185" y="65749"/>
                    <a:pt x="266763" y="62792"/>
                    <a:pt x="262452" y="61179"/>
                  </a:cubicBezTo>
                </a:path>
              </a:pathLst>
            </a:custGeom>
            <a:solidFill>
              <a:schemeClr val="tx1"/>
            </a:solidFill>
            <a:ln w="7833" cap="flat">
              <a:noFill/>
              <a:prstDash val="solid"/>
              <a:round/>
            </a:ln>
          </p:spPr>
          <p:txBody>
            <a:bodyPr rtlCol="0" anchor="ctr"/>
            <a:lstStyle/>
            <a:p>
              <a:endParaRPr lang="fr-FR" sz="2400"/>
            </a:p>
          </p:txBody>
        </p:sp>
        <p:sp>
          <p:nvSpPr>
            <p:cNvPr id="28" name="Forme libre : forme 10">
              <a:extLst>
                <a:ext uri="{FF2B5EF4-FFF2-40B4-BE49-F238E27FC236}">
                  <a16:creationId xmlns:a16="http://schemas.microsoft.com/office/drawing/2014/main" id="{332EEDE0-E68F-49D3-A74F-33347ECF61BC}"/>
                </a:ext>
              </a:extLst>
            </p:cNvPr>
            <p:cNvSpPr/>
            <p:nvPr/>
          </p:nvSpPr>
          <p:spPr>
            <a:xfrm rot="-73896" flipV="1">
              <a:off x="5474877" y="-471733"/>
              <a:ext cx="37949" cy="37711"/>
            </a:xfrm>
            <a:custGeom>
              <a:avLst/>
              <a:gdLst>
                <a:gd name="connsiteX0" fmla="*/ 19483 w 37949"/>
                <a:gd name="connsiteY0" fmla="*/ 17 h 37711"/>
                <a:gd name="connsiteX1" fmla="*/ 38456 w 37949"/>
                <a:gd name="connsiteY1" fmla="*/ 18454 h 37711"/>
                <a:gd name="connsiteX2" fmla="*/ 19491 w 37949"/>
                <a:gd name="connsiteY2" fmla="*/ 37717 h 37711"/>
                <a:gd name="connsiteX3" fmla="*/ 519 w 37949"/>
                <a:gd name="connsiteY3" fmla="*/ 19272 h 37711"/>
                <a:gd name="connsiteX4" fmla="*/ 19483 w 37949"/>
                <a:gd name="connsiteY4" fmla="*/ 17 h 37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949" h="37711">
                  <a:moveTo>
                    <a:pt x="19483" y="17"/>
                  </a:moveTo>
                  <a:cubicBezTo>
                    <a:pt x="30519" y="-219"/>
                    <a:pt x="38212" y="6883"/>
                    <a:pt x="38456" y="18454"/>
                  </a:cubicBezTo>
                  <a:cubicBezTo>
                    <a:pt x="38715" y="30300"/>
                    <a:pt x="31329" y="37457"/>
                    <a:pt x="19491" y="37717"/>
                  </a:cubicBezTo>
                  <a:cubicBezTo>
                    <a:pt x="8188" y="37953"/>
                    <a:pt x="771" y="31118"/>
                    <a:pt x="519" y="19272"/>
                  </a:cubicBezTo>
                  <a:cubicBezTo>
                    <a:pt x="267" y="7701"/>
                    <a:pt x="7378" y="284"/>
                    <a:pt x="19483" y="17"/>
                  </a:cubicBezTo>
                </a:path>
              </a:pathLst>
            </a:custGeom>
            <a:solidFill>
              <a:schemeClr val="accent2"/>
            </a:solidFill>
            <a:ln w="7833" cap="flat">
              <a:noFill/>
              <a:prstDash val="solid"/>
              <a:round/>
            </a:ln>
          </p:spPr>
          <p:txBody>
            <a:bodyPr rtlCol="0" anchor="ctr"/>
            <a:lstStyle/>
            <a:p>
              <a:endParaRPr lang="fr-FR" sz="2400">
                <a:solidFill>
                  <a:schemeClr val="accent2"/>
                </a:solidFill>
              </a:endParaRPr>
            </a:p>
          </p:txBody>
        </p:sp>
        <p:sp>
          <p:nvSpPr>
            <p:cNvPr id="29" name="Forme libre : forme 11">
              <a:extLst>
                <a:ext uri="{FF2B5EF4-FFF2-40B4-BE49-F238E27FC236}">
                  <a16:creationId xmlns:a16="http://schemas.microsoft.com/office/drawing/2014/main" id="{3EA6B076-5413-42E1-95D1-72C23C1D4D5B}"/>
                </a:ext>
              </a:extLst>
            </p:cNvPr>
            <p:cNvSpPr/>
            <p:nvPr userDrawn="1"/>
          </p:nvSpPr>
          <p:spPr>
            <a:xfrm rot="10725025" flipV="1">
              <a:off x="4768103" y="-317778"/>
              <a:ext cx="37406" cy="37169"/>
            </a:xfrm>
            <a:custGeom>
              <a:avLst/>
              <a:gdLst>
                <a:gd name="connsiteX0" fmla="*/ 18717 w 37406"/>
                <a:gd name="connsiteY0" fmla="*/ 130 h 37169"/>
                <a:gd name="connsiteX1" fmla="*/ 37414 w 37406"/>
                <a:gd name="connsiteY1" fmla="*/ 18300 h 37169"/>
                <a:gd name="connsiteX2" fmla="*/ 18717 w 37406"/>
                <a:gd name="connsiteY2" fmla="*/ 37288 h 37169"/>
                <a:gd name="connsiteX3" fmla="*/ 20 w 37406"/>
                <a:gd name="connsiteY3" fmla="*/ 19118 h 37169"/>
                <a:gd name="connsiteX4" fmla="*/ 18717 w 37406"/>
                <a:gd name="connsiteY4" fmla="*/ 130 h 371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406" h="37169">
                  <a:moveTo>
                    <a:pt x="18717" y="130"/>
                  </a:moveTo>
                  <a:cubicBezTo>
                    <a:pt x="29745" y="-106"/>
                    <a:pt x="37162" y="6729"/>
                    <a:pt x="37414" y="18300"/>
                  </a:cubicBezTo>
                  <a:cubicBezTo>
                    <a:pt x="37665" y="29603"/>
                    <a:pt x="30555" y="37028"/>
                    <a:pt x="18717" y="37288"/>
                  </a:cubicBezTo>
                  <a:cubicBezTo>
                    <a:pt x="7681" y="37524"/>
                    <a:pt x="264" y="30421"/>
                    <a:pt x="20" y="19118"/>
                  </a:cubicBezTo>
                  <a:cubicBezTo>
                    <a:pt x="-240" y="7547"/>
                    <a:pt x="6871" y="390"/>
                    <a:pt x="18717" y="130"/>
                  </a:cubicBezTo>
                </a:path>
              </a:pathLst>
            </a:custGeom>
            <a:solidFill>
              <a:schemeClr val="accent2"/>
            </a:solidFill>
            <a:ln w="7833" cap="flat">
              <a:noFill/>
              <a:prstDash val="solid"/>
              <a:round/>
            </a:ln>
          </p:spPr>
          <p:txBody>
            <a:bodyPr rtlCol="0" anchor="ctr"/>
            <a:lstStyle/>
            <a:p>
              <a:endParaRPr lang="fr-FR" sz="2400"/>
            </a:p>
          </p:txBody>
        </p:sp>
      </p:grpSp>
    </p:spTree>
    <p:extLst>
      <p:ext uri="{BB962C8B-B14F-4D97-AF65-F5344CB8AC3E}">
        <p14:creationId xmlns:p14="http://schemas.microsoft.com/office/powerpoint/2010/main" val="638875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Text next to Image">
    <p:spTree>
      <p:nvGrpSpPr>
        <p:cNvPr id="1" name=""/>
        <p:cNvGrpSpPr/>
        <p:nvPr/>
      </p:nvGrpSpPr>
      <p:grpSpPr>
        <a:xfrm>
          <a:off x="0" y="0"/>
          <a:ext cx="0" cy="0"/>
          <a:chOff x="0" y="0"/>
          <a:chExt cx="0" cy="0"/>
        </a:xfrm>
      </p:grpSpPr>
      <p:sp>
        <p:nvSpPr>
          <p:cNvPr id="20" name="Picture Placeholder 19">
            <a:extLst>
              <a:ext uri="{FF2B5EF4-FFF2-40B4-BE49-F238E27FC236}">
                <a16:creationId xmlns:a16="http://schemas.microsoft.com/office/drawing/2014/main" id="{5C5F3432-6FAD-4E94-8F10-E3A9F64580C5}"/>
              </a:ext>
            </a:extLst>
          </p:cNvPr>
          <p:cNvSpPr>
            <a:spLocks noGrp="1"/>
          </p:cNvSpPr>
          <p:nvPr>
            <p:ph type="pic" sz="quarter" idx="17"/>
          </p:nvPr>
        </p:nvSpPr>
        <p:spPr>
          <a:xfrm>
            <a:off x="0" y="0"/>
            <a:ext cx="6096000" cy="6858000"/>
          </a:xfrm>
          <a:custGeom>
            <a:avLst/>
            <a:gdLst>
              <a:gd name="connsiteX0" fmla="*/ 351364 w 4572000"/>
              <a:gd name="connsiteY0" fmla="*/ 4913481 h 5143500"/>
              <a:gd name="connsiteX1" fmla="*/ 331614 w 4572000"/>
              <a:gd name="connsiteY1" fmla="*/ 4933530 h 5143500"/>
              <a:gd name="connsiteX2" fmla="*/ 352238 w 4572000"/>
              <a:gd name="connsiteY2" fmla="*/ 4953582 h 5143500"/>
              <a:gd name="connsiteX3" fmla="*/ 371988 w 4572000"/>
              <a:gd name="connsiteY3" fmla="*/ 4933533 h 5143500"/>
              <a:gd name="connsiteX4" fmla="*/ 351364 w 4572000"/>
              <a:gd name="connsiteY4" fmla="*/ 4913481 h 5143500"/>
              <a:gd name="connsiteX5" fmla="*/ 892594 w 4572000"/>
              <a:gd name="connsiteY5" fmla="*/ 4837587 h 5143500"/>
              <a:gd name="connsiteX6" fmla="*/ 917847 w 4572000"/>
              <a:gd name="connsiteY6" fmla="*/ 4847631 h 5143500"/>
              <a:gd name="connsiteX7" fmla="*/ 927649 w 4572000"/>
              <a:gd name="connsiteY7" fmla="*/ 4877990 h 5143500"/>
              <a:gd name="connsiteX8" fmla="*/ 918101 w 4572000"/>
              <a:gd name="connsiteY8" fmla="*/ 4908353 h 5143500"/>
              <a:gd name="connsiteX9" fmla="*/ 894867 w 4572000"/>
              <a:gd name="connsiteY9" fmla="*/ 4918277 h 5143500"/>
              <a:gd name="connsiteX10" fmla="*/ 868934 w 4572000"/>
              <a:gd name="connsiteY10" fmla="*/ 4908080 h 5143500"/>
              <a:gd name="connsiteX11" fmla="*/ 859063 w 4572000"/>
              <a:gd name="connsiteY11" fmla="*/ 4877877 h 5143500"/>
              <a:gd name="connsiteX12" fmla="*/ 868679 w 4572000"/>
              <a:gd name="connsiteY12" fmla="*/ 4847677 h 5143500"/>
              <a:gd name="connsiteX13" fmla="*/ 559058 w 4572000"/>
              <a:gd name="connsiteY13" fmla="*/ 4837499 h 5143500"/>
              <a:gd name="connsiteX14" fmla="*/ 578337 w 4572000"/>
              <a:gd name="connsiteY14" fmla="*/ 4840021 h 5143500"/>
              <a:gd name="connsiteX15" fmla="*/ 585644 w 4572000"/>
              <a:gd name="connsiteY15" fmla="*/ 4847817 h 5143500"/>
              <a:gd name="connsiteX16" fmla="*/ 585644 w 4572000"/>
              <a:gd name="connsiteY16" fmla="*/ 4907937 h 5143500"/>
              <a:gd name="connsiteX17" fmla="*/ 578337 w 4572000"/>
              <a:gd name="connsiteY17" fmla="*/ 4915741 h 5143500"/>
              <a:gd name="connsiteX18" fmla="*/ 558606 w 4572000"/>
              <a:gd name="connsiteY18" fmla="*/ 4918322 h 5143500"/>
              <a:gd name="connsiteX19" fmla="*/ 534560 w 4572000"/>
              <a:gd name="connsiteY19" fmla="*/ 4909442 h 5143500"/>
              <a:gd name="connsiteX20" fmla="*/ 523520 w 4572000"/>
              <a:gd name="connsiteY20" fmla="*/ 4877990 h 5143500"/>
              <a:gd name="connsiteX21" fmla="*/ 534560 w 4572000"/>
              <a:gd name="connsiteY21" fmla="*/ 4846542 h 5143500"/>
              <a:gd name="connsiteX22" fmla="*/ 1101681 w 4572000"/>
              <a:gd name="connsiteY22" fmla="*/ 4805359 h 5143500"/>
              <a:gd name="connsiteX23" fmla="*/ 1095865 w 4572000"/>
              <a:gd name="connsiteY23" fmla="*/ 4811167 h 5143500"/>
              <a:gd name="connsiteX24" fmla="*/ 1095865 w 4572000"/>
              <a:gd name="connsiteY24" fmla="*/ 4944812 h 5143500"/>
              <a:gd name="connsiteX25" fmla="*/ 1101681 w 4572000"/>
              <a:gd name="connsiteY25" fmla="*/ 4950628 h 5143500"/>
              <a:gd name="connsiteX26" fmla="*/ 1127824 w 4572000"/>
              <a:gd name="connsiteY26" fmla="*/ 4950628 h 5143500"/>
              <a:gd name="connsiteX27" fmla="*/ 1128318 w 4572000"/>
              <a:gd name="connsiteY27" fmla="*/ 4950134 h 5143500"/>
              <a:gd name="connsiteX28" fmla="*/ 1130432 w 4572000"/>
              <a:gd name="connsiteY28" fmla="*/ 4950134 h 5143500"/>
              <a:gd name="connsiteX29" fmla="*/ 1136286 w 4572000"/>
              <a:gd name="connsiteY29" fmla="*/ 4944348 h 5143500"/>
              <a:gd name="connsiteX30" fmla="*/ 1136286 w 4572000"/>
              <a:gd name="connsiteY30" fmla="*/ 4811405 h 5143500"/>
              <a:gd name="connsiteX31" fmla="*/ 1130432 w 4572000"/>
              <a:gd name="connsiteY31" fmla="*/ 4805627 h 5143500"/>
              <a:gd name="connsiteX32" fmla="*/ 1128093 w 4572000"/>
              <a:gd name="connsiteY32" fmla="*/ 4805627 h 5143500"/>
              <a:gd name="connsiteX33" fmla="*/ 1127824 w 4572000"/>
              <a:gd name="connsiteY33" fmla="*/ 4805359 h 5143500"/>
              <a:gd name="connsiteX34" fmla="*/ 891921 w 4572000"/>
              <a:gd name="connsiteY34" fmla="*/ 4802455 h 5143500"/>
              <a:gd name="connsiteX35" fmla="*/ 819860 w 4572000"/>
              <a:gd name="connsiteY35" fmla="*/ 4877990 h 5143500"/>
              <a:gd name="connsiteX36" fmla="*/ 893950 w 4572000"/>
              <a:gd name="connsiteY36" fmla="*/ 4953533 h 5143500"/>
              <a:gd name="connsiteX37" fmla="*/ 923594 w 4572000"/>
              <a:gd name="connsiteY37" fmla="*/ 4947899 h 5143500"/>
              <a:gd name="connsiteX38" fmla="*/ 924072 w 4572000"/>
              <a:gd name="connsiteY38" fmla="*/ 4947569 h 5143500"/>
              <a:gd name="connsiteX39" fmla="*/ 924870 w 4572000"/>
              <a:gd name="connsiteY39" fmla="*/ 4947419 h 5143500"/>
              <a:gd name="connsiteX40" fmla="*/ 967554 w 4572000"/>
              <a:gd name="connsiteY40" fmla="*/ 4877877 h 5143500"/>
              <a:gd name="connsiteX41" fmla="*/ 924009 w 4572000"/>
              <a:gd name="connsiteY41" fmla="*/ 4808342 h 5143500"/>
              <a:gd name="connsiteX42" fmla="*/ 922788 w 4572000"/>
              <a:gd name="connsiteY42" fmla="*/ 4808122 h 5143500"/>
              <a:gd name="connsiteX43" fmla="*/ 922738 w 4572000"/>
              <a:gd name="connsiteY43" fmla="*/ 4808088 h 5143500"/>
              <a:gd name="connsiteX44" fmla="*/ 891921 w 4572000"/>
              <a:gd name="connsiteY44" fmla="*/ 4802455 h 5143500"/>
              <a:gd name="connsiteX45" fmla="*/ 725444 w 4572000"/>
              <a:gd name="connsiteY45" fmla="*/ 4802455 h 5143500"/>
              <a:gd name="connsiteX46" fmla="*/ 667046 w 4572000"/>
              <a:gd name="connsiteY46" fmla="*/ 4812907 h 5143500"/>
              <a:gd name="connsiteX47" fmla="*/ 666934 w 4572000"/>
              <a:gd name="connsiteY47" fmla="*/ 4813086 h 5143500"/>
              <a:gd name="connsiteX48" fmla="*/ 666651 w 4572000"/>
              <a:gd name="connsiteY48" fmla="*/ 4813136 h 5143500"/>
              <a:gd name="connsiteX49" fmla="*/ 659335 w 4572000"/>
              <a:gd name="connsiteY49" fmla="*/ 4824699 h 5143500"/>
              <a:gd name="connsiteX50" fmla="*/ 659335 w 4572000"/>
              <a:gd name="connsiteY50" fmla="*/ 4944348 h 5143500"/>
              <a:gd name="connsiteX51" fmla="*/ 659778 w 4572000"/>
              <a:gd name="connsiteY51" fmla="*/ 4944785 h 5143500"/>
              <a:gd name="connsiteX52" fmla="*/ 659778 w 4572000"/>
              <a:gd name="connsiteY52" fmla="*/ 4944812 h 5143500"/>
              <a:gd name="connsiteX53" fmla="*/ 665594 w 4572000"/>
              <a:gd name="connsiteY53" fmla="*/ 4950628 h 5143500"/>
              <a:gd name="connsiteX54" fmla="*/ 691737 w 4572000"/>
              <a:gd name="connsiteY54" fmla="*/ 4950628 h 5143500"/>
              <a:gd name="connsiteX55" fmla="*/ 697553 w 4572000"/>
              <a:gd name="connsiteY55" fmla="*/ 4944812 h 5143500"/>
              <a:gd name="connsiteX56" fmla="*/ 697553 w 4572000"/>
              <a:gd name="connsiteY56" fmla="*/ 4847194 h 5143500"/>
              <a:gd name="connsiteX57" fmla="*/ 704449 w 4572000"/>
              <a:gd name="connsiteY57" fmla="*/ 4839717 h 5143500"/>
              <a:gd name="connsiteX58" fmla="*/ 726010 w 4572000"/>
              <a:gd name="connsiteY58" fmla="*/ 4837419 h 5143500"/>
              <a:gd name="connsiteX59" fmla="*/ 746014 w 4572000"/>
              <a:gd name="connsiteY59" fmla="*/ 4843168 h 5143500"/>
              <a:gd name="connsiteX60" fmla="*/ 754203 w 4572000"/>
              <a:gd name="connsiteY60" fmla="*/ 4862009 h 5143500"/>
              <a:gd name="connsiteX61" fmla="*/ 754203 w 4572000"/>
              <a:gd name="connsiteY61" fmla="*/ 4944812 h 5143500"/>
              <a:gd name="connsiteX62" fmla="*/ 760019 w 4572000"/>
              <a:gd name="connsiteY62" fmla="*/ 4950628 h 5143500"/>
              <a:gd name="connsiteX63" fmla="*/ 786161 w 4572000"/>
              <a:gd name="connsiteY63" fmla="*/ 4950628 h 5143500"/>
              <a:gd name="connsiteX64" fmla="*/ 791977 w 4572000"/>
              <a:gd name="connsiteY64" fmla="*/ 4944812 h 5143500"/>
              <a:gd name="connsiteX65" fmla="*/ 791977 w 4572000"/>
              <a:gd name="connsiteY65" fmla="*/ 4944762 h 5143500"/>
              <a:gd name="connsiteX66" fmla="*/ 792396 w 4572000"/>
              <a:gd name="connsiteY66" fmla="*/ 4944348 h 5143500"/>
              <a:gd name="connsiteX67" fmla="*/ 792396 w 4572000"/>
              <a:gd name="connsiteY67" fmla="*/ 4857065 h 5143500"/>
              <a:gd name="connsiteX68" fmla="*/ 775798 w 4572000"/>
              <a:gd name="connsiteY68" fmla="*/ 4816682 h 5143500"/>
              <a:gd name="connsiteX69" fmla="*/ 775550 w 4572000"/>
              <a:gd name="connsiteY69" fmla="*/ 4816558 h 5143500"/>
              <a:gd name="connsiteX70" fmla="*/ 775487 w 4572000"/>
              <a:gd name="connsiteY70" fmla="*/ 4816471 h 5143500"/>
              <a:gd name="connsiteX71" fmla="*/ 725444 w 4572000"/>
              <a:gd name="connsiteY71" fmla="*/ 4802455 h 5143500"/>
              <a:gd name="connsiteX72" fmla="*/ 559835 w 4572000"/>
              <a:gd name="connsiteY72" fmla="*/ 4802455 h 5143500"/>
              <a:gd name="connsiteX73" fmla="*/ 529663 w 4572000"/>
              <a:gd name="connsiteY73" fmla="*/ 4807762 h 5143500"/>
              <a:gd name="connsiteX74" fmla="*/ 529596 w 4572000"/>
              <a:gd name="connsiteY74" fmla="*/ 4807805 h 5143500"/>
              <a:gd name="connsiteX75" fmla="*/ 528373 w 4572000"/>
              <a:gd name="connsiteY75" fmla="*/ 4808018 h 5143500"/>
              <a:gd name="connsiteX76" fmla="*/ 483587 w 4572000"/>
              <a:gd name="connsiteY76" fmla="*/ 4877877 h 5143500"/>
              <a:gd name="connsiteX77" fmla="*/ 526397 w 4572000"/>
              <a:gd name="connsiteY77" fmla="*/ 4947825 h 5143500"/>
              <a:gd name="connsiteX78" fmla="*/ 527143 w 4572000"/>
              <a:gd name="connsiteY78" fmla="*/ 4947947 h 5143500"/>
              <a:gd name="connsiteX79" fmla="*/ 527701 w 4572000"/>
              <a:gd name="connsiteY79" fmla="*/ 4948307 h 5143500"/>
              <a:gd name="connsiteX80" fmla="*/ 559257 w 4572000"/>
              <a:gd name="connsiteY80" fmla="*/ 4953533 h 5143500"/>
              <a:gd name="connsiteX81" fmla="*/ 617069 w 4572000"/>
              <a:gd name="connsiteY81" fmla="*/ 4941908 h 5143500"/>
              <a:gd name="connsiteX82" fmla="*/ 624338 w 4572000"/>
              <a:gd name="connsiteY82" fmla="*/ 4930284 h 5143500"/>
              <a:gd name="connsiteX83" fmla="*/ 624338 w 4572000"/>
              <a:gd name="connsiteY83" fmla="*/ 4824821 h 5143500"/>
              <a:gd name="connsiteX84" fmla="*/ 617069 w 4572000"/>
              <a:gd name="connsiteY84" fmla="*/ 4813204 h 5143500"/>
              <a:gd name="connsiteX85" fmla="*/ 559835 w 4572000"/>
              <a:gd name="connsiteY85" fmla="*/ 4802455 h 5143500"/>
              <a:gd name="connsiteX86" fmla="*/ 398012 w 4572000"/>
              <a:gd name="connsiteY86" fmla="*/ 4801292 h 5143500"/>
              <a:gd name="connsiteX87" fmla="*/ 396528 w 4572000"/>
              <a:gd name="connsiteY87" fmla="*/ 4801750 h 5143500"/>
              <a:gd name="connsiteX88" fmla="*/ 395863 w 4572000"/>
              <a:gd name="connsiteY88" fmla="*/ 4801582 h 5143500"/>
              <a:gd name="connsiteX89" fmla="*/ 331528 w 4572000"/>
              <a:gd name="connsiteY89" fmla="*/ 4853603 h 5143500"/>
              <a:gd name="connsiteX90" fmla="*/ 425688 w 4572000"/>
              <a:gd name="connsiteY90" fmla="*/ 4933656 h 5143500"/>
              <a:gd name="connsiteX91" fmla="*/ 423937 w 4572000"/>
              <a:gd name="connsiteY91" fmla="*/ 4944348 h 5143500"/>
              <a:gd name="connsiteX92" fmla="*/ 423646 w 4572000"/>
              <a:gd name="connsiteY92" fmla="*/ 4946089 h 5143500"/>
              <a:gd name="connsiteX93" fmla="*/ 428030 w 4572000"/>
              <a:gd name="connsiteY93" fmla="*/ 4950134 h 5143500"/>
              <a:gd name="connsiteX94" fmla="*/ 429441 w 4572000"/>
              <a:gd name="connsiteY94" fmla="*/ 4950134 h 5143500"/>
              <a:gd name="connsiteX95" fmla="*/ 429970 w 4572000"/>
              <a:gd name="connsiteY95" fmla="*/ 4950628 h 5143500"/>
              <a:gd name="connsiteX96" fmla="*/ 456122 w 4572000"/>
              <a:gd name="connsiteY96" fmla="*/ 4950628 h 5143500"/>
              <a:gd name="connsiteX97" fmla="*/ 463669 w 4572000"/>
              <a:gd name="connsiteY97" fmla="*/ 4944812 h 5143500"/>
              <a:gd name="connsiteX98" fmla="*/ 465995 w 4572000"/>
              <a:gd name="connsiteY98" fmla="*/ 4928255 h 5143500"/>
              <a:gd name="connsiteX99" fmla="*/ 372446 w 4572000"/>
              <a:gd name="connsiteY99" fmla="*/ 4850972 h 5143500"/>
              <a:gd name="connsiteX100" fmla="*/ 378875 w 4572000"/>
              <a:gd name="connsiteY100" fmla="*/ 4840371 h 5143500"/>
              <a:gd name="connsiteX101" fmla="*/ 395405 w 4572000"/>
              <a:gd name="connsiteY101" fmla="*/ 4836760 h 5143500"/>
              <a:gd name="connsiteX102" fmla="*/ 438849 w 4572000"/>
              <a:gd name="connsiteY102" fmla="*/ 4849557 h 5143500"/>
              <a:gd name="connsiteX103" fmla="*/ 443233 w 4572000"/>
              <a:gd name="connsiteY103" fmla="*/ 4850714 h 5143500"/>
              <a:gd name="connsiteX104" fmla="*/ 443816 w 4572000"/>
              <a:gd name="connsiteY104" fmla="*/ 4850348 h 5143500"/>
              <a:gd name="connsiteX105" fmla="*/ 445075 w 4572000"/>
              <a:gd name="connsiteY105" fmla="*/ 4850684 h 5143500"/>
              <a:gd name="connsiteX106" fmla="*/ 451468 w 4572000"/>
              <a:gd name="connsiteY106" fmla="*/ 4846616 h 5143500"/>
              <a:gd name="connsiteX107" fmla="*/ 460477 w 4572000"/>
              <a:gd name="connsiteY107" fmla="*/ 4827435 h 5143500"/>
              <a:gd name="connsiteX108" fmla="*/ 461640 w 4572000"/>
              <a:gd name="connsiteY108" fmla="*/ 4822502 h 5143500"/>
              <a:gd name="connsiteX109" fmla="*/ 458151 w 4572000"/>
              <a:gd name="connsiteY109" fmla="*/ 4816686 h 5143500"/>
              <a:gd name="connsiteX110" fmla="*/ 398012 w 4572000"/>
              <a:gd name="connsiteY110" fmla="*/ 4801292 h 5143500"/>
              <a:gd name="connsiteX111" fmla="*/ 1053744 w 4572000"/>
              <a:gd name="connsiteY111" fmla="*/ 4747249 h 5143500"/>
              <a:gd name="connsiteX112" fmla="*/ 994182 w 4572000"/>
              <a:gd name="connsiteY112" fmla="*/ 4808264 h 5143500"/>
              <a:gd name="connsiteX113" fmla="*/ 994182 w 4572000"/>
              <a:gd name="connsiteY113" fmla="*/ 4944812 h 5143500"/>
              <a:gd name="connsiteX114" fmla="*/ 999998 w 4572000"/>
              <a:gd name="connsiteY114" fmla="*/ 4950628 h 5143500"/>
              <a:gd name="connsiteX115" fmla="*/ 1025852 w 4572000"/>
              <a:gd name="connsiteY115" fmla="*/ 4950628 h 5143500"/>
              <a:gd name="connsiteX116" fmla="*/ 1026345 w 4572000"/>
              <a:gd name="connsiteY116" fmla="*/ 4950134 h 5143500"/>
              <a:gd name="connsiteX117" fmla="*/ 1027795 w 4572000"/>
              <a:gd name="connsiteY117" fmla="*/ 4950134 h 5143500"/>
              <a:gd name="connsiteX118" fmla="*/ 1033640 w 4572000"/>
              <a:gd name="connsiteY118" fmla="*/ 4944348 h 5143500"/>
              <a:gd name="connsiteX119" fmla="*/ 1033640 w 4572000"/>
              <a:gd name="connsiteY119" fmla="*/ 4837419 h 5143500"/>
              <a:gd name="connsiteX120" fmla="*/ 1070781 w 4572000"/>
              <a:gd name="connsiteY120" fmla="*/ 4837419 h 5143500"/>
              <a:gd name="connsiteX121" fmla="*/ 1076626 w 4572000"/>
              <a:gd name="connsiteY121" fmla="*/ 4831634 h 5143500"/>
              <a:gd name="connsiteX122" fmla="*/ 1076626 w 4572000"/>
              <a:gd name="connsiteY122" fmla="*/ 4811692 h 5143500"/>
              <a:gd name="connsiteX123" fmla="*/ 1070781 w 4572000"/>
              <a:gd name="connsiteY123" fmla="*/ 4805627 h 5143500"/>
              <a:gd name="connsiteX124" fmla="*/ 1068815 w 4572000"/>
              <a:gd name="connsiteY124" fmla="*/ 4805627 h 5143500"/>
              <a:gd name="connsiteX125" fmla="*/ 1068560 w 4572000"/>
              <a:gd name="connsiteY125" fmla="*/ 4805359 h 5143500"/>
              <a:gd name="connsiteX126" fmla="*/ 1033640 w 4572000"/>
              <a:gd name="connsiteY126" fmla="*/ 4805359 h 5143500"/>
              <a:gd name="connsiteX127" fmla="*/ 1033640 w 4572000"/>
              <a:gd name="connsiteY127" fmla="*/ 4802443 h 5143500"/>
              <a:gd name="connsiteX128" fmla="*/ 1056749 w 4572000"/>
              <a:gd name="connsiteY128" fmla="*/ 4778457 h 5143500"/>
              <a:gd name="connsiteX129" fmla="*/ 1071072 w 4572000"/>
              <a:gd name="connsiteY129" fmla="*/ 4779901 h 5143500"/>
              <a:gd name="connsiteX130" fmla="*/ 1076626 w 4572000"/>
              <a:gd name="connsiteY130" fmla="*/ 4774411 h 5143500"/>
              <a:gd name="connsiteX131" fmla="*/ 1079557 w 4572000"/>
              <a:gd name="connsiteY131" fmla="*/ 4759385 h 5143500"/>
              <a:gd name="connsiteX132" fmla="*/ 1080138 w 4572000"/>
              <a:gd name="connsiteY132" fmla="*/ 4755627 h 5143500"/>
              <a:gd name="connsiteX133" fmla="*/ 1074293 w 4572000"/>
              <a:gd name="connsiteY133" fmla="*/ 4749848 h 5143500"/>
              <a:gd name="connsiteX134" fmla="*/ 1072405 w 4572000"/>
              <a:gd name="connsiteY134" fmla="*/ 4749641 h 5143500"/>
              <a:gd name="connsiteX135" fmla="*/ 1072049 w 4572000"/>
              <a:gd name="connsiteY135" fmla="*/ 4749285 h 5143500"/>
              <a:gd name="connsiteX136" fmla="*/ 1053744 w 4572000"/>
              <a:gd name="connsiteY136" fmla="*/ 4747249 h 5143500"/>
              <a:gd name="connsiteX137" fmla="*/ 1115152 w 4572000"/>
              <a:gd name="connsiteY137" fmla="*/ 4747131 h 5143500"/>
              <a:gd name="connsiteX138" fmla="*/ 1095105 w 4572000"/>
              <a:gd name="connsiteY138" fmla="*/ 4767478 h 5143500"/>
              <a:gd name="connsiteX139" fmla="*/ 1116018 w 4572000"/>
              <a:gd name="connsiteY139" fmla="*/ 4787818 h 5143500"/>
              <a:gd name="connsiteX140" fmla="*/ 1136066 w 4572000"/>
              <a:gd name="connsiteY140" fmla="*/ 4767481 h 5143500"/>
              <a:gd name="connsiteX141" fmla="*/ 1115152 w 4572000"/>
              <a:gd name="connsiteY141" fmla="*/ 4747131 h 5143500"/>
              <a:gd name="connsiteX142" fmla="*/ 0 w 4572000"/>
              <a:gd name="connsiteY142" fmla="*/ 0 h 5143500"/>
              <a:gd name="connsiteX143" fmla="*/ 4572000 w 4572000"/>
              <a:gd name="connsiteY143" fmla="*/ 0 h 5143500"/>
              <a:gd name="connsiteX144" fmla="*/ 4572000 w 4572000"/>
              <a:gd name="connsiteY144" fmla="*/ 5143500 h 5143500"/>
              <a:gd name="connsiteX145" fmla="*/ 0 w 4572000"/>
              <a:gd name="connsiteY145" fmla="*/ 5143500 h 514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4572000" h="5143500">
                <a:moveTo>
                  <a:pt x="351364" y="4913481"/>
                </a:moveTo>
                <a:cubicBezTo>
                  <a:pt x="339457" y="4913486"/>
                  <a:pt x="331613" y="4921037"/>
                  <a:pt x="331614" y="4933530"/>
                </a:cubicBezTo>
                <a:cubicBezTo>
                  <a:pt x="331609" y="4945734"/>
                  <a:pt x="339457" y="4953580"/>
                  <a:pt x="352238" y="4953582"/>
                </a:cubicBezTo>
                <a:cubicBezTo>
                  <a:pt x="364154" y="4953577"/>
                  <a:pt x="371991" y="4945737"/>
                  <a:pt x="371988" y="4933533"/>
                </a:cubicBezTo>
                <a:cubicBezTo>
                  <a:pt x="371996" y="4921039"/>
                  <a:pt x="364154" y="4913482"/>
                  <a:pt x="351364" y="4913481"/>
                </a:cubicBezTo>
                <a:close/>
                <a:moveTo>
                  <a:pt x="892594" y="4837587"/>
                </a:moveTo>
                <a:lnTo>
                  <a:pt x="917847" y="4847631"/>
                </a:lnTo>
                <a:cubicBezTo>
                  <a:pt x="924092" y="4854457"/>
                  <a:pt x="927649" y="4864625"/>
                  <a:pt x="927649" y="4877990"/>
                </a:cubicBezTo>
                <a:cubicBezTo>
                  <a:pt x="927649" y="4891355"/>
                  <a:pt x="924092" y="4901524"/>
                  <a:pt x="918101" y="4908353"/>
                </a:cubicBezTo>
                <a:lnTo>
                  <a:pt x="894867" y="4918277"/>
                </a:lnTo>
                <a:lnTo>
                  <a:pt x="868934" y="4908080"/>
                </a:lnTo>
                <a:cubicBezTo>
                  <a:pt x="862646" y="4901288"/>
                  <a:pt x="859063" y="4891172"/>
                  <a:pt x="859063" y="4877877"/>
                </a:cubicBezTo>
                <a:cubicBezTo>
                  <a:pt x="859063" y="4864582"/>
                  <a:pt x="862646" y="4854468"/>
                  <a:pt x="868679" y="4847677"/>
                </a:cubicBezTo>
                <a:close/>
                <a:moveTo>
                  <a:pt x="559058" y="4837499"/>
                </a:moveTo>
                <a:lnTo>
                  <a:pt x="578337" y="4840021"/>
                </a:lnTo>
                <a:cubicBezTo>
                  <a:pt x="583310" y="4841465"/>
                  <a:pt x="585644" y="4843483"/>
                  <a:pt x="585644" y="4847817"/>
                </a:cubicBezTo>
                <a:lnTo>
                  <a:pt x="585644" y="4907937"/>
                </a:lnTo>
                <a:cubicBezTo>
                  <a:pt x="585644" y="4912270"/>
                  <a:pt x="583310" y="4914296"/>
                  <a:pt x="578337" y="4915741"/>
                </a:cubicBezTo>
                <a:lnTo>
                  <a:pt x="558606" y="4918322"/>
                </a:lnTo>
                <a:lnTo>
                  <a:pt x="534560" y="4909442"/>
                </a:lnTo>
                <a:cubicBezTo>
                  <a:pt x="527878" y="4902976"/>
                  <a:pt x="523520" y="4892806"/>
                  <a:pt x="523520" y="4877990"/>
                </a:cubicBezTo>
                <a:cubicBezTo>
                  <a:pt x="523520" y="4863173"/>
                  <a:pt x="527878" y="4853005"/>
                  <a:pt x="534560" y="4846542"/>
                </a:cubicBezTo>
                <a:close/>
                <a:moveTo>
                  <a:pt x="1101681" y="4805359"/>
                </a:moveTo>
                <a:cubicBezTo>
                  <a:pt x="1098193" y="4805359"/>
                  <a:pt x="1095865" y="4807677"/>
                  <a:pt x="1095865" y="4811167"/>
                </a:cubicBezTo>
                <a:lnTo>
                  <a:pt x="1095865" y="4944812"/>
                </a:lnTo>
                <a:cubicBezTo>
                  <a:pt x="1095865" y="4948301"/>
                  <a:pt x="1098193" y="4950628"/>
                  <a:pt x="1101681" y="4950628"/>
                </a:cubicBezTo>
                <a:lnTo>
                  <a:pt x="1127824" y="4950628"/>
                </a:lnTo>
                <a:lnTo>
                  <a:pt x="1128318" y="4950134"/>
                </a:lnTo>
                <a:lnTo>
                  <a:pt x="1130432" y="4950134"/>
                </a:lnTo>
                <a:cubicBezTo>
                  <a:pt x="1133944" y="4950134"/>
                  <a:pt x="1136286" y="4947819"/>
                  <a:pt x="1136286" y="4944348"/>
                </a:cubicBezTo>
                <a:lnTo>
                  <a:pt x="1136286" y="4811405"/>
                </a:lnTo>
                <a:cubicBezTo>
                  <a:pt x="1136286" y="4807934"/>
                  <a:pt x="1133944" y="4805627"/>
                  <a:pt x="1130432" y="4805627"/>
                </a:cubicBezTo>
                <a:lnTo>
                  <a:pt x="1128093" y="4805627"/>
                </a:lnTo>
                <a:lnTo>
                  <a:pt x="1127824" y="4805359"/>
                </a:lnTo>
                <a:close/>
                <a:moveTo>
                  <a:pt x="891921" y="4802455"/>
                </a:moveTo>
                <a:cubicBezTo>
                  <a:pt x="848338" y="4802455"/>
                  <a:pt x="819860" y="4834118"/>
                  <a:pt x="819860" y="4877990"/>
                </a:cubicBezTo>
                <a:cubicBezTo>
                  <a:pt x="819860" y="4921862"/>
                  <a:pt x="848338" y="4953533"/>
                  <a:pt x="893950" y="4953533"/>
                </a:cubicBezTo>
                <a:cubicBezTo>
                  <a:pt x="904845" y="4953533"/>
                  <a:pt x="914796" y="4951553"/>
                  <a:pt x="923594" y="4947899"/>
                </a:cubicBezTo>
                <a:lnTo>
                  <a:pt x="924072" y="4947569"/>
                </a:lnTo>
                <a:lnTo>
                  <a:pt x="924870" y="4947419"/>
                </a:lnTo>
                <a:cubicBezTo>
                  <a:pt x="951435" y="4936512"/>
                  <a:pt x="967554" y="4910608"/>
                  <a:pt x="967554" y="4877877"/>
                </a:cubicBezTo>
                <a:cubicBezTo>
                  <a:pt x="967554" y="4845146"/>
                  <a:pt x="951435" y="4819246"/>
                  <a:pt x="924009" y="4808342"/>
                </a:cubicBezTo>
                <a:lnTo>
                  <a:pt x="922788" y="4808122"/>
                </a:lnTo>
                <a:lnTo>
                  <a:pt x="922738" y="4808088"/>
                </a:lnTo>
                <a:cubicBezTo>
                  <a:pt x="913655" y="4804434"/>
                  <a:pt x="903323" y="4802455"/>
                  <a:pt x="891921" y="4802455"/>
                </a:cubicBezTo>
                <a:close/>
                <a:moveTo>
                  <a:pt x="725444" y="4802455"/>
                </a:moveTo>
                <a:cubicBezTo>
                  <a:pt x="708302" y="4802455"/>
                  <a:pt x="688256" y="4805359"/>
                  <a:pt x="667046" y="4812907"/>
                </a:cubicBezTo>
                <a:lnTo>
                  <a:pt x="666934" y="4813086"/>
                </a:lnTo>
                <a:lnTo>
                  <a:pt x="666651" y="4813136"/>
                </a:lnTo>
                <a:cubicBezTo>
                  <a:pt x="662557" y="4814581"/>
                  <a:pt x="659335" y="4818052"/>
                  <a:pt x="659335" y="4824699"/>
                </a:cubicBezTo>
                <a:lnTo>
                  <a:pt x="659335" y="4944348"/>
                </a:lnTo>
                <a:lnTo>
                  <a:pt x="659778" y="4944785"/>
                </a:lnTo>
                <a:lnTo>
                  <a:pt x="659778" y="4944812"/>
                </a:lnTo>
                <a:cubicBezTo>
                  <a:pt x="659778" y="4948301"/>
                  <a:pt x="662104" y="4950628"/>
                  <a:pt x="665594" y="4950628"/>
                </a:cubicBezTo>
                <a:lnTo>
                  <a:pt x="691737" y="4950628"/>
                </a:lnTo>
                <a:cubicBezTo>
                  <a:pt x="695226" y="4950628"/>
                  <a:pt x="697553" y="4948301"/>
                  <a:pt x="697553" y="4944812"/>
                </a:cubicBezTo>
                <a:lnTo>
                  <a:pt x="697553" y="4847194"/>
                </a:lnTo>
                <a:lnTo>
                  <a:pt x="704449" y="4839717"/>
                </a:lnTo>
                <a:lnTo>
                  <a:pt x="726010" y="4837419"/>
                </a:lnTo>
                <a:lnTo>
                  <a:pt x="746014" y="4843168"/>
                </a:lnTo>
                <a:lnTo>
                  <a:pt x="754203" y="4862009"/>
                </a:lnTo>
                <a:lnTo>
                  <a:pt x="754203" y="4944812"/>
                </a:lnTo>
                <a:cubicBezTo>
                  <a:pt x="754203" y="4948301"/>
                  <a:pt x="756529" y="4950628"/>
                  <a:pt x="760019" y="4950628"/>
                </a:cubicBezTo>
                <a:lnTo>
                  <a:pt x="786161" y="4950628"/>
                </a:lnTo>
                <a:cubicBezTo>
                  <a:pt x="789651" y="4950628"/>
                  <a:pt x="791977" y="4948301"/>
                  <a:pt x="791977" y="4944812"/>
                </a:cubicBezTo>
                <a:lnTo>
                  <a:pt x="791977" y="4944762"/>
                </a:lnTo>
                <a:lnTo>
                  <a:pt x="792396" y="4944348"/>
                </a:lnTo>
                <a:lnTo>
                  <a:pt x="792396" y="4857065"/>
                </a:lnTo>
                <a:cubicBezTo>
                  <a:pt x="792396" y="4839438"/>
                  <a:pt x="786911" y="4825856"/>
                  <a:pt x="775798" y="4816682"/>
                </a:cubicBezTo>
                <a:lnTo>
                  <a:pt x="775550" y="4816558"/>
                </a:lnTo>
                <a:lnTo>
                  <a:pt x="775487" y="4816471"/>
                </a:lnTo>
                <a:cubicBezTo>
                  <a:pt x="764446" y="4807248"/>
                  <a:pt x="747813" y="4802455"/>
                  <a:pt x="725444" y="4802455"/>
                </a:cubicBezTo>
                <a:close/>
                <a:moveTo>
                  <a:pt x="559835" y="4802455"/>
                </a:moveTo>
                <a:cubicBezTo>
                  <a:pt x="548869" y="4802455"/>
                  <a:pt x="538720" y="4804289"/>
                  <a:pt x="529663" y="4807762"/>
                </a:cubicBezTo>
                <a:lnTo>
                  <a:pt x="529596" y="4807805"/>
                </a:lnTo>
                <a:lnTo>
                  <a:pt x="528373" y="4808018"/>
                </a:lnTo>
                <a:cubicBezTo>
                  <a:pt x="501027" y="4818381"/>
                  <a:pt x="483587" y="4843416"/>
                  <a:pt x="483587" y="4877877"/>
                </a:cubicBezTo>
                <a:cubicBezTo>
                  <a:pt x="483587" y="4912775"/>
                  <a:pt x="498720" y="4937596"/>
                  <a:pt x="526397" y="4947825"/>
                </a:cubicBezTo>
                <a:lnTo>
                  <a:pt x="527143" y="4947947"/>
                </a:lnTo>
                <a:lnTo>
                  <a:pt x="527701" y="4948307"/>
                </a:lnTo>
                <a:cubicBezTo>
                  <a:pt x="536867" y="4951735"/>
                  <a:pt x="547417" y="4953533"/>
                  <a:pt x="559257" y="4953533"/>
                </a:cubicBezTo>
                <a:cubicBezTo>
                  <a:pt x="578429" y="4953533"/>
                  <a:pt x="597023" y="4950331"/>
                  <a:pt x="617069" y="4941908"/>
                </a:cubicBezTo>
                <a:cubicBezTo>
                  <a:pt x="621723" y="4939879"/>
                  <a:pt x="624338" y="4936678"/>
                  <a:pt x="624338" y="4930284"/>
                </a:cubicBezTo>
                <a:lnTo>
                  <a:pt x="624338" y="4824821"/>
                </a:lnTo>
                <a:cubicBezTo>
                  <a:pt x="624338" y="4818138"/>
                  <a:pt x="621723" y="4814946"/>
                  <a:pt x="617069" y="4813204"/>
                </a:cubicBezTo>
                <a:cubicBezTo>
                  <a:pt x="597898" y="4805936"/>
                  <a:pt x="579880" y="4802455"/>
                  <a:pt x="559835" y="4802455"/>
                </a:cubicBezTo>
                <a:close/>
                <a:moveTo>
                  <a:pt x="398012" y="4801292"/>
                </a:moveTo>
                <a:lnTo>
                  <a:pt x="396528" y="4801750"/>
                </a:lnTo>
                <a:lnTo>
                  <a:pt x="395863" y="4801582"/>
                </a:lnTo>
                <a:cubicBezTo>
                  <a:pt x="356679" y="4801582"/>
                  <a:pt x="331528" y="4822385"/>
                  <a:pt x="331528" y="4853603"/>
                </a:cubicBezTo>
                <a:cubicBezTo>
                  <a:pt x="331528" y="4914871"/>
                  <a:pt x="425688" y="4891154"/>
                  <a:pt x="425688" y="4933656"/>
                </a:cubicBezTo>
                <a:cubicBezTo>
                  <a:pt x="425688" y="4937989"/>
                  <a:pt x="425107" y="4940590"/>
                  <a:pt x="423937" y="4944348"/>
                </a:cubicBezTo>
                <a:cubicBezTo>
                  <a:pt x="423646" y="4944931"/>
                  <a:pt x="423646" y="4945505"/>
                  <a:pt x="423646" y="4946089"/>
                </a:cubicBezTo>
                <a:cubicBezTo>
                  <a:pt x="423646" y="4948394"/>
                  <a:pt x="425107" y="4950134"/>
                  <a:pt x="428030" y="4950134"/>
                </a:cubicBezTo>
                <a:lnTo>
                  <a:pt x="429441" y="4950134"/>
                </a:lnTo>
                <a:lnTo>
                  <a:pt x="429970" y="4950628"/>
                </a:lnTo>
                <a:lnTo>
                  <a:pt x="456122" y="4950628"/>
                </a:lnTo>
                <a:cubicBezTo>
                  <a:pt x="460477" y="4950628"/>
                  <a:pt x="462217" y="4949176"/>
                  <a:pt x="463669" y="4944812"/>
                </a:cubicBezTo>
                <a:cubicBezTo>
                  <a:pt x="465419" y="4939879"/>
                  <a:pt x="465995" y="4933196"/>
                  <a:pt x="465995" y="4928255"/>
                </a:cubicBezTo>
                <a:cubicBezTo>
                  <a:pt x="465995" y="4862299"/>
                  <a:pt x="372446" y="4878177"/>
                  <a:pt x="372446" y="4850972"/>
                </a:cubicBezTo>
                <a:cubicBezTo>
                  <a:pt x="372446" y="4846523"/>
                  <a:pt x="374698" y="4842891"/>
                  <a:pt x="378875" y="4840371"/>
                </a:cubicBezTo>
                <a:lnTo>
                  <a:pt x="395405" y="4836760"/>
                </a:lnTo>
                <a:lnTo>
                  <a:pt x="438849" y="4849557"/>
                </a:lnTo>
                <a:cubicBezTo>
                  <a:pt x="440310" y="4850418"/>
                  <a:pt x="441772" y="4850714"/>
                  <a:pt x="443233" y="4850714"/>
                </a:cubicBezTo>
                <a:lnTo>
                  <a:pt x="443816" y="4850348"/>
                </a:lnTo>
                <a:lnTo>
                  <a:pt x="445075" y="4850684"/>
                </a:lnTo>
                <a:cubicBezTo>
                  <a:pt x="447690" y="4850684"/>
                  <a:pt x="450306" y="4849231"/>
                  <a:pt x="451468" y="4846616"/>
                </a:cubicBezTo>
                <a:lnTo>
                  <a:pt x="460477" y="4827435"/>
                </a:lnTo>
                <a:cubicBezTo>
                  <a:pt x="461318" y="4825652"/>
                  <a:pt x="461640" y="4823954"/>
                  <a:pt x="461640" y="4822502"/>
                </a:cubicBezTo>
                <a:cubicBezTo>
                  <a:pt x="461640" y="4820176"/>
                  <a:pt x="460486" y="4817858"/>
                  <a:pt x="458151" y="4816686"/>
                </a:cubicBezTo>
                <a:cubicBezTo>
                  <a:pt x="440142" y="4806226"/>
                  <a:pt x="418636" y="4801292"/>
                  <a:pt x="398012" y="4801292"/>
                </a:cubicBezTo>
                <a:close/>
                <a:moveTo>
                  <a:pt x="1053744" y="4747249"/>
                </a:moveTo>
                <a:cubicBezTo>
                  <a:pt x="1017718" y="4747249"/>
                  <a:pt x="994182" y="4766420"/>
                  <a:pt x="994182" y="4808264"/>
                </a:cubicBezTo>
                <a:lnTo>
                  <a:pt x="994182" y="4944812"/>
                </a:lnTo>
                <a:cubicBezTo>
                  <a:pt x="994182" y="4948301"/>
                  <a:pt x="996508" y="4950628"/>
                  <a:pt x="999998" y="4950628"/>
                </a:cubicBezTo>
                <a:lnTo>
                  <a:pt x="1025852" y="4950628"/>
                </a:lnTo>
                <a:lnTo>
                  <a:pt x="1026345" y="4950134"/>
                </a:lnTo>
                <a:lnTo>
                  <a:pt x="1027795" y="4950134"/>
                </a:lnTo>
                <a:cubicBezTo>
                  <a:pt x="1031307" y="4950134"/>
                  <a:pt x="1033640" y="4947819"/>
                  <a:pt x="1033640" y="4944348"/>
                </a:cubicBezTo>
                <a:lnTo>
                  <a:pt x="1033640" y="4837419"/>
                </a:lnTo>
                <a:lnTo>
                  <a:pt x="1070781" y="4837419"/>
                </a:lnTo>
                <a:cubicBezTo>
                  <a:pt x="1074584" y="4837419"/>
                  <a:pt x="1076626" y="4835105"/>
                  <a:pt x="1076626" y="4831634"/>
                </a:cubicBezTo>
                <a:lnTo>
                  <a:pt x="1076626" y="4811692"/>
                </a:lnTo>
                <a:cubicBezTo>
                  <a:pt x="1076626" y="4807934"/>
                  <a:pt x="1074584" y="4805627"/>
                  <a:pt x="1070781" y="4805627"/>
                </a:cubicBezTo>
                <a:lnTo>
                  <a:pt x="1068815" y="4805627"/>
                </a:lnTo>
                <a:lnTo>
                  <a:pt x="1068560" y="4805359"/>
                </a:lnTo>
                <a:lnTo>
                  <a:pt x="1033640" y="4805359"/>
                </a:lnTo>
                <a:lnTo>
                  <a:pt x="1033640" y="4802443"/>
                </a:lnTo>
                <a:cubicBezTo>
                  <a:pt x="1033640" y="4786548"/>
                  <a:pt x="1040664" y="4778457"/>
                  <a:pt x="1056749" y="4778457"/>
                </a:cubicBezTo>
                <a:cubicBezTo>
                  <a:pt x="1062594" y="4778457"/>
                  <a:pt x="1068893" y="4779901"/>
                  <a:pt x="1071072" y="4779901"/>
                </a:cubicBezTo>
                <a:cubicBezTo>
                  <a:pt x="1074584" y="4779901"/>
                  <a:pt x="1076046" y="4777882"/>
                  <a:pt x="1076626" y="4774411"/>
                </a:cubicBezTo>
                <a:lnTo>
                  <a:pt x="1079557" y="4759385"/>
                </a:lnTo>
                <a:cubicBezTo>
                  <a:pt x="1079814" y="4758050"/>
                  <a:pt x="1080138" y="4756876"/>
                  <a:pt x="1080138" y="4755627"/>
                </a:cubicBezTo>
                <a:cubicBezTo>
                  <a:pt x="1080138" y="4752417"/>
                  <a:pt x="1078387" y="4750711"/>
                  <a:pt x="1074293" y="4749848"/>
                </a:cubicBezTo>
                <a:lnTo>
                  <a:pt x="1072405" y="4749641"/>
                </a:lnTo>
                <a:lnTo>
                  <a:pt x="1072049" y="4749285"/>
                </a:lnTo>
                <a:cubicBezTo>
                  <a:pt x="1066233" y="4747834"/>
                  <a:pt x="1059942" y="4747249"/>
                  <a:pt x="1053744" y="4747249"/>
                </a:cubicBezTo>
                <a:close/>
                <a:moveTo>
                  <a:pt x="1115152" y="4747131"/>
                </a:moveTo>
                <a:cubicBezTo>
                  <a:pt x="1102948" y="4747139"/>
                  <a:pt x="1095102" y="4754688"/>
                  <a:pt x="1095105" y="4767478"/>
                </a:cubicBezTo>
                <a:cubicBezTo>
                  <a:pt x="1095102" y="4779971"/>
                  <a:pt x="1102948" y="4787811"/>
                  <a:pt x="1116018" y="4787818"/>
                </a:cubicBezTo>
                <a:cubicBezTo>
                  <a:pt x="1127933" y="4787817"/>
                  <a:pt x="1136071" y="4779974"/>
                  <a:pt x="1136066" y="4767481"/>
                </a:cubicBezTo>
                <a:cubicBezTo>
                  <a:pt x="1136071" y="4754690"/>
                  <a:pt x="1127933" y="4747137"/>
                  <a:pt x="1115152" y="4747131"/>
                </a:cubicBezTo>
                <a:close/>
                <a:moveTo>
                  <a:pt x="0" y="0"/>
                </a:moveTo>
                <a:lnTo>
                  <a:pt x="4572000" y="0"/>
                </a:lnTo>
                <a:lnTo>
                  <a:pt x="4572000" y="5143500"/>
                </a:lnTo>
                <a:lnTo>
                  <a:pt x="0" y="5143500"/>
                </a:lnTo>
                <a:close/>
              </a:path>
            </a:pathLst>
          </a:custGeom>
        </p:spPr>
        <p:txBody>
          <a:bodyPr wrap="square">
            <a:noAutofit/>
          </a:bodyPr>
          <a:lstStyle>
            <a:lvl1pPr>
              <a:defRPr>
                <a:noFill/>
              </a:defRPr>
            </a:lvl1pPr>
          </a:lstStyle>
          <a:p>
            <a:r>
              <a:rPr lang="en-US"/>
              <a:t>Click icon to add picture</a:t>
            </a:r>
            <a:endParaRPr lang="fr-FR"/>
          </a:p>
        </p:txBody>
      </p:sp>
      <p:sp>
        <p:nvSpPr>
          <p:cNvPr id="12" name="Espace réservé du graphique SmartArt 11">
            <a:extLst>
              <a:ext uri="{FF2B5EF4-FFF2-40B4-BE49-F238E27FC236}">
                <a16:creationId xmlns:a16="http://schemas.microsoft.com/office/drawing/2014/main" id="{0F580B26-21D6-4630-AE3D-FB359C1C883E}"/>
              </a:ext>
            </a:extLst>
          </p:cNvPr>
          <p:cNvSpPr>
            <a:spLocks noGrp="1" noChangeAspect="1"/>
          </p:cNvSpPr>
          <p:nvPr>
            <p:ph type="dgm" sz="quarter" idx="14"/>
          </p:nvPr>
        </p:nvSpPr>
        <p:spPr>
          <a:xfrm>
            <a:off x="9216309" y="1901915"/>
            <a:ext cx="96687" cy="96000"/>
          </a:xfrm>
          <a:custGeom>
            <a:avLst/>
            <a:gdLst>
              <a:gd name="connsiteX0" fmla="*/ 122355 w 250013"/>
              <a:gd name="connsiteY0" fmla="*/ 0 h 248243"/>
              <a:gd name="connsiteX1" fmla="*/ 250013 w 250013"/>
              <a:gd name="connsiteY1" fmla="*/ 124134 h 248243"/>
              <a:gd name="connsiteX2" fmla="*/ 127674 w 250013"/>
              <a:gd name="connsiteY2" fmla="*/ 248243 h 248243"/>
              <a:gd name="connsiteX3" fmla="*/ 1 w 250013"/>
              <a:gd name="connsiteY3" fmla="*/ 124125 h 248243"/>
              <a:gd name="connsiteX4" fmla="*/ 122355 w 250013"/>
              <a:gd name="connsiteY4" fmla="*/ 0 h 248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0013" h="248243">
                <a:moveTo>
                  <a:pt x="122355" y="0"/>
                </a:moveTo>
                <a:cubicBezTo>
                  <a:pt x="200363" y="0"/>
                  <a:pt x="250013" y="46111"/>
                  <a:pt x="250013" y="124134"/>
                </a:cubicBezTo>
                <a:cubicBezTo>
                  <a:pt x="250022" y="200379"/>
                  <a:pt x="200361" y="248234"/>
                  <a:pt x="127674" y="248243"/>
                </a:cubicBezTo>
                <a:cubicBezTo>
                  <a:pt x="47872" y="248236"/>
                  <a:pt x="-6" y="200370"/>
                  <a:pt x="1" y="124125"/>
                </a:cubicBezTo>
                <a:cubicBezTo>
                  <a:pt x="0" y="46103"/>
                  <a:pt x="47874" y="2"/>
                  <a:pt x="122355" y="0"/>
                </a:cubicBezTo>
                <a:close/>
              </a:path>
            </a:pathLst>
          </a:custGeom>
          <a:solidFill>
            <a:schemeClr val="accent2"/>
          </a:solidFill>
          <a:ln w="22225">
            <a:noFill/>
          </a:ln>
        </p:spPr>
        <p:txBody>
          <a:bodyPr wrap="square">
            <a:noAutofit/>
          </a:bodyPr>
          <a:lstStyle>
            <a:lvl1pPr>
              <a:defRPr>
                <a:noFill/>
              </a:defRPr>
            </a:lvl1pPr>
          </a:lstStyle>
          <a:p>
            <a:r>
              <a:rPr lang="en-US"/>
              <a:t>Click icon to add SmartArt graphic</a:t>
            </a:r>
            <a:endParaRPr lang="fr-FR"/>
          </a:p>
        </p:txBody>
      </p:sp>
      <p:sp>
        <p:nvSpPr>
          <p:cNvPr id="17" name="Espace réservé du graphique SmartArt 11">
            <a:extLst>
              <a:ext uri="{FF2B5EF4-FFF2-40B4-BE49-F238E27FC236}">
                <a16:creationId xmlns:a16="http://schemas.microsoft.com/office/drawing/2014/main" id="{16B17374-481A-4CE6-8974-CA84865A03CA}"/>
              </a:ext>
            </a:extLst>
          </p:cNvPr>
          <p:cNvSpPr>
            <a:spLocks noGrp="1" noChangeAspect="1"/>
          </p:cNvSpPr>
          <p:nvPr>
            <p:ph type="dgm" sz="quarter" idx="19"/>
          </p:nvPr>
        </p:nvSpPr>
        <p:spPr>
          <a:xfrm>
            <a:off x="9216309" y="4860087"/>
            <a:ext cx="96687" cy="96000"/>
          </a:xfrm>
          <a:custGeom>
            <a:avLst/>
            <a:gdLst>
              <a:gd name="connsiteX0" fmla="*/ 122355 w 250013"/>
              <a:gd name="connsiteY0" fmla="*/ 0 h 248243"/>
              <a:gd name="connsiteX1" fmla="*/ 250013 w 250013"/>
              <a:gd name="connsiteY1" fmla="*/ 124134 h 248243"/>
              <a:gd name="connsiteX2" fmla="*/ 127674 w 250013"/>
              <a:gd name="connsiteY2" fmla="*/ 248243 h 248243"/>
              <a:gd name="connsiteX3" fmla="*/ 1 w 250013"/>
              <a:gd name="connsiteY3" fmla="*/ 124125 h 248243"/>
              <a:gd name="connsiteX4" fmla="*/ 122355 w 250013"/>
              <a:gd name="connsiteY4" fmla="*/ 0 h 248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0013" h="248243">
                <a:moveTo>
                  <a:pt x="122355" y="0"/>
                </a:moveTo>
                <a:cubicBezTo>
                  <a:pt x="200363" y="0"/>
                  <a:pt x="250013" y="46111"/>
                  <a:pt x="250013" y="124134"/>
                </a:cubicBezTo>
                <a:cubicBezTo>
                  <a:pt x="250022" y="200379"/>
                  <a:pt x="200361" y="248234"/>
                  <a:pt x="127674" y="248243"/>
                </a:cubicBezTo>
                <a:cubicBezTo>
                  <a:pt x="47872" y="248236"/>
                  <a:pt x="-6" y="200370"/>
                  <a:pt x="1" y="124125"/>
                </a:cubicBezTo>
                <a:cubicBezTo>
                  <a:pt x="0" y="46103"/>
                  <a:pt x="47874" y="2"/>
                  <a:pt x="122355" y="0"/>
                </a:cubicBezTo>
                <a:close/>
              </a:path>
            </a:pathLst>
          </a:custGeom>
          <a:solidFill>
            <a:schemeClr val="accent2"/>
          </a:solidFill>
          <a:ln w="22225">
            <a:noFill/>
          </a:ln>
        </p:spPr>
        <p:txBody>
          <a:bodyPr wrap="square">
            <a:noAutofit/>
          </a:bodyPr>
          <a:lstStyle>
            <a:lvl1pPr>
              <a:defRPr>
                <a:noFill/>
              </a:defRPr>
            </a:lvl1pPr>
          </a:lstStyle>
          <a:p>
            <a:r>
              <a:rPr lang="en-US"/>
              <a:t>Click icon to add SmartArt graphic</a:t>
            </a:r>
            <a:endParaRPr lang="fr-FR"/>
          </a:p>
        </p:txBody>
      </p:sp>
      <p:sp>
        <p:nvSpPr>
          <p:cNvPr id="8" name="Espace réservé du numéro de diapositive 7">
            <a:extLst>
              <a:ext uri="{FF2B5EF4-FFF2-40B4-BE49-F238E27FC236}">
                <a16:creationId xmlns:a16="http://schemas.microsoft.com/office/drawing/2014/main" id="{C28E44FC-CC99-479F-B667-CC0B04AA1BEB}"/>
              </a:ext>
            </a:extLst>
          </p:cNvPr>
          <p:cNvSpPr>
            <a:spLocks noGrp="1"/>
          </p:cNvSpPr>
          <p:nvPr>
            <p:ph type="sldNum" sz="quarter" idx="25"/>
          </p:nvPr>
        </p:nvSpPr>
        <p:spPr/>
        <p:txBody>
          <a:bodyPr/>
          <a:lstStyle/>
          <a:p>
            <a:fld id="{6B54B0F7-55DD-40D6-B7F4-70B586885C0B}" type="slidenum">
              <a:rPr lang="fr-FR" smtClean="0"/>
              <a:pPr/>
              <a:t>‹#›</a:t>
            </a:fld>
            <a:endParaRPr lang="fr-FR" dirty="0"/>
          </a:p>
        </p:txBody>
      </p:sp>
      <p:sp>
        <p:nvSpPr>
          <p:cNvPr id="24" name="Espace réservé du texte 5">
            <a:extLst>
              <a:ext uri="{FF2B5EF4-FFF2-40B4-BE49-F238E27FC236}">
                <a16:creationId xmlns:a16="http://schemas.microsoft.com/office/drawing/2014/main" id="{013E5883-7FD1-4C44-9ADB-EE49A0891466}"/>
              </a:ext>
            </a:extLst>
          </p:cNvPr>
          <p:cNvSpPr>
            <a:spLocks noGrp="1"/>
          </p:cNvSpPr>
          <p:nvPr>
            <p:ph type="body" sz="quarter" idx="26"/>
          </p:nvPr>
        </p:nvSpPr>
        <p:spPr>
          <a:xfrm>
            <a:off x="7206602" y="2500883"/>
            <a:ext cx="4103397" cy="973837"/>
          </a:xfrm>
        </p:spPr>
        <p:txBody>
          <a:bodyPr anchor="b">
            <a:noAutofit/>
          </a:bodyPr>
          <a:lstStyle>
            <a:lvl1pPr algn="ctr">
              <a:lnSpc>
                <a:spcPct val="96000"/>
              </a:lnSpc>
              <a:spcAft>
                <a:spcPts val="1333"/>
              </a:spcAft>
              <a:defRPr lang="fr-FR" sz="3200" b="0" i="0" kern="1200" dirty="0" err="1" smtClean="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371391" indent="0" algn="ctr">
              <a:lnSpc>
                <a:spcPct val="100000"/>
              </a:lnSpc>
              <a:buFont typeface="Arial" panose="020B0604020202020204" pitchFamily="34" charset="0"/>
              <a:buNone/>
              <a:defRPr sz="2667" b="0" i="1">
                <a:solidFill>
                  <a:schemeClr val="accent2"/>
                </a:solidFill>
                <a:latin typeface="Georgia" panose="02040502050405020303" pitchFamily="18" charset="0"/>
                <a:ea typeface="Verdana" panose="020B0604030504040204" pitchFamily="34" charset="0"/>
                <a:cs typeface="Verdana" panose="020B0604030504040204" pitchFamily="34" charset="0"/>
              </a:defRPr>
            </a:lvl2pPr>
            <a:lvl3pPr algn="ctr">
              <a:lnSpc>
                <a:spcPct val="100000"/>
              </a:lnSpc>
              <a:spcBef>
                <a:spcPts val="1333"/>
              </a:spcBef>
              <a:defRPr/>
            </a:lvl3pPr>
          </a:lstStyle>
          <a:p>
            <a:pPr lvl="0"/>
            <a:r>
              <a:rPr lang="en-US"/>
              <a:t>Click to edit Master text styles</a:t>
            </a:r>
          </a:p>
        </p:txBody>
      </p:sp>
      <p:sp>
        <p:nvSpPr>
          <p:cNvPr id="25" name="Espace réservé du texte 5">
            <a:extLst>
              <a:ext uri="{FF2B5EF4-FFF2-40B4-BE49-F238E27FC236}">
                <a16:creationId xmlns:a16="http://schemas.microsoft.com/office/drawing/2014/main" id="{EF5BFE2C-3893-4574-8E43-0A0678870930}"/>
              </a:ext>
            </a:extLst>
          </p:cNvPr>
          <p:cNvSpPr>
            <a:spLocks noGrp="1"/>
          </p:cNvSpPr>
          <p:nvPr>
            <p:ph type="body" sz="quarter" idx="27"/>
          </p:nvPr>
        </p:nvSpPr>
        <p:spPr>
          <a:xfrm>
            <a:off x="7206602" y="3490415"/>
            <a:ext cx="4103397" cy="537959"/>
          </a:xfrm>
        </p:spPr>
        <p:txBody>
          <a:bodyPr anchor="t">
            <a:noAutofit/>
          </a:bodyPr>
          <a:lstStyle>
            <a:lvl1pPr algn="ctr">
              <a:lnSpc>
                <a:spcPct val="96000"/>
              </a:lnSpc>
              <a:spcAft>
                <a:spcPts val="1333"/>
              </a:spcAft>
              <a:defRPr lang="en-US" sz="3333" b="0" i="1" kern="1200" dirty="0">
                <a:solidFill>
                  <a:schemeClr val="accent2"/>
                </a:solidFill>
                <a:latin typeface="Georgia" panose="02040502050405020303" pitchFamily="18" charset="0"/>
                <a:ea typeface="Verdana" panose="020B0604030504040204" pitchFamily="34" charset="0"/>
                <a:cs typeface="Verdana" panose="020B0604030504040204" pitchFamily="34" charset="0"/>
              </a:defRPr>
            </a:lvl1pPr>
            <a:lvl2pPr marL="371391" indent="0" algn="ctr">
              <a:lnSpc>
                <a:spcPct val="100000"/>
              </a:lnSpc>
              <a:buFont typeface="Arial" panose="020B0604020202020204" pitchFamily="34" charset="0"/>
              <a:buNone/>
              <a:defRPr sz="3333" b="0" i="1">
                <a:solidFill>
                  <a:schemeClr val="accent2"/>
                </a:solidFill>
                <a:latin typeface="Georgia" panose="02040502050405020303" pitchFamily="18" charset="0"/>
                <a:ea typeface="Verdana" panose="020B0604030504040204" pitchFamily="34" charset="0"/>
                <a:cs typeface="Verdana" panose="020B0604030504040204" pitchFamily="34" charset="0"/>
              </a:defRPr>
            </a:lvl2pPr>
            <a:lvl3pPr algn="ctr">
              <a:lnSpc>
                <a:spcPct val="100000"/>
              </a:lnSpc>
              <a:spcBef>
                <a:spcPts val="1333"/>
              </a:spcBef>
              <a:defRPr/>
            </a:lvl3pPr>
          </a:lstStyle>
          <a:p>
            <a:pPr lvl="0"/>
            <a:r>
              <a:rPr lang="en-US"/>
              <a:t>Click to edit Master text styles</a:t>
            </a:r>
          </a:p>
        </p:txBody>
      </p:sp>
      <p:sp>
        <p:nvSpPr>
          <p:cNvPr id="26" name="Espace réservé du texte 5">
            <a:extLst>
              <a:ext uri="{FF2B5EF4-FFF2-40B4-BE49-F238E27FC236}">
                <a16:creationId xmlns:a16="http://schemas.microsoft.com/office/drawing/2014/main" id="{E331AD24-1AAB-440A-917D-3BB2B9658DC1}"/>
              </a:ext>
            </a:extLst>
          </p:cNvPr>
          <p:cNvSpPr>
            <a:spLocks noGrp="1"/>
          </p:cNvSpPr>
          <p:nvPr>
            <p:ph type="body" sz="quarter" idx="23"/>
          </p:nvPr>
        </p:nvSpPr>
        <p:spPr>
          <a:xfrm>
            <a:off x="7206602" y="4113499"/>
            <a:ext cx="4103397" cy="331244"/>
          </a:xfrm>
        </p:spPr>
        <p:txBody>
          <a:bodyPr anchor="t">
            <a:noAutofit/>
          </a:bodyPr>
          <a:lstStyle>
            <a:lvl1pPr algn="ctr">
              <a:lnSpc>
                <a:spcPct val="96000"/>
              </a:lnSpc>
              <a:spcAft>
                <a:spcPts val="1333"/>
              </a:spcAft>
              <a:defRPr lang="en-US" sz="1600" b="0" i="0" kern="1200" dirty="0">
                <a:solidFill>
                  <a:schemeClr val="tx1"/>
                </a:solidFill>
                <a:latin typeface="+mj-lt"/>
                <a:ea typeface="Verdana" panose="020B0604030504040204" pitchFamily="34" charset="0"/>
                <a:cs typeface="Verdana" panose="020B0604030504040204" pitchFamily="34" charset="0"/>
              </a:defRPr>
            </a:lvl1pPr>
            <a:lvl2pPr marL="371391" indent="0" algn="l">
              <a:lnSpc>
                <a:spcPct val="100000"/>
              </a:lnSpc>
              <a:buFont typeface="Arial" panose="020B0604020202020204" pitchFamily="34" charset="0"/>
              <a:buNone/>
              <a:defRPr lang="en-US" sz="1600" b="0" i="0" kern="1200" noProof="0" dirty="0" smtClean="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lgn="ctr">
              <a:lnSpc>
                <a:spcPct val="100000"/>
              </a:lnSpc>
              <a:spcBef>
                <a:spcPts val="1333"/>
              </a:spcBef>
              <a:defRPr/>
            </a:lvl3pPr>
          </a:lstStyle>
          <a:p>
            <a:pPr lvl="0"/>
            <a:r>
              <a:rPr lang="en-US"/>
              <a:t>Click to edit Master text styles</a:t>
            </a:r>
          </a:p>
        </p:txBody>
      </p:sp>
    </p:spTree>
    <p:extLst>
      <p:ext uri="{BB962C8B-B14F-4D97-AF65-F5344CB8AC3E}">
        <p14:creationId xmlns:p14="http://schemas.microsoft.com/office/powerpoint/2010/main" val="5283364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rgbClr val="F5F3F8"/>
        </a:solidFill>
        <a:effectLst/>
      </p:bgPr>
    </p:bg>
    <p:spTree>
      <p:nvGrpSpPr>
        <p:cNvPr id="1" name=""/>
        <p:cNvGrpSpPr/>
        <p:nvPr/>
      </p:nvGrpSpPr>
      <p:grpSpPr>
        <a:xfrm>
          <a:off x="0" y="0"/>
          <a:ext cx="0" cy="0"/>
          <a:chOff x="0" y="0"/>
          <a:chExt cx="0" cy="0"/>
        </a:xfrm>
      </p:grpSpPr>
      <p:sp>
        <p:nvSpPr>
          <p:cNvPr id="11" name="Espace réservé du numéro de diapositive 10">
            <a:extLst>
              <a:ext uri="{FF2B5EF4-FFF2-40B4-BE49-F238E27FC236}">
                <a16:creationId xmlns:a16="http://schemas.microsoft.com/office/drawing/2014/main" id="{323D7EBE-BC7D-4AC5-AD6B-FCD5D270E1C6}"/>
              </a:ext>
            </a:extLst>
          </p:cNvPr>
          <p:cNvSpPr>
            <a:spLocks noGrp="1"/>
          </p:cNvSpPr>
          <p:nvPr>
            <p:ph type="sldNum" sz="quarter" idx="16"/>
          </p:nvPr>
        </p:nvSpPr>
        <p:spPr/>
        <p:txBody>
          <a:bodyPr/>
          <a:lstStyle/>
          <a:p>
            <a:fld id="{6B54B0F7-55DD-40D6-B7F4-70B586885C0B}" type="slidenum">
              <a:rPr lang="en-US" noProof="0" smtClean="0"/>
              <a:pPr/>
              <a:t>‹#›</a:t>
            </a:fld>
            <a:endParaRPr lang="en-US" noProof="0"/>
          </a:p>
        </p:txBody>
      </p:sp>
      <p:sp>
        <p:nvSpPr>
          <p:cNvPr id="7" name="Espace réservé du texte 5">
            <a:extLst>
              <a:ext uri="{FF2B5EF4-FFF2-40B4-BE49-F238E27FC236}">
                <a16:creationId xmlns:a16="http://schemas.microsoft.com/office/drawing/2014/main" id="{3FC96125-BC0F-469E-BA75-F4F2916D5028}"/>
              </a:ext>
            </a:extLst>
          </p:cNvPr>
          <p:cNvSpPr>
            <a:spLocks noGrp="1"/>
          </p:cNvSpPr>
          <p:nvPr>
            <p:ph type="body" sz="quarter" idx="18"/>
          </p:nvPr>
        </p:nvSpPr>
        <p:spPr>
          <a:xfrm>
            <a:off x="444973" y="425183"/>
            <a:ext cx="11304000" cy="164148"/>
          </a:xfrm>
        </p:spPr>
        <p:txBody>
          <a:bodyPr wrap="square" anchor="t" anchorCtr="0">
            <a:spAutoFit/>
          </a:bodyPr>
          <a:lstStyle>
            <a:lvl1pPr algn="l">
              <a:lnSpc>
                <a:spcPct val="100000"/>
              </a:lnSpc>
              <a:spcAft>
                <a:spcPts val="0"/>
              </a:spcAft>
              <a:defRPr lang="fr-FR" sz="1067" b="0" i="0" kern="1200" dirty="0" err="1" smtClean="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algn="l">
              <a:lnSpc>
                <a:spcPct val="100000"/>
              </a:lnSpc>
              <a:spcBef>
                <a:spcPts val="400"/>
              </a:spcBef>
              <a:spcAft>
                <a:spcPts val="0"/>
              </a:spcAft>
              <a:defRPr sz="533" b="0" i="0" cap="all" baseline="0">
                <a:latin typeface="Verdana" panose="020B0604030504040204" pitchFamily="34" charset="0"/>
                <a:ea typeface="Verdana" panose="020B0604030504040204" pitchFamily="34" charset="0"/>
                <a:cs typeface="Verdana" panose="020B0604030504040204" pitchFamily="34" charset="0"/>
              </a:defRPr>
            </a:lvl2pPr>
            <a:lvl3pPr>
              <a:spcBef>
                <a:spcPts val="400"/>
              </a:spcBef>
              <a:tabLst>
                <a:tab pos="836063" algn="l"/>
              </a:tabLst>
              <a:defRPr sz="533"/>
            </a:lvl3pPr>
          </a:lstStyle>
          <a:p>
            <a:pPr lvl="0"/>
            <a:r>
              <a:rPr lang="en-US" noProof="0"/>
              <a:t>Click to edit Master text styles</a:t>
            </a:r>
          </a:p>
        </p:txBody>
      </p:sp>
      <p:sp>
        <p:nvSpPr>
          <p:cNvPr id="3" name="Text Placeholder 2">
            <a:extLst>
              <a:ext uri="{FF2B5EF4-FFF2-40B4-BE49-F238E27FC236}">
                <a16:creationId xmlns:a16="http://schemas.microsoft.com/office/drawing/2014/main" id="{D0E56171-4788-4B4A-B8DB-98CB348C66F3}"/>
              </a:ext>
            </a:extLst>
          </p:cNvPr>
          <p:cNvSpPr>
            <a:spLocks noGrp="1"/>
          </p:cNvSpPr>
          <p:nvPr>
            <p:ph type="body" sz="quarter" idx="21"/>
          </p:nvPr>
        </p:nvSpPr>
        <p:spPr>
          <a:xfrm>
            <a:off x="442033" y="1943799"/>
            <a:ext cx="11304000" cy="42952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Espace réservé du texte 4">
            <a:extLst>
              <a:ext uri="{FF2B5EF4-FFF2-40B4-BE49-F238E27FC236}">
                <a16:creationId xmlns:a16="http://schemas.microsoft.com/office/drawing/2014/main" id="{E214CB94-27AF-41B7-A363-829DCFEBE7A6}"/>
              </a:ext>
            </a:extLst>
          </p:cNvPr>
          <p:cNvSpPr>
            <a:spLocks noGrp="1"/>
          </p:cNvSpPr>
          <p:nvPr>
            <p:ph type="body" sz="quarter" idx="22"/>
          </p:nvPr>
        </p:nvSpPr>
        <p:spPr>
          <a:xfrm>
            <a:off x="444973" y="1577578"/>
            <a:ext cx="11304000" cy="246221"/>
          </a:xfrm>
        </p:spPr>
        <p:txBody>
          <a:bodyPr wrap="square">
            <a:spAutoFit/>
          </a:bodyPr>
          <a:lstStyle>
            <a:lvl1pPr>
              <a:lnSpc>
                <a:spcPct val="100000"/>
              </a:lnSpc>
              <a:spcAft>
                <a:spcPts val="0"/>
              </a:spcAft>
              <a:defRPr sz="1600" b="0" i="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0" indent="0">
              <a:spcBef>
                <a:spcPts val="533"/>
              </a:spcBef>
              <a:buFont typeface="Arial" panose="020B0604020202020204" pitchFamily="34" charset="0"/>
              <a:buNone/>
              <a:defRPr sz="1600"/>
            </a:lvl2pPr>
            <a:lvl3pPr>
              <a:lnSpc>
                <a:spcPct val="110000"/>
              </a:lnSpc>
              <a:defRPr lang="en-US" sz="1333" kern="1200" dirty="0" smtClean="0">
                <a:solidFill>
                  <a:schemeClr val="tx1"/>
                </a:solidFill>
                <a:latin typeface="Sanofi Sans 3 Regular"/>
                <a:ea typeface="+mn-ea"/>
                <a:cs typeface="+mn-cs"/>
              </a:defRPr>
            </a:lvl3pPr>
            <a:lvl4pPr>
              <a:defRPr sz="1333"/>
            </a:lvl4pPr>
            <a:lvl5pPr>
              <a:defRPr sz="1333"/>
            </a:lvl5pPr>
          </a:lstStyle>
          <a:p>
            <a:pPr lvl="0"/>
            <a:r>
              <a:rPr lang="en-US" noProof="0"/>
              <a:t>Click to edit Master text styles</a:t>
            </a:r>
          </a:p>
        </p:txBody>
      </p:sp>
      <p:sp>
        <p:nvSpPr>
          <p:cNvPr id="2" name="Title 1">
            <a:extLst>
              <a:ext uri="{FF2B5EF4-FFF2-40B4-BE49-F238E27FC236}">
                <a16:creationId xmlns:a16="http://schemas.microsoft.com/office/drawing/2014/main" id="{397577A6-F24A-4B6D-B7E1-FB31180BD644}"/>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7960815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nd Content with Image (Small)">
    <p:spTree>
      <p:nvGrpSpPr>
        <p:cNvPr id="1" name=""/>
        <p:cNvGrpSpPr/>
        <p:nvPr/>
      </p:nvGrpSpPr>
      <p:grpSpPr>
        <a:xfrm>
          <a:off x="0" y="0"/>
          <a:ext cx="0" cy="0"/>
          <a:chOff x="0" y="0"/>
          <a:chExt cx="0" cy="0"/>
        </a:xfrm>
      </p:grpSpPr>
      <p:sp>
        <p:nvSpPr>
          <p:cNvPr id="11" name="Espace réservé du numéro de diapositive 10">
            <a:extLst>
              <a:ext uri="{FF2B5EF4-FFF2-40B4-BE49-F238E27FC236}">
                <a16:creationId xmlns:a16="http://schemas.microsoft.com/office/drawing/2014/main" id="{323D7EBE-BC7D-4AC5-AD6B-FCD5D270E1C6}"/>
              </a:ext>
            </a:extLst>
          </p:cNvPr>
          <p:cNvSpPr>
            <a:spLocks noGrp="1"/>
          </p:cNvSpPr>
          <p:nvPr>
            <p:ph type="sldNum" sz="quarter" idx="16"/>
          </p:nvPr>
        </p:nvSpPr>
        <p:spPr/>
        <p:txBody>
          <a:bodyPr/>
          <a:lstStyle/>
          <a:p>
            <a:fld id="{6B54B0F7-55DD-40D6-B7F4-70B586885C0B}" type="slidenum">
              <a:rPr lang="en-US" noProof="0" smtClean="0"/>
              <a:pPr/>
              <a:t>‹#›</a:t>
            </a:fld>
            <a:endParaRPr lang="en-US" noProof="0"/>
          </a:p>
        </p:txBody>
      </p:sp>
      <p:sp>
        <p:nvSpPr>
          <p:cNvPr id="8" name="Espace réservé pour une image  3">
            <a:extLst>
              <a:ext uri="{FF2B5EF4-FFF2-40B4-BE49-F238E27FC236}">
                <a16:creationId xmlns:a16="http://schemas.microsoft.com/office/drawing/2014/main" id="{CEC2E05F-5F9D-41D9-A40F-97C2869C7DDA}"/>
              </a:ext>
            </a:extLst>
          </p:cNvPr>
          <p:cNvSpPr>
            <a:spLocks noGrp="1"/>
          </p:cNvSpPr>
          <p:nvPr>
            <p:ph type="pic" sz="quarter" idx="23"/>
          </p:nvPr>
        </p:nvSpPr>
        <p:spPr>
          <a:xfrm>
            <a:off x="8462400" y="0"/>
            <a:ext cx="3729600" cy="6858000"/>
          </a:xfrm>
        </p:spPr>
        <p:txBody>
          <a:bodyPr>
            <a:noAutofit/>
          </a:bodyPr>
          <a:lstStyle>
            <a:lvl1pPr>
              <a:defRPr>
                <a:noFill/>
              </a:defRPr>
            </a:lvl1pPr>
          </a:lstStyle>
          <a:p>
            <a:r>
              <a:rPr lang="en-US" noProof="0"/>
              <a:t>Click icon to add picture</a:t>
            </a:r>
          </a:p>
        </p:txBody>
      </p:sp>
      <p:sp>
        <p:nvSpPr>
          <p:cNvPr id="14" name="Espace réservé du texte 5">
            <a:extLst>
              <a:ext uri="{FF2B5EF4-FFF2-40B4-BE49-F238E27FC236}">
                <a16:creationId xmlns:a16="http://schemas.microsoft.com/office/drawing/2014/main" id="{39F8F8F8-B2E7-4739-8BFF-FA42634CE5EB}"/>
              </a:ext>
            </a:extLst>
          </p:cNvPr>
          <p:cNvSpPr>
            <a:spLocks noGrp="1"/>
          </p:cNvSpPr>
          <p:nvPr>
            <p:ph type="body" sz="quarter" idx="18"/>
          </p:nvPr>
        </p:nvSpPr>
        <p:spPr>
          <a:xfrm>
            <a:off x="444973" y="425183"/>
            <a:ext cx="7651200" cy="164148"/>
          </a:xfrm>
        </p:spPr>
        <p:txBody>
          <a:bodyPr wrap="square" anchor="t" anchorCtr="0">
            <a:spAutoFit/>
          </a:bodyPr>
          <a:lstStyle>
            <a:lvl1pPr algn="l">
              <a:lnSpc>
                <a:spcPct val="100000"/>
              </a:lnSpc>
              <a:spcAft>
                <a:spcPts val="0"/>
              </a:spcAft>
              <a:defRPr lang="fr-FR" sz="1067" b="0" i="0" kern="1200" dirty="0" err="1" smtClean="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algn="l">
              <a:lnSpc>
                <a:spcPct val="100000"/>
              </a:lnSpc>
              <a:spcBef>
                <a:spcPts val="400"/>
              </a:spcBef>
              <a:spcAft>
                <a:spcPts val="0"/>
              </a:spcAft>
              <a:defRPr sz="533" b="0" i="0" cap="all" baseline="0">
                <a:latin typeface="Verdana" panose="020B0604030504040204" pitchFamily="34" charset="0"/>
                <a:ea typeface="Verdana" panose="020B0604030504040204" pitchFamily="34" charset="0"/>
                <a:cs typeface="Verdana" panose="020B0604030504040204" pitchFamily="34" charset="0"/>
              </a:defRPr>
            </a:lvl2pPr>
            <a:lvl3pPr>
              <a:spcBef>
                <a:spcPts val="400"/>
              </a:spcBef>
              <a:tabLst>
                <a:tab pos="836063" algn="l"/>
              </a:tabLst>
              <a:defRPr sz="533"/>
            </a:lvl3pPr>
          </a:lstStyle>
          <a:p>
            <a:pPr lvl="0"/>
            <a:r>
              <a:rPr lang="en-US" noProof="0"/>
              <a:t>Click to edit Master text styles</a:t>
            </a:r>
          </a:p>
        </p:txBody>
      </p:sp>
      <p:sp>
        <p:nvSpPr>
          <p:cNvPr id="15" name="Espace réservé du texte 4">
            <a:extLst>
              <a:ext uri="{FF2B5EF4-FFF2-40B4-BE49-F238E27FC236}">
                <a16:creationId xmlns:a16="http://schemas.microsoft.com/office/drawing/2014/main" id="{E0A2CB60-A40E-44FE-B4B7-57EBEFEC0DF9}"/>
              </a:ext>
            </a:extLst>
          </p:cNvPr>
          <p:cNvSpPr>
            <a:spLocks noGrp="1"/>
          </p:cNvSpPr>
          <p:nvPr>
            <p:ph type="body" sz="quarter" idx="22"/>
          </p:nvPr>
        </p:nvSpPr>
        <p:spPr>
          <a:xfrm>
            <a:off x="444973" y="1577578"/>
            <a:ext cx="7647827" cy="246221"/>
          </a:xfrm>
        </p:spPr>
        <p:txBody>
          <a:bodyPr wrap="square">
            <a:spAutoFit/>
          </a:bodyPr>
          <a:lstStyle>
            <a:lvl1pPr>
              <a:lnSpc>
                <a:spcPct val="100000"/>
              </a:lnSpc>
              <a:spcAft>
                <a:spcPts val="0"/>
              </a:spcAft>
              <a:defRPr sz="1600" b="0" i="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0" indent="0">
              <a:spcBef>
                <a:spcPts val="533"/>
              </a:spcBef>
              <a:buFont typeface="Arial" panose="020B0604020202020204" pitchFamily="34" charset="0"/>
              <a:buNone/>
              <a:defRPr sz="1600"/>
            </a:lvl2pPr>
            <a:lvl3pPr>
              <a:lnSpc>
                <a:spcPct val="110000"/>
              </a:lnSpc>
              <a:defRPr lang="en-US" sz="1333" kern="1200" dirty="0" smtClean="0">
                <a:solidFill>
                  <a:schemeClr val="tx1"/>
                </a:solidFill>
                <a:latin typeface="Sanofi Sans 3 Regular"/>
                <a:ea typeface="+mn-ea"/>
                <a:cs typeface="+mn-cs"/>
              </a:defRPr>
            </a:lvl3pPr>
            <a:lvl4pPr>
              <a:defRPr sz="1333"/>
            </a:lvl4pPr>
            <a:lvl5pPr>
              <a:defRPr sz="1333"/>
            </a:lvl5pPr>
          </a:lstStyle>
          <a:p>
            <a:pPr lvl="0"/>
            <a:r>
              <a:rPr lang="en-US" noProof="0"/>
              <a:t>Click to edit Master text styles</a:t>
            </a:r>
          </a:p>
        </p:txBody>
      </p:sp>
      <p:sp>
        <p:nvSpPr>
          <p:cNvPr id="16" name="Text Placeholder 2">
            <a:extLst>
              <a:ext uri="{FF2B5EF4-FFF2-40B4-BE49-F238E27FC236}">
                <a16:creationId xmlns:a16="http://schemas.microsoft.com/office/drawing/2014/main" id="{F614E260-5FC8-4D02-8571-9C1540BB2B30}"/>
              </a:ext>
            </a:extLst>
          </p:cNvPr>
          <p:cNvSpPr>
            <a:spLocks noGrp="1"/>
          </p:cNvSpPr>
          <p:nvPr>
            <p:ph type="body" sz="quarter" idx="21"/>
          </p:nvPr>
        </p:nvSpPr>
        <p:spPr>
          <a:xfrm>
            <a:off x="442033" y="1943799"/>
            <a:ext cx="7647827" cy="42952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380792EA-2F40-4220-B1A0-E938F3FB871F}"/>
              </a:ext>
            </a:extLst>
          </p:cNvPr>
          <p:cNvSpPr>
            <a:spLocks noGrp="1"/>
          </p:cNvSpPr>
          <p:nvPr>
            <p:ph type="title"/>
          </p:nvPr>
        </p:nvSpPr>
        <p:spPr>
          <a:xfrm>
            <a:off x="441600" y="710401"/>
            <a:ext cx="7647827" cy="748247"/>
          </a:xfrm>
        </p:spPr>
        <p:txBody>
          <a:bodyPr/>
          <a:lstStyle/>
          <a:p>
            <a:r>
              <a:rPr lang="en-US"/>
              <a:t>Click to edit Master title style</a:t>
            </a:r>
            <a:endParaRPr lang="en-US" dirty="0"/>
          </a:p>
        </p:txBody>
      </p:sp>
    </p:spTree>
    <p:extLst>
      <p:ext uri="{BB962C8B-B14F-4D97-AF65-F5344CB8AC3E}">
        <p14:creationId xmlns:p14="http://schemas.microsoft.com/office/powerpoint/2010/main" val="11545577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and Content with Image (Large)">
    <p:spTree>
      <p:nvGrpSpPr>
        <p:cNvPr id="1" name=""/>
        <p:cNvGrpSpPr/>
        <p:nvPr/>
      </p:nvGrpSpPr>
      <p:grpSpPr>
        <a:xfrm>
          <a:off x="0" y="0"/>
          <a:ext cx="0" cy="0"/>
          <a:chOff x="0" y="0"/>
          <a:chExt cx="0" cy="0"/>
        </a:xfrm>
      </p:grpSpPr>
      <p:sp>
        <p:nvSpPr>
          <p:cNvPr id="11" name="Espace réservé du numéro de diapositive 10">
            <a:extLst>
              <a:ext uri="{FF2B5EF4-FFF2-40B4-BE49-F238E27FC236}">
                <a16:creationId xmlns:a16="http://schemas.microsoft.com/office/drawing/2014/main" id="{323D7EBE-BC7D-4AC5-AD6B-FCD5D270E1C6}"/>
              </a:ext>
            </a:extLst>
          </p:cNvPr>
          <p:cNvSpPr>
            <a:spLocks noGrp="1"/>
          </p:cNvSpPr>
          <p:nvPr>
            <p:ph type="sldNum" sz="quarter" idx="16"/>
          </p:nvPr>
        </p:nvSpPr>
        <p:spPr/>
        <p:txBody>
          <a:bodyPr/>
          <a:lstStyle/>
          <a:p>
            <a:fld id="{6B54B0F7-55DD-40D6-B7F4-70B586885C0B}" type="slidenum">
              <a:rPr lang="en-US" noProof="0" smtClean="0"/>
              <a:pPr/>
              <a:t>‹#›</a:t>
            </a:fld>
            <a:endParaRPr lang="en-US" noProof="0"/>
          </a:p>
        </p:txBody>
      </p:sp>
      <p:sp>
        <p:nvSpPr>
          <p:cNvPr id="9" name="Espace réservé pour une image  3">
            <a:extLst>
              <a:ext uri="{FF2B5EF4-FFF2-40B4-BE49-F238E27FC236}">
                <a16:creationId xmlns:a16="http://schemas.microsoft.com/office/drawing/2014/main" id="{7E64057C-5A6F-41C9-B888-6149A71BAD6F}"/>
              </a:ext>
            </a:extLst>
          </p:cNvPr>
          <p:cNvSpPr>
            <a:spLocks noGrp="1"/>
          </p:cNvSpPr>
          <p:nvPr>
            <p:ph type="pic" sz="quarter" idx="24"/>
          </p:nvPr>
        </p:nvSpPr>
        <p:spPr>
          <a:xfrm>
            <a:off x="6096000" y="0"/>
            <a:ext cx="6096000" cy="6858000"/>
          </a:xfrm>
        </p:spPr>
        <p:txBody>
          <a:bodyPr>
            <a:noAutofit/>
          </a:bodyPr>
          <a:lstStyle>
            <a:lvl1pPr>
              <a:defRPr>
                <a:noFill/>
              </a:defRPr>
            </a:lvl1pPr>
          </a:lstStyle>
          <a:p>
            <a:r>
              <a:rPr lang="en-US" noProof="0"/>
              <a:t>Click icon to add picture</a:t>
            </a:r>
          </a:p>
        </p:txBody>
      </p:sp>
      <p:sp>
        <p:nvSpPr>
          <p:cNvPr id="14" name="Espace réservé du texte 5">
            <a:extLst>
              <a:ext uri="{FF2B5EF4-FFF2-40B4-BE49-F238E27FC236}">
                <a16:creationId xmlns:a16="http://schemas.microsoft.com/office/drawing/2014/main" id="{D67FA919-D04A-4310-ADDF-1120333F61D8}"/>
              </a:ext>
            </a:extLst>
          </p:cNvPr>
          <p:cNvSpPr>
            <a:spLocks noGrp="1"/>
          </p:cNvSpPr>
          <p:nvPr>
            <p:ph type="body" sz="quarter" idx="18"/>
          </p:nvPr>
        </p:nvSpPr>
        <p:spPr>
          <a:xfrm>
            <a:off x="444973" y="425183"/>
            <a:ext cx="5373371" cy="164148"/>
          </a:xfrm>
        </p:spPr>
        <p:txBody>
          <a:bodyPr wrap="square" anchor="t" anchorCtr="0">
            <a:spAutoFit/>
          </a:bodyPr>
          <a:lstStyle>
            <a:lvl1pPr algn="l">
              <a:lnSpc>
                <a:spcPct val="100000"/>
              </a:lnSpc>
              <a:spcAft>
                <a:spcPts val="0"/>
              </a:spcAft>
              <a:defRPr lang="fr-FR" sz="1067" b="0" i="0" kern="1200" dirty="0" err="1" smtClean="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algn="l">
              <a:lnSpc>
                <a:spcPct val="100000"/>
              </a:lnSpc>
              <a:spcBef>
                <a:spcPts val="400"/>
              </a:spcBef>
              <a:spcAft>
                <a:spcPts val="0"/>
              </a:spcAft>
              <a:defRPr sz="533" b="0" i="0" cap="all" baseline="0">
                <a:latin typeface="Verdana" panose="020B0604030504040204" pitchFamily="34" charset="0"/>
                <a:ea typeface="Verdana" panose="020B0604030504040204" pitchFamily="34" charset="0"/>
                <a:cs typeface="Verdana" panose="020B0604030504040204" pitchFamily="34" charset="0"/>
              </a:defRPr>
            </a:lvl2pPr>
            <a:lvl3pPr>
              <a:spcBef>
                <a:spcPts val="400"/>
              </a:spcBef>
              <a:tabLst>
                <a:tab pos="836063" algn="l"/>
              </a:tabLst>
              <a:defRPr sz="533"/>
            </a:lvl3pPr>
          </a:lstStyle>
          <a:p>
            <a:pPr lvl="0"/>
            <a:r>
              <a:rPr lang="en-US" noProof="0"/>
              <a:t>Click to edit Master text styles</a:t>
            </a:r>
          </a:p>
        </p:txBody>
      </p:sp>
      <p:sp>
        <p:nvSpPr>
          <p:cNvPr id="15" name="Espace réservé du texte 4">
            <a:extLst>
              <a:ext uri="{FF2B5EF4-FFF2-40B4-BE49-F238E27FC236}">
                <a16:creationId xmlns:a16="http://schemas.microsoft.com/office/drawing/2014/main" id="{929FD931-0FD5-4A54-8BB1-79F5E8669C51}"/>
              </a:ext>
            </a:extLst>
          </p:cNvPr>
          <p:cNvSpPr>
            <a:spLocks noGrp="1"/>
          </p:cNvSpPr>
          <p:nvPr>
            <p:ph type="body" sz="quarter" idx="22"/>
          </p:nvPr>
        </p:nvSpPr>
        <p:spPr>
          <a:xfrm>
            <a:off x="444974" y="1577578"/>
            <a:ext cx="5371001" cy="246221"/>
          </a:xfrm>
        </p:spPr>
        <p:txBody>
          <a:bodyPr wrap="square">
            <a:spAutoFit/>
          </a:bodyPr>
          <a:lstStyle>
            <a:lvl1pPr>
              <a:lnSpc>
                <a:spcPct val="100000"/>
              </a:lnSpc>
              <a:spcAft>
                <a:spcPts val="0"/>
              </a:spcAft>
              <a:defRPr sz="1600" b="0" i="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0" indent="0">
              <a:spcBef>
                <a:spcPts val="533"/>
              </a:spcBef>
              <a:buFont typeface="Arial" panose="020B0604020202020204" pitchFamily="34" charset="0"/>
              <a:buNone/>
              <a:defRPr sz="1600"/>
            </a:lvl2pPr>
            <a:lvl3pPr>
              <a:lnSpc>
                <a:spcPct val="110000"/>
              </a:lnSpc>
              <a:defRPr lang="en-US" sz="1333" kern="1200" dirty="0" smtClean="0">
                <a:solidFill>
                  <a:schemeClr val="tx1"/>
                </a:solidFill>
                <a:latin typeface="Sanofi Sans 3 Regular"/>
                <a:ea typeface="+mn-ea"/>
                <a:cs typeface="+mn-cs"/>
              </a:defRPr>
            </a:lvl3pPr>
            <a:lvl4pPr>
              <a:defRPr sz="1333"/>
            </a:lvl4pPr>
            <a:lvl5pPr>
              <a:defRPr sz="1333"/>
            </a:lvl5pPr>
          </a:lstStyle>
          <a:p>
            <a:pPr lvl="0"/>
            <a:r>
              <a:rPr lang="en-US" noProof="0"/>
              <a:t>Click to edit Master text styles</a:t>
            </a:r>
          </a:p>
        </p:txBody>
      </p:sp>
      <p:sp>
        <p:nvSpPr>
          <p:cNvPr id="16" name="Text Placeholder 2">
            <a:extLst>
              <a:ext uri="{FF2B5EF4-FFF2-40B4-BE49-F238E27FC236}">
                <a16:creationId xmlns:a16="http://schemas.microsoft.com/office/drawing/2014/main" id="{0AEBA920-ED61-4542-B852-868AA9D5A00B}"/>
              </a:ext>
            </a:extLst>
          </p:cNvPr>
          <p:cNvSpPr>
            <a:spLocks noGrp="1"/>
          </p:cNvSpPr>
          <p:nvPr>
            <p:ph type="body" sz="quarter" idx="21"/>
          </p:nvPr>
        </p:nvSpPr>
        <p:spPr>
          <a:xfrm>
            <a:off x="442034" y="1943799"/>
            <a:ext cx="5371001" cy="42952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le 2">
            <a:extLst>
              <a:ext uri="{FF2B5EF4-FFF2-40B4-BE49-F238E27FC236}">
                <a16:creationId xmlns:a16="http://schemas.microsoft.com/office/drawing/2014/main" id="{1B62E878-181A-4B45-B709-990F0EC3EB82}"/>
              </a:ext>
            </a:extLst>
          </p:cNvPr>
          <p:cNvSpPr>
            <a:spLocks noGrp="1"/>
          </p:cNvSpPr>
          <p:nvPr>
            <p:ph type="title"/>
          </p:nvPr>
        </p:nvSpPr>
        <p:spPr>
          <a:xfrm>
            <a:off x="441601" y="710401"/>
            <a:ext cx="5371001" cy="748247"/>
          </a:xfrm>
        </p:spPr>
        <p:txBody>
          <a:bodyPr/>
          <a:lstStyle/>
          <a:p>
            <a:r>
              <a:rPr lang="en-US"/>
              <a:t>Click to edit Master title style</a:t>
            </a:r>
            <a:endParaRPr lang="en-US" dirty="0"/>
          </a:p>
        </p:txBody>
      </p:sp>
    </p:spTree>
    <p:extLst>
      <p:ext uri="{BB962C8B-B14F-4D97-AF65-F5344CB8AC3E}">
        <p14:creationId xmlns:p14="http://schemas.microsoft.com/office/powerpoint/2010/main" val="11676799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Images and Descriptions">
    <p:spTree>
      <p:nvGrpSpPr>
        <p:cNvPr id="1" name=""/>
        <p:cNvGrpSpPr/>
        <p:nvPr/>
      </p:nvGrpSpPr>
      <p:grpSpPr>
        <a:xfrm>
          <a:off x="0" y="0"/>
          <a:ext cx="0" cy="0"/>
          <a:chOff x="0" y="0"/>
          <a:chExt cx="0" cy="0"/>
        </a:xfrm>
      </p:grpSpPr>
      <p:sp>
        <p:nvSpPr>
          <p:cNvPr id="11" name="Espace réservé du numéro de diapositive 10">
            <a:extLst>
              <a:ext uri="{FF2B5EF4-FFF2-40B4-BE49-F238E27FC236}">
                <a16:creationId xmlns:a16="http://schemas.microsoft.com/office/drawing/2014/main" id="{323D7EBE-BC7D-4AC5-AD6B-FCD5D270E1C6}"/>
              </a:ext>
            </a:extLst>
          </p:cNvPr>
          <p:cNvSpPr>
            <a:spLocks noGrp="1"/>
          </p:cNvSpPr>
          <p:nvPr>
            <p:ph type="sldNum" sz="quarter" idx="16"/>
          </p:nvPr>
        </p:nvSpPr>
        <p:spPr/>
        <p:txBody>
          <a:bodyPr/>
          <a:lstStyle/>
          <a:p>
            <a:fld id="{6B54B0F7-55DD-40D6-B7F4-70B586885C0B}" type="slidenum">
              <a:rPr lang="en-US" noProof="0" smtClean="0"/>
              <a:pPr/>
              <a:t>‹#›</a:t>
            </a:fld>
            <a:endParaRPr lang="en-US" noProof="0"/>
          </a:p>
        </p:txBody>
      </p:sp>
      <p:sp>
        <p:nvSpPr>
          <p:cNvPr id="8" name="Espace réservé du texte 4">
            <a:extLst>
              <a:ext uri="{FF2B5EF4-FFF2-40B4-BE49-F238E27FC236}">
                <a16:creationId xmlns:a16="http://schemas.microsoft.com/office/drawing/2014/main" id="{B88BFE2C-28A1-438A-960B-E93F4C5FF58C}"/>
              </a:ext>
            </a:extLst>
          </p:cNvPr>
          <p:cNvSpPr>
            <a:spLocks noGrp="1"/>
          </p:cNvSpPr>
          <p:nvPr>
            <p:ph type="body" sz="quarter" idx="43"/>
          </p:nvPr>
        </p:nvSpPr>
        <p:spPr>
          <a:xfrm>
            <a:off x="451324" y="2077802"/>
            <a:ext cx="2922291" cy="215444"/>
          </a:xfrm>
        </p:spPr>
        <p:txBody>
          <a:bodyPr/>
          <a:lstStyle>
            <a:lvl1pPr algn="l">
              <a:lnSpc>
                <a:spcPct val="100000"/>
              </a:lnSpc>
              <a:spcAft>
                <a:spcPts val="0"/>
              </a:spcAft>
              <a:defRPr sz="1067" b="0" i="0" cap="all" baseline="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0" indent="0">
              <a:buFont typeface="Arial" panose="020B0604020202020204" pitchFamily="34" charset="0"/>
              <a:buNone/>
              <a:defRPr sz="1333"/>
            </a:lvl2pPr>
            <a:lvl3pPr>
              <a:lnSpc>
                <a:spcPct val="110000"/>
              </a:lnSpc>
              <a:defRPr lang="en-US" sz="1333" kern="1200" dirty="0" smtClean="0">
                <a:solidFill>
                  <a:schemeClr val="tx1"/>
                </a:solidFill>
                <a:latin typeface="Sanofi Sans 3 Regular"/>
                <a:ea typeface="+mn-ea"/>
                <a:cs typeface="+mn-cs"/>
              </a:defRPr>
            </a:lvl3pPr>
            <a:lvl4pPr>
              <a:defRPr sz="1333"/>
            </a:lvl4pPr>
            <a:lvl5pPr>
              <a:defRPr sz="1333"/>
            </a:lvl5pPr>
          </a:lstStyle>
          <a:p>
            <a:pPr lvl="0"/>
            <a:r>
              <a:rPr lang="en-US" noProof="0"/>
              <a:t>Click to edit Master text styles</a:t>
            </a:r>
          </a:p>
        </p:txBody>
      </p:sp>
      <p:sp>
        <p:nvSpPr>
          <p:cNvPr id="9" name="Espace réservé du texte 4">
            <a:extLst>
              <a:ext uri="{FF2B5EF4-FFF2-40B4-BE49-F238E27FC236}">
                <a16:creationId xmlns:a16="http://schemas.microsoft.com/office/drawing/2014/main" id="{67A3D333-F7E4-4D2F-8B90-78E621A65ABB}"/>
              </a:ext>
            </a:extLst>
          </p:cNvPr>
          <p:cNvSpPr>
            <a:spLocks noGrp="1"/>
          </p:cNvSpPr>
          <p:nvPr>
            <p:ph type="body" sz="quarter" idx="44"/>
          </p:nvPr>
        </p:nvSpPr>
        <p:spPr>
          <a:xfrm>
            <a:off x="6096000" y="2077802"/>
            <a:ext cx="2922291" cy="215444"/>
          </a:xfrm>
        </p:spPr>
        <p:txBody>
          <a:bodyPr/>
          <a:lstStyle>
            <a:lvl1pPr algn="l">
              <a:lnSpc>
                <a:spcPct val="100000"/>
              </a:lnSpc>
              <a:spcAft>
                <a:spcPts val="0"/>
              </a:spcAft>
              <a:defRPr sz="1067" b="0" i="0" cap="all" baseline="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0" indent="0">
              <a:buFont typeface="Arial" panose="020B0604020202020204" pitchFamily="34" charset="0"/>
              <a:buNone/>
              <a:defRPr sz="1333"/>
            </a:lvl2pPr>
            <a:lvl3pPr>
              <a:lnSpc>
                <a:spcPct val="110000"/>
              </a:lnSpc>
              <a:defRPr lang="en-US" sz="1333" kern="1200" dirty="0" smtClean="0">
                <a:solidFill>
                  <a:schemeClr val="tx1"/>
                </a:solidFill>
                <a:latin typeface="Sanofi Sans 3 Regular"/>
                <a:ea typeface="+mn-ea"/>
                <a:cs typeface="+mn-cs"/>
              </a:defRPr>
            </a:lvl3pPr>
            <a:lvl4pPr>
              <a:defRPr sz="1333"/>
            </a:lvl4pPr>
            <a:lvl5pPr>
              <a:defRPr sz="1333"/>
            </a:lvl5pPr>
          </a:lstStyle>
          <a:p>
            <a:pPr lvl="0"/>
            <a:r>
              <a:rPr lang="en-US" noProof="0"/>
              <a:t>Click to edit Master text styles</a:t>
            </a:r>
          </a:p>
        </p:txBody>
      </p:sp>
      <p:sp>
        <p:nvSpPr>
          <p:cNvPr id="14" name="Espace réservé pour une image  3">
            <a:extLst>
              <a:ext uri="{FF2B5EF4-FFF2-40B4-BE49-F238E27FC236}">
                <a16:creationId xmlns:a16="http://schemas.microsoft.com/office/drawing/2014/main" id="{D04D9ECA-57E3-42D4-AB59-AFDFC4994F90}"/>
              </a:ext>
            </a:extLst>
          </p:cNvPr>
          <p:cNvSpPr>
            <a:spLocks noGrp="1"/>
          </p:cNvSpPr>
          <p:nvPr>
            <p:ph type="pic" sz="quarter" idx="45"/>
          </p:nvPr>
        </p:nvSpPr>
        <p:spPr>
          <a:xfrm>
            <a:off x="444974" y="2439354"/>
            <a:ext cx="2340559" cy="3622821"/>
          </a:xfrm>
        </p:spPr>
        <p:txBody>
          <a:bodyPr>
            <a:noAutofit/>
          </a:bodyPr>
          <a:lstStyle>
            <a:lvl1pPr>
              <a:defRPr>
                <a:noFill/>
              </a:defRPr>
            </a:lvl1pPr>
          </a:lstStyle>
          <a:p>
            <a:r>
              <a:rPr lang="en-US" noProof="0"/>
              <a:t>Click icon to add picture</a:t>
            </a:r>
          </a:p>
        </p:txBody>
      </p:sp>
      <p:sp>
        <p:nvSpPr>
          <p:cNvPr id="15" name="Espace réservé pour une image  3">
            <a:extLst>
              <a:ext uri="{FF2B5EF4-FFF2-40B4-BE49-F238E27FC236}">
                <a16:creationId xmlns:a16="http://schemas.microsoft.com/office/drawing/2014/main" id="{A4ACE33E-54EC-45BB-A1EF-BC5E84D636CA}"/>
              </a:ext>
            </a:extLst>
          </p:cNvPr>
          <p:cNvSpPr>
            <a:spLocks noGrp="1"/>
          </p:cNvSpPr>
          <p:nvPr>
            <p:ph type="pic" sz="quarter" idx="46"/>
          </p:nvPr>
        </p:nvSpPr>
        <p:spPr>
          <a:xfrm>
            <a:off x="6096001" y="2439354"/>
            <a:ext cx="2340559" cy="3622821"/>
          </a:xfrm>
        </p:spPr>
        <p:txBody>
          <a:bodyPr>
            <a:noAutofit/>
          </a:bodyPr>
          <a:lstStyle>
            <a:lvl1pPr>
              <a:defRPr>
                <a:noFill/>
              </a:defRPr>
            </a:lvl1pPr>
          </a:lstStyle>
          <a:p>
            <a:r>
              <a:rPr lang="en-US" noProof="0"/>
              <a:t>Click icon to add picture</a:t>
            </a:r>
          </a:p>
        </p:txBody>
      </p:sp>
      <p:sp>
        <p:nvSpPr>
          <p:cNvPr id="18" name="Text Placeholder 2">
            <a:extLst>
              <a:ext uri="{FF2B5EF4-FFF2-40B4-BE49-F238E27FC236}">
                <a16:creationId xmlns:a16="http://schemas.microsoft.com/office/drawing/2014/main" id="{C3DEB9B5-F15A-466E-8080-C371BE1672CE}"/>
              </a:ext>
            </a:extLst>
          </p:cNvPr>
          <p:cNvSpPr>
            <a:spLocks noGrp="1"/>
          </p:cNvSpPr>
          <p:nvPr>
            <p:ph type="body" sz="quarter" idx="21"/>
          </p:nvPr>
        </p:nvSpPr>
        <p:spPr>
          <a:xfrm>
            <a:off x="8719523" y="2439354"/>
            <a:ext cx="2745600" cy="22669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2">
            <a:extLst>
              <a:ext uri="{FF2B5EF4-FFF2-40B4-BE49-F238E27FC236}">
                <a16:creationId xmlns:a16="http://schemas.microsoft.com/office/drawing/2014/main" id="{53DFB714-75E9-40A1-A9E1-32341A0AB2F9}"/>
              </a:ext>
            </a:extLst>
          </p:cNvPr>
          <p:cNvSpPr>
            <a:spLocks noGrp="1"/>
          </p:cNvSpPr>
          <p:nvPr>
            <p:ph type="body" sz="quarter" idx="47"/>
          </p:nvPr>
        </p:nvSpPr>
        <p:spPr>
          <a:xfrm>
            <a:off x="3068498" y="2439354"/>
            <a:ext cx="2744537" cy="22669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Espace réservé du texte 5">
            <a:extLst>
              <a:ext uri="{FF2B5EF4-FFF2-40B4-BE49-F238E27FC236}">
                <a16:creationId xmlns:a16="http://schemas.microsoft.com/office/drawing/2014/main" id="{8B0C0C30-D9D7-4BD7-AF39-B6CB516C9897}"/>
              </a:ext>
            </a:extLst>
          </p:cNvPr>
          <p:cNvSpPr>
            <a:spLocks noGrp="1"/>
          </p:cNvSpPr>
          <p:nvPr>
            <p:ph type="body" sz="quarter" idx="18"/>
          </p:nvPr>
        </p:nvSpPr>
        <p:spPr>
          <a:xfrm>
            <a:off x="444973" y="425183"/>
            <a:ext cx="11304000" cy="164148"/>
          </a:xfrm>
        </p:spPr>
        <p:txBody>
          <a:bodyPr wrap="square" anchor="t" anchorCtr="0">
            <a:spAutoFit/>
          </a:bodyPr>
          <a:lstStyle>
            <a:lvl1pPr algn="l">
              <a:lnSpc>
                <a:spcPct val="100000"/>
              </a:lnSpc>
              <a:spcAft>
                <a:spcPts val="0"/>
              </a:spcAft>
              <a:defRPr lang="fr-FR" sz="1067" b="0" i="0" kern="1200" dirty="0" err="1" smtClean="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algn="l">
              <a:lnSpc>
                <a:spcPct val="100000"/>
              </a:lnSpc>
              <a:spcBef>
                <a:spcPts val="400"/>
              </a:spcBef>
              <a:spcAft>
                <a:spcPts val="0"/>
              </a:spcAft>
              <a:defRPr sz="533" b="0" i="0" cap="all" baseline="0">
                <a:latin typeface="Verdana" panose="020B0604030504040204" pitchFamily="34" charset="0"/>
                <a:ea typeface="Verdana" panose="020B0604030504040204" pitchFamily="34" charset="0"/>
                <a:cs typeface="Verdana" panose="020B0604030504040204" pitchFamily="34" charset="0"/>
              </a:defRPr>
            </a:lvl2pPr>
            <a:lvl3pPr>
              <a:spcBef>
                <a:spcPts val="400"/>
              </a:spcBef>
              <a:tabLst>
                <a:tab pos="836063" algn="l"/>
              </a:tabLst>
              <a:defRPr sz="533"/>
            </a:lvl3pPr>
          </a:lstStyle>
          <a:p>
            <a:pPr lvl="0"/>
            <a:r>
              <a:rPr lang="en-US" noProof="0"/>
              <a:t>Click to edit Master text styles</a:t>
            </a:r>
          </a:p>
        </p:txBody>
      </p:sp>
      <p:sp>
        <p:nvSpPr>
          <p:cNvPr id="19" name="Espace réservé du texte 4">
            <a:extLst>
              <a:ext uri="{FF2B5EF4-FFF2-40B4-BE49-F238E27FC236}">
                <a16:creationId xmlns:a16="http://schemas.microsoft.com/office/drawing/2014/main" id="{1CD7C0F2-9ED1-4D8C-94FB-BE336E7168B9}"/>
              </a:ext>
            </a:extLst>
          </p:cNvPr>
          <p:cNvSpPr>
            <a:spLocks noGrp="1"/>
          </p:cNvSpPr>
          <p:nvPr>
            <p:ph type="body" sz="quarter" idx="22"/>
          </p:nvPr>
        </p:nvSpPr>
        <p:spPr>
          <a:xfrm>
            <a:off x="444973" y="1577578"/>
            <a:ext cx="11304000" cy="246221"/>
          </a:xfrm>
        </p:spPr>
        <p:txBody>
          <a:bodyPr wrap="square">
            <a:spAutoFit/>
          </a:bodyPr>
          <a:lstStyle>
            <a:lvl1pPr>
              <a:lnSpc>
                <a:spcPct val="100000"/>
              </a:lnSpc>
              <a:spcAft>
                <a:spcPts val="0"/>
              </a:spcAft>
              <a:defRPr sz="1600" b="0" i="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0" indent="0">
              <a:spcBef>
                <a:spcPts val="533"/>
              </a:spcBef>
              <a:buFont typeface="Arial" panose="020B0604020202020204" pitchFamily="34" charset="0"/>
              <a:buNone/>
              <a:defRPr sz="1600"/>
            </a:lvl2pPr>
            <a:lvl3pPr>
              <a:lnSpc>
                <a:spcPct val="110000"/>
              </a:lnSpc>
              <a:defRPr lang="en-US" sz="1333" kern="1200" dirty="0" smtClean="0">
                <a:solidFill>
                  <a:schemeClr val="tx1"/>
                </a:solidFill>
                <a:latin typeface="Sanofi Sans 3 Regular"/>
                <a:ea typeface="+mn-ea"/>
                <a:cs typeface="+mn-cs"/>
              </a:defRPr>
            </a:lvl3pPr>
            <a:lvl4pPr>
              <a:defRPr sz="1333"/>
            </a:lvl4pPr>
            <a:lvl5pPr>
              <a:defRPr sz="1333"/>
            </a:lvl5pPr>
          </a:lstStyle>
          <a:p>
            <a:pPr lvl="0"/>
            <a:r>
              <a:rPr lang="en-US" noProof="0"/>
              <a:t>Click to edit Master text styles</a:t>
            </a:r>
          </a:p>
        </p:txBody>
      </p:sp>
      <p:sp>
        <p:nvSpPr>
          <p:cNvPr id="3" name="Title 2">
            <a:extLst>
              <a:ext uri="{FF2B5EF4-FFF2-40B4-BE49-F238E27FC236}">
                <a16:creationId xmlns:a16="http://schemas.microsoft.com/office/drawing/2014/main" id="{53841BA8-9107-45A1-B4A7-F5FE729D482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9634467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Content and Numbers">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7276DEF-3CBF-476F-8A84-C6760A5FE884}"/>
              </a:ext>
            </a:extLst>
          </p:cNvPr>
          <p:cNvSpPr/>
          <p:nvPr userDrawn="1"/>
        </p:nvSpPr>
        <p:spPr>
          <a:xfrm>
            <a:off x="0" y="0"/>
            <a:ext cx="3729600" cy="6858000"/>
          </a:xfrm>
          <a:prstGeom prst="rect">
            <a:avLst/>
          </a:prstGeom>
          <a:solidFill>
            <a:srgbClr val="E9E6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noProof="0"/>
          </a:p>
        </p:txBody>
      </p:sp>
      <p:sp>
        <p:nvSpPr>
          <p:cNvPr id="11" name="Espace réservé du numéro de diapositive 10">
            <a:extLst>
              <a:ext uri="{FF2B5EF4-FFF2-40B4-BE49-F238E27FC236}">
                <a16:creationId xmlns:a16="http://schemas.microsoft.com/office/drawing/2014/main" id="{323D7EBE-BC7D-4AC5-AD6B-FCD5D270E1C6}"/>
              </a:ext>
            </a:extLst>
          </p:cNvPr>
          <p:cNvSpPr>
            <a:spLocks noGrp="1"/>
          </p:cNvSpPr>
          <p:nvPr>
            <p:ph type="sldNum" sz="quarter" idx="16"/>
          </p:nvPr>
        </p:nvSpPr>
        <p:spPr/>
        <p:txBody>
          <a:bodyPr/>
          <a:lstStyle/>
          <a:p>
            <a:fld id="{6B54B0F7-55DD-40D6-B7F4-70B586885C0B}" type="slidenum">
              <a:rPr lang="en-US" noProof="0" smtClean="0"/>
              <a:pPr/>
              <a:t>‹#›</a:t>
            </a:fld>
            <a:endParaRPr lang="en-US" noProof="0"/>
          </a:p>
        </p:txBody>
      </p:sp>
      <p:sp>
        <p:nvSpPr>
          <p:cNvPr id="16" name="Espace réservé pour une image  15">
            <a:extLst>
              <a:ext uri="{FF2B5EF4-FFF2-40B4-BE49-F238E27FC236}">
                <a16:creationId xmlns:a16="http://schemas.microsoft.com/office/drawing/2014/main" id="{8BEDC788-81F2-409E-8CE9-FF2A15A91919}"/>
              </a:ext>
            </a:extLst>
          </p:cNvPr>
          <p:cNvSpPr>
            <a:spLocks noGrp="1"/>
          </p:cNvSpPr>
          <p:nvPr>
            <p:ph type="pic" sz="quarter" idx="17"/>
          </p:nvPr>
        </p:nvSpPr>
        <p:spPr>
          <a:xfrm>
            <a:off x="5402083" y="2468972"/>
            <a:ext cx="1379716" cy="1819200"/>
          </a:xfrm>
        </p:spPr>
        <p:txBody>
          <a:bodyPr>
            <a:noAutofit/>
          </a:bodyPr>
          <a:lstStyle>
            <a:lvl1pPr>
              <a:defRPr>
                <a:noFill/>
              </a:defRPr>
            </a:lvl1pPr>
          </a:lstStyle>
          <a:p>
            <a:r>
              <a:rPr lang="en-US" noProof="0"/>
              <a:t>Click icon to add picture</a:t>
            </a:r>
          </a:p>
        </p:txBody>
      </p:sp>
      <p:sp>
        <p:nvSpPr>
          <p:cNvPr id="17" name="Espace réservé du texte 4">
            <a:extLst>
              <a:ext uri="{FF2B5EF4-FFF2-40B4-BE49-F238E27FC236}">
                <a16:creationId xmlns:a16="http://schemas.microsoft.com/office/drawing/2014/main" id="{D96EF966-14FD-41BC-A600-7421C0981677}"/>
              </a:ext>
            </a:extLst>
          </p:cNvPr>
          <p:cNvSpPr>
            <a:spLocks noGrp="1"/>
          </p:cNvSpPr>
          <p:nvPr>
            <p:ph type="body" sz="quarter" idx="23" hasCustomPrompt="1"/>
          </p:nvPr>
        </p:nvSpPr>
        <p:spPr>
          <a:xfrm>
            <a:off x="5402082" y="1584820"/>
            <a:ext cx="1379716" cy="532283"/>
          </a:xfrm>
        </p:spPr>
        <p:txBody>
          <a:bodyPr/>
          <a:lstStyle>
            <a:lvl1pPr algn="l">
              <a:lnSpc>
                <a:spcPct val="110000"/>
              </a:lnSpc>
              <a:defRPr sz="3467" b="0" i="0" cap="all" baseline="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228594" indent="-228594">
              <a:buFontTx/>
              <a:buBlip>
                <a:blip>
                  <a:extLst>
                    <a:ext uri="{96DAC541-7B7A-43D3-8B79-37D633B846F1}">
                      <asvg:svgBlip xmlns:asvg="http://schemas.microsoft.com/office/drawing/2016/SVG/main" r:embed="rId2"/>
                    </a:ext>
                  </a:extLst>
                </a:blip>
              </a:buBlip>
              <a:defRPr sz="1067"/>
            </a:lvl2pPr>
            <a:lvl3pPr>
              <a:lnSpc>
                <a:spcPct val="110000"/>
              </a:lnSpc>
              <a:defRPr sz="1067">
                <a:latin typeface="+mj-lt"/>
              </a:defRPr>
            </a:lvl3pPr>
            <a:lvl4pPr>
              <a:defRPr sz="1333"/>
            </a:lvl4pPr>
            <a:lvl5pPr>
              <a:defRPr sz="1333"/>
            </a:lvl5pPr>
          </a:lstStyle>
          <a:p>
            <a:pPr lvl="0"/>
            <a:r>
              <a:rPr lang="en-US" noProof="0" dirty="0"/>
              <a:t>01</a:t>
            </a:r>
          </a:p>
        </p:txBody>
      </p:sp>
      <p:sp>
        <p:nvSpPr>
          <p:cNvPr id="18" name="Espace réservé du texte 4">
            <a:extLst>
              <a:ext uri="{FF2B5EF4-FFF2-40B4-BE49-F238E27FC236}">
                <a16:creationId xmlns:a16="http://schemas.microsoft.com/office/drawing/2014/main" id="{09C6DAE5-28F5-4BE0-9DAE-75B6B0AC968B}"/>
              </a:ext>
            </a:extLst>
          </p:cNvPr>
          <p:cNvSpPr>
            <a:spLocks noGrp="1"/>
          </p:cNvSpPr>
          <p:nvPr>
            <p:ph type="body" sz="quarter" idx="24"/>
          </p:nvPr>
        </p:nvSpPr>
        <p:spPr>
          <a:xfrm>
            <a:off x="4033427" y="1519091"/>
            <a:ext cx="1178053" cy="531256"/>
          </a:xfrm>
        </p:spPr>
        <p:txBody>
          <a:bodyPr anchor="b">
            <a:noAutofit/>
          </a:bodyPr>
          <a:lstStyle>
            <a:lvl1pPr algn="r">
              <a:lnSpc>
                <a:spcPct val="110000"/>
              </a:lnSpc>
              <a:defRPr sz="1067" cap="all" baseline="0">
                <a:solidFill>
                  <a:schemeClr val="tx1"/>
                </a:solidFill>
              </a:defRPr>
            </a:lvl1pPr>
            <a:lvl2pPr marL="228594" indent="-228594">
              <a:buFontTx/>
              <a:buBlip>
                <a:blip>
                  <a:extLst>
                    <a:ext uri="{96DAC541-7B7A-43D3-8B79-37D633B846F1}">
                      <asvg:svgBlip xmlns:asvg="http://schemas.microsoft.com/office/drawing/2016/SVG/main" r:embed="rId2"/>
                    </a:ext>
                  </a:extLst>
                </a:blip>
              </a:buBlip>
              <a:defRPr sz="1067"/>
            </a:lvl2pPr>
            <a:lvl3pPr>
              <a:lnSpc>
                <a:spcPct val="110000"/>
              </a:lnSpc>
              <a:defRPr sz="1067">
                <a:latin typeface="+mj-lt"/>
              </a:defRPr>
            </a:lvl3pPr>
            <a:lvl4pPr>
              <a:defRPr sz="1333"/>
            </a:lvl4pPr>
            <a:lvl5pPr>
              <a:defRPr sz="1333"/>
            </a:lvl5pPr>
          </a:lstStyle>
          <a:p>
            <a:pPr lvl="0"/>
            <a:r>
              <a:rPr lang="en-US" noProof="0"/>
              <a:t>Click to edit Master text styles</a:t>
            </a:r>
          </a:p>
        </p:txBody>
      </p:sp>
      <p:sp>
        <p:nvSpPr>
          <p:cNvPr id="19" name="Espace réservé du texte 4">
            <a:extLst>
              <a:ext uri="{FF2B5EF4-FFF2-40B4-BE49-F238E27FC236}">
                <a16:creationId xmlns:a16="http://schemas.microsoft.com/office/drawing/2014/main" id="{DB385219-3623-4C80-90CB-E73147176A63}"/>
              </a:ext>
            </a:extLst>
          </p:cNvPr>
          <p:cNvSpPr>
            <a:spLocks noGrp="1"/>
          </p:cNvSpPr>
          <p:nvPr>
            <p:ph type="body" sz="quarter" idx="25"/>
          </p:nvPr>
        </p:nvSpPr>
        <p:spPr>
          <a:xfrm>
            <a:off x="5402083" y="4587063"/>
            <a:ext cx="1379716" cy="419247"/>
          </a:xfrm>
        </p:spPr>
        <p:txBody>
          <a:bodyPr/>
          <a:lstStyle>
            <a:lvl1pPr algn="l">
              <a:lnSpc>
                <a:spcPct val="125000"/>
              </a:lnSpc>
              <a:defRPr sz="1600">
                <a:solidFill>
                  <a:schemeClr val="accent2"/>
                </a:solidFill>
              </a:defRPr>
            </a:lvl1pPr>
            <a:lvl2pPr marL="0" indent="0">
              <a:lnSpc>
                <a:spcPts val="1600"/>
              </a:lnSpc>
              <a:spcAft>
                <a:spcPts val="533"/>
              </a:spcAft>
              <a:buFont typeface="Arial" panose="020B0604020202020204" pitchFamily="34" charset="0"/>
              <a:buNone/>
              <a:defRPr sz="1467">
                <a:solidFill>
                  <a:schemeClr val="accent2"/>
                </a:solidFill>
              </a:defRPr>
            </a:lvl2pPr>
            <a:lvl3pPr>
              <a:lnSpc>
                <a:spcPct val="110000"/>
              </a:lnSpc>
              <a:defRPr sz="1067">
                <a:latin typeface="+mj-lt"/>
              </a:defRPr>
            </a:lvl3pPr>
            <a:lvl4pPr>
              <a:defRPr sz="1333"/>
            </a:lvl4pPr>
            <a:lvl5pPr>
              <a:defRPr sz="1333"/>
            </a:lvl5pPr>
          </a:lstStyle>
          <a:p>
            <a:pPr lvl="0"/>
            <a:r>
              <a:rPr lang="en-US" noProof="0"/>
              <a:t>Click to edit Master text styles</a:t>
            </a:r>
          </a:p>
        </p:txBody>
      </p:sp>
      <p:sp>
        <p:nvSpPr>
          <p:cNvPr id="20" name="Espace réservé pour une image  15">
            <a:extLst>
              <a:ext uri="{FF2B5EF4-FFF2-40B4-BE49-F238E27FC236}">
                <a16:creationId xmlns:a16="http://schemas.microsoft.com/office/drawing/2014/main" id="{E7DD041E-74AB-4E79-8DE2-875A9F1E7DB5}"/>
              </a:ext>
            </a:extLst>
          </p:cNvPr>
          <p:cNvSpPr>
            <a:spLocks noGrp="1"/>
          </p:cNvSpPr>
          <p:nvPr>
            <p:ph type="pic" sz="quarter" idx="26"/>
          </p:nvPr>
        </p:nvSpPr>
        <p:spPr>
          <a:xfrm>
            <a:off x="7061999" y="2468972"/>
            <a:ext cx="1379716" cy="1819200"/>
          </a:xfrm>
        </p:spPr>
        <p:txBody>
          <a:bodyPr>
            <a:noAutofit/>
          </a:bodyPr>
          <a:lstStyle>
            <a:lvl1pPr>
              <a:defRPr>
                <a:noFill/>
              </a:defRPr>
            </a:lvl1pPr>
          </a:lstStyle>
          <a:p>
            <a:r>
              <a:rPr lang="en-US" noProof="0"/>
              <a:t>Click icon to add picture</a:t>
            </a:r>
          </a:p>
        </p:txBody>
      </p:sp>
      <p:sp>
        <p:nvSpPr>
          <p:cNvPr id="21" name="Espace réservé du texte 4">
            <a:extLst>
              <a:ext uri="{FF2B5EF4-FFF2-40B4-BE49-F238E27FC236}">
                <a16:creationId xmlns:a16="http://schemas.microsoft.com/office/drawing/2014/main" id="{065977EE-862D-4B7C-8337-FDC6002343A7}"/>
              </a:ext>
            </a:extLst>
          </p:cNvPr>
          <p:cNvSpPr>
            <a:spLocks noGrp="1"/>
          </p:cNvSpPr>
          <p:nvPr>
            <p:ph type="body" sz="quarter" idx="27" hasCustomPrompt="1"/>
          </p:nvPr>
        </p:nvSpPr>
        <p:spPr>
          <a:xfrm>
            <a:off x="7061999" y="1584820"/>
            <a:ext cx="1379715" cy="532283"/>
          </a:xfrm>
        </p:spPr>
        <p:txBody>
          <a:bodyPr/>
          <a:lstStyle>
            <a:lvl1pPr algn="l">
              <a:lnSpc>
                <a:spcPct val="110000"/>
              </a:lnSpc>
              <a:defRPr sz="3467" b="0" i="0" cap="all" baseline="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228594" indent="-228594">
              <a:buFontTx/>
              <a:buBlip>
                <a:blip>
                  <a:extLst>
                    <a:ext uri="{96DAC541-7B7A-43D3-8B79-37D633B846F1}">
                      <asvg:svgBlip xmlns:asvg="http://schemas.microsoft.com/office/drawing/2016/SVG/main" r:embed="rId2"/>
                    </a:ext>
                  </a:extLst>
                </a:blip>
              </a:buBlip>
              <a:defRPr sz="1067"/>
            </a:lvl2pPr>
            <a:lvl3pPr>
              <a:lnSpc>
                <a:spcPct val="110000"/>
              </a:lnSpc>
              <a:defRPr sz="1067">
                <a:latin typeface="+mj-lt"/>
              </a:defRPr>
            </a:lvl3pPr>
            <a:lvl4pPr>
              <a:defRPr sz="1333"/>
            </a:lvl4pPr>
            <a:lvl5pPr>
              <a:defRPr sz="1333"/>
            </a:lvl5pPr>
          </a:lstStyle>
          <a:p>
            <a:pPr lvl="0"/>
            <a:r>
              <a:rPr lang="en-US" noProof="0" dirty="0"/>
              <a:t>02</a:t>
            </a:r>
          </a:p>
        </p:txBody>
      </p:sp>
      <p:sp>
        <p:nvSpPr>
          <p:cNvPr id="23" name="Espace réservé pour une image  15">
            <a:extLst>
              <a:ext uri="{FF2B5EF4-FFF2-40B4-BE49-F238E27FC236}">
                <a16:creationId xmlns:a16="http://schemas.microsoft.com/office/drawing/2014/main" id="{F89C23CF-B6A6-47AA-A07B-24B1AE35C570}"/>
              </a:ext>
            </a:extLst>
          </p:cNvPr>
          <p:cNvSpPr>
            <a:spLocks noGrp="1"/>
          </p:cNvSpPr>
          <p:nvPr>
            <p:ph type="pic" sz="quarter" idx="29"/>
          </p:nvPr>
        </p:nvSpPr>
        <p:spPr>
          <a:xfrm>
            <a:off x="8721915" y="2468972"/>
            <a:ext cx="1379716" cy="1819200"/>
          </a:xfrm>
        </p:spPr>
        <p:txBody>
          <a:bodyPr>
            <a:noAutofit/>
          </a:bodyPr>
          <a:lstStyle>
            <a:lvl1pPr>
              <a:defRPr>
                <a:noFill/>
              </a:defRPr>
            </a:lvl1pPr>
          </a:lstStyle>
          <a:p>
            <a:r>
              <a:rPr lang="en-US" noProof="0"/>
              <a:t>Click icon to add picture</a:t>
            </a:r>
          </a:p>
        </p:txBody>
      </p:sp>
      <p:sp>
        <p:nvSpPr>
          <p:cNvPr id="24" name="Espace réservé du texte 4">
            <a:extLst>
              <a:ext uri="{FF2B5EF4-FFF2-40B4-BE49-F238E27FC236}">
                <a16:creationId xmlns:a16="http://schemas.microsoft.com/office/drawing/2014/main" id="{637D886D-DA77-4D52-A839-266F7AEEBCE1}"/>
              </a:ext>
            </a:extLst>
          </p:cNvPr>
          <p:cNvSpPr>
            <a:spLocks noGrp="1"/>
          </p:cNvSpPr>
          <p:nvPr>
            <p:ph type="body" sz="quarter" idx="30" hasCustomPrompt="1"/>
          </p:nvPr>
        </p:nvSpPr>
        <p:spPr>
          <a:xfrm>
            <a:off x="8721914" y="1584820"/>
            <a:ext cx="1379713" cy="532283"/>
          </a:xfrm>
        </p:spPr>
        <p:txBody>
          <a:bodyPr/>
          <a:lstStyle>
            <a:lvl1pPr algn="l">
              <a:lnSpc>
                <a:spcPct val="110000"/>
              </a:lnSpc>
              <a:defRPr sz="3467" b="0" i="0" cap="all" baseline="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228594" indent="-228594">
              <a:buFontTx/>
              <a:buBlip>
                <a:blip>
                  <a:extLst>
                    <a:ext uri="{96DAC541-7B7A-43D3-8B79-37D633B846F1}">
                      <asvg:svgBlip xmlns:asvg="http://schemas.microsoft.com/office/drawing/2016/SVG/main" r:embed="rId2"/>
                    </a:ext>
                  </a:extLst>
                </a:blip>
              </a:buBlip>
              <a:defRPr sz="1067"/>
            </a:lvl2pPr>
            <a:lvl3pPr>
              <a:lnSpc>
                <a:spcPct val="110000"/>
              </a:lnSpc>
              <a:defRPr sz="1067">
                <a:latin typeface="+mj-lt"/>
              </a:defRPr>
            </a:lvl3pPr>
            <a:lvl4pPr>
              <a:defRPr sz="1333"/>
            </a:lvl4pPr>
            <a:lvl5pPr>
              <a:defRPr sz="1333"/>
            </a:lvl5pPr>
          </a:lstStyle>
          <a:p>
            <a:pPr lvl="0"/>
            <a:r>
              <a:rPr lang="en-US" noProof="0" dirty="0"/>
              <a:t>03</a:t>
            </a:r>
          </a:p>
        </p:txBody>
      </p:sp>
      <p:sp>
        <p:nvSpPr>
          <p:cNvPr id="26" name="Espace réservé pour une image  15">
            <a:extLst>
              <a:ext uri="{FF2B5EF4-FFF2-40B4-BE49-F238E27FC236}">
                <a16:creationId xmlns:a16="http://schemas.microsoft.com/office/drawing/2014/main" id="{4D28439E-7746-4AA1-A924-0AEC11614B84}"/>
              </a:ext>
            </a:extLst>
          </p:cNvPr>
          <p:cNvSpPr>
            <a:spLocks noGrp="1"/>
          </p:cNvSpPr>
          <p:nvPr>
            <p:ph type="pic" sz="quarter" idx="32"/>
          </p:nvPr>
        </p:nvSpPr>
        <p:spPr>
          <a:xfrm>
            <a:off x="10381831" y="2468972"/>
            <a:ext cx="1379716" cy="1819200"/>
          </a:xfrm>
        </p:spPr>
        <p:txBody>
          <a:bodyPr>
            <a:noAutofit/>
          </a:bodyPr>
          <a:lstStyle>
            <a:lvl1pPr>
              <a:defRPr>
                <a:noFill/>
              </a:defRPr>
            </a:lvl1pPr>
          </a:lstStyle>
          <a:p>
            <a:r>
              <a:rPr lang="en-US" noProof="0"/>
              <a:t>Click icon to add picture</a:t>
            </a:r>
          </a:p>
        </p:txBody>
      </p:sp>
      <p:sp>
        <p:nvSpPr>
          <p:cNvPr id="27" name="Espace réservé du texte 4">
            <a:extLst>
              <a:ext uri="{FF2B5EF4-FFF2-40B4-BE49-F238E27FC236}">
                <a16:creationId xmlns:a16="http://schemas.microsoft.com/office/drawing/2014/main" id="{40E34842-79F1-492E-A94C-F1F0DECB7DB2}"/>
              </a:ext>
            </a:extLst>
          </p:cNvPr>
          <p:cNvSpPr>
            <a:spLocks noGrp="1"/>
          </p:cNvSpPr>
          <p:nvPr>
            <p:ph type="body" sz="quarter" idx="33" hasCustomPrompt="1"/>
          </p:nvPr>
        </p:nvSpPr>
        <p:spPr>
          <a:xfrm>
            <a:off x="10381830" y="1584820"/>
            <a:ext cx="1379713" cy="532283"/>
          </a:xfrm>
        </p:spPr>
        <p:txBody>
          <a:bodyPr/>
          <a:lstStyle>
            <a:lvl1pPr algn="l">
              <a:lnSpc>
                <a:spcPct val="110000"/>
              </a:lnSpc>
              <a:defRPr sz="3467" b="0" i="0" cap="all" baseline="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228594" indent="-228594">
              <a:buFontTx/>
              <a:buBlip>
                <a:blip>
                  <a:extLst>
                    <a:ext uri="{96DAC541-7B7A-43D3-8B79-37D633B846F1}">
                      <asvg:svgBlip xmlns:asvg="http://schemas.microsoft.com/office/drawing/2016/SVG/main" r:embed="rId2"/>
                    </a:ext>
                  </a:extLst>
                </a:blip>
              </a:buBlip>
              <a:defRPr sz="1067"/>
            </a:lvl2pPr>
            <a:lvl3pPr>
              <a:lnSpc>
                <a:spcPct val="110000"/>
              </a:lnSpc>
              <a:defRPr sz="1067">
                <a:latin typeface="+mj-lt"/>
              </a:defRPr>
            </a:lvl3pPr>
            <a:lvl4pPr>
              <a:defRPr sz="1333"/>
            </a:lvl4pPr>
            <a:lvl5pPr>
              <a:defRPr sz="1333"/>
            </a:lvl5pPr>
          </a:lstStyle>
          <a:p>
            <a:pPr lvl="0"/>
            <a:r>
              <a:rPr lang="en-US" noProof="0" dirty="0"/>
              <a:t>04</a:t>
            </a:r>
          </a:p>
        </p:txBody>
      </p:sp>
      <p:sp>
        <p:nvSpPr>
          <p:cNvPr id="33" name="Espace réservé du texte 4">
            <a:extLst>
              <a:ext uri="{FF2B5EF4-FFF2-40B4-BE49-F238E27FC236}">
                <a16:creationId xmlns:a16="http://schemas.microsoft.com/office/drawing/2014/main" id="{3DDB0039-9DEF-41FA-9376-CCCD184F46B0}"/>
              </a:ext>
            </a:extLst>
          </p:cNvPr>
          <p:cNvSpPr>
            <a:spLocks noGrp="1"/>
          </p:cNvSpPr>
          <p:nvPr>
            <p:ph type="body" sz="quarter" idx="35"/>
          </p:nvPr>
        </p:nvSpPr>
        <p:spPr>
          <a:xfrm>
            <a:off x="5402083" y="5039497"/>
            <a:ext cx="1379716" cy="419247"/>
          </a:xfrm>
        </p:spPr>
        <p:txBody>
          <a:bodyPr/>
          <a:lstStyle>
            <a:lvl1pPr algn="l">
              <a:lnSpc>
                <a:spcPct val="125000"/>
              </a:lnSpc>
              <a:defRPr sz="1067">
                <a:solidFill>
                  <a:schemeClr val="tx1"/>
                </a:solidFill>
              </a:defRPr>
            </a:lvl1pPr>
            <a:lvl2pPr marL="0" indent="0">
              <a:lnSpc>
                <a:spcPts val="1600"/>
              </a:lnSpc>
              <a:spcAft>
                <a:spcPts val="533"/>
              </a:spcAft>
              <a:buFont typeface="Arial" panose="020B0604020202020204" pitchFamily="34" charset="0"/>
              <a:buNone/>
              <a:defRPr sz="933">
                <a:solidFill>
                  <a:schemeClr val="tx1"/>
                </a:solidFill>
              </a:defRPr>
            </a:lvl2pPr>
            <a:lvl3pPr>
              <a:lnSpc>
                <a:spcPct val="110000"/>
              </a:lnSpc>
              <a:defRPr sz="1067">
                <a:latin typeface="+mj-lt"/>
              </a:defRPr>
            </a:lvl3pPr>
            <a:lvl4pPr>
              <a:defRPr sz="1333"/>
            </a:lvl4pPr>
            <a:lvl5pPr>
              <a:defRPr sz="1333"/>
            </a:lvl5pPr>
          </a:lstStyle>
          <a:p>
            <a:pPr lvl="0"/>
            <a:r>
              <a:rPr lang="en-US" noProof="0"/>
              <a:t>Click to edit Master text styles</a:t>
            </a:r>
          </a:p>
        </p:txBody>
      </p:sp>
      <p:sp>
        <p:nvSpPr>
          <p:cNvPr id="34" name="Espace réservé du texte 4">
            <a:extLst>
              <a:ext uri="{FF2B5EF4-FFF2-40B4-BE49-F238E27FC236}">
                <a16:creationId xmlns:a16="http://schemas.microsoft.com/office/drawing/2014/main" id="{9F3CCA0F-99FD-49EB-AD69-BB3D91D198E7}"/>
              </a:ext>
            </a:extLst>
          </p:cNvPr>
          <p:cNvSpPr>
            <a:spLocks noGrp="1"/>
          </p:cNvSpPr>
          <p:nvPr>
            <p:ph type="body" sz="quarter" idx="36"/>
          </p:nvPr>
        </p:nvSpPr>
        <p:spPr>
          <a:xfrm>
            <a:off x="7061998" y="4587063"/>
            <a:ext cx="1379716" cy="419247"/>
          </a:xfrm>
        </p:spPr>
        <p:txBody>
          <a:bodyPr/>
          <a:lstStyle>
            <a:lvl1pPr algn="l">
              <a:lnSpc>
                <a:spcPct val="125000"/>
              </a:lnSpc>
              <a:defRPr sz="1600">
                <a:solidFill>
                  <a:schemeClr val="accent2"/>
                </a:solidFill>
              </a:defRPr>
            </a:lvl1pPr>
            <a:lvl2pPr marL="0" indent="0">
              <a:lnSpc>
                <a:spcPts val="1600"/>
              </a:lnSpc>
              <a:spcAft>
                <a:spcPts val="533"/>
              </a:spcAft>
              <a:buFont typeface="Arial" panose="020B0604020202020204" pitchFamily="34" charset="0"/>
              <a:buNone/>
              <a:defRPr sz="1467">
                <a:solidFill>
                  <a:schemeClr val="accent2"/>
                </a:solidFill>
              </a:defRPr>
            </a:lvl2pPr>
            <a:lvl3pPr>
              <a:lnSpc>
                <a:spcPct val="110000"/>
              </a:lnSpc>
              <a:defRPr sz="1067">
                <a:latin typeface="+mj-lt"/>
              </a:defRPr>
            </a:lvl3pPr>
            <a:lvl4pPr>
              <a:defRPr sz="1333"/>
            </a:lvl4pPr>
            <a:lvl5pPr>
              <a:defRPr sz="1333"/>
            </a:lvl5pPr>
          </a:lstStyle>
          <a:p>
            <a:pPr lvl="0"/>
            <a:r>
              <a:rPr lang="en-US" noProof="0"/>
              <a:t>Click to edit Master text styles</a:t>
            </a:r>
          </a:p>
        </p:txBody>
      </p:sp>
      <p:sp>
        <p:nvSpPr>
          <p:cNvPr id="35" name="Espace réservé du texte 4">
            <a:extLst>
              <a:ext uri="{FF2B5EF4-FFF2-40B4-BE49-F238E27FC236}">
                <a16:creationId xmlns:a16="http://schemas.microsoft.com/office/drawing/2014/main" id="{2E47962C-C9E2-4FED-BEA8-B8A7A8DD496C}"/>
              </a:ext>
            </a:extLst>
          </p:cNvPr>
          <p:cNvSpPr>
            <a:spLocks noGrp="1"/>
          </p:cNvSpPr>
          <p:nvPr>
            <p:ph type="body" sz="quarter" idx="37"/>
          </p:nvPr>
        </p:nvSpPr>
        <p:spPr>
          <a:xfrm>
            <a:off x="7061998" y="5039497"/>
            <a:ext cx="1379716" cy="419247"/>
          </a:xfrm>
        </p:spPr>
        <p:txBody>
          <a:bodyPr/>
          <a:lstStyle>
            <a:lvl1pPr algn="l">
              <a:lnSpc>
                <a:spcPct val="125000"/>
              </a:lnSpc>
              <a:defRPr sz="1067">
                <a:solidFill>
                  <a:schemeClr val="tx1"/>
                </a:solidFill>
              </a:defRPr>
            </a:lvl1pPr>
            <a:lvl2pPr marL="0" indent="0">
              <a:lnSpc>
                <a:spcPts val="1600"/>
              </a:lnSpc>
              <a:spcAft>
                <a:spcPts val="533"/>
              </a:spcAft>
              <a:buFont typeface="Arial" panose="020B0604020202020204" pitchFamily="34" charset="0"/>
              <a:buNone/>
              <a:defRPr sz="933">
                <a:solidFill>
                  <a:schemeClr val="tx1"/>
                </a:solidFill>
              </a:defRPr>
            </a:lvl2pPr>
            <a:lvl3pPr>
              <a:lnSpc>
                <a:spcPct val="110000"/>
              </a:lnSpc>
              <a:defRPr sz="1067">
                <a:latin typeface="+mj-lt"/>
              </a:defRPr>
            </a:lvl3pPr>
            <a:lvl4pPr>
              <a:defRPr sz="1333"/>
            </a:lvl4pPr>
            <a:lvl5pPr>
              <a:defRPr sz="1333"/>
            </a:lvl5pPr>
          </a:lstStyle>
          <a:p>
            <a:pPr lvl="0"/>
            <a:r>
              <a:rPr lang="en-US" noProof="0"/>
              <a:t>Click to edit Master text styles</a:t>
            </a:r>
          </a:p>
        </p:txBody>
      </p:sp>
      <p:sp>
        <p:nvSpPr>
          <p:cNvPr id="36" name="Espace réservé du texte 4">
            <a:extLst>
              <a:ext uri="{FF2B5EF4-FFF2-40B4-BE49-F238E27FC236}">
                <a16:creationId xmlns:a16="http://schemas.microsoft.com/office/drawing/2014/main" id="{4F25B19E-3945-49B3-BEAB-C69BF39E2303}"/>
              </a:ext>
            </a:extLst>
          </p:cNvPr>
          <p:cNvSpPr>
            <a:spLocks noGrp="1"/>
          </p:cNvSpPr>
          <p:nvPr>
            <p:ph type="body" sz="quarter" idx="38"/>
          </p:nvPr>
        </p:nvSpPr>
        <p:spPr>
          <a:xfrm>
            <a:off x="8721911" y="4587063"/>
            <a:ext cx="1379716" cy="419247"/>
          </a:xfrm>
        </p:spPr>
        <p:txBody>
          <a:bodyPr/>
          <a:lstStyle>
            <a:lvl1pPr algn="l">
              <a:lnSpc>
                <a:spcPct val="125000"/>
              </a:lnSpc>
              <a:defRPr sz="1600">
                <a:solidFill>
                  <a:schemeClr val="accent2"/>
                </a:solidFill>
              </a:defRPr>
            </a:lvl1pPr>
            <a:lvl2pPr marL="0" indent="0">
              <a:lnSpc>
                <a:spcPts val="1600"/>
              </a:lnSpc>
              <a:spcAft>
                <a:spcPts val="533"/>
              </a:spcAft>
              <a:buFont typeface="Arial" panose="020B0604020202020204" pitchFamily="34" charset="0"/>
              <a:buNone/>
              <a:defRPr sz="1467">
                <a:solidFill>
                  <a:schemeClr val="accent2"/>
                </a:solidFill>
              </a:defRPr>
            </a:lvl2pPr>
            <a:lvl3pPr>
              <a:lnSpc>
                <a:spcPct val="110000"/>
              </a:lnSpc>
              <a:defRPr sz="1067">
                <a:latin typeface="+mj-lt"/>
              </a:defRPr>
            </a:lvl3pPr>
            <a:lvl4pPr>
              <a:defRPr sz="1333"/>
            </a:lvl4pPr>
            <a:lvl5pPr>
              <a:defRPr sz="1333"/>
            </a:lvl5pPr>
          </a:lstStyle>
          <a:p>
            <a:pPr lvl="0"/>
            <a:r>
              <a:rPr lang="en-US" noProof="0"/>
              <a:t>Click to edit Master text styles</a:t>
            </a:r>
          </a:p>
        </p:txBody>
      </p:sp>
      <p:sp>
        <p:nvSpPr>
          <p:cNvPr id="37" name="Espace réservé du texte 4">
            <a:extLst>
              <a:ext uri="{FF2B5EF4-FFF2-40B4-BE49-F238E27FC236}">
                <a16:creationId xmlns:a16="http://schemas.microsoft.com/office/drawing/2014/main" id="{39A64BFA-75AB-499E-A131-9140B81690A0}"/>
              </a:ext>
            </a:extLst>
          </p:cNvPr>
          <p:cNvSpPr>
            <a:spLocks noGrp="1"/>
          </p:cNvSpPr>
          <p:nvPr>
            <p:ph type="body" sz="quarter" idx="39"/>
          </p:nvPr>
        </p:nvSpPr>
        <p:spPr>
          <a:xfrm>
            <a:off x="8721911" y="5039497"/>
            <a:ext cx="1379716" cy="419247"/>
          </a:xfrm>
        </p:spPr>
        <p:txBody>
          <a:bodyPr/>
          <a:lstStyle>
            <a:lvl1pPr algn="l">
              <a:lnSpc>
                <a:spcPct val="125000"/>
              </a:lnSpc>
              <a:defRPr sz="1067">
                <a:solidFill>
                  <a:schemeClr val="tx1"/>
                </a:solidFill>
              </a:defRPr>
            </a:lvl1pPr>
            <a:lvl2pPr marL="0" indent="0">
              <a:lnSpc>
                <a:spcPts val="1600"/>
              </a:lnSpc>
              <a:spcAft>
                <a:spcPts val="533"/>
              </a:spcAft>
              <a:buFont typeface="Arial" panose="020B0604020202020204" pitchFamily="34" charset="0"/>
              <a:buNone/>
              <a:defRPr sz="933">
                <a:solidFill>
                  <a:schemeClr val="tx1"/>
                </a:solidFill>
              </a:defRPr>
            </a:lvl2pPr>
            <a:lvl3pPr>
              <a:lnSpc>
                <a:spcPct val="110000"/>
              </a:lnSpc>
              <a:defRPr sz="1067">
                <a:latin typeface="+mj-lt"/>
              </a:defRPr>
            </a:lvl3pPr>
            <a:lvl4pPr>
              <a:defRPr sz="1333"/>
            </a:lvl4pPr>
            <a:lvl5pPr>
              <a:defRPr sz="1333"/>
            </a:lvl5pPr>
          </a:lstStyle>
          <a:p>
            <a:pPr lvl="0"/>
            <a:r>
              <a:rPr lang="en-US" noProof="0"/>
              <a:t>Click to edit Master text styles</a:t>
            </a:r>
          </a:p>
        </p:txBody>
      </p:sp>
      <p:sp>
        <p:nvSpPr>
          <p:cNvPr id="38" name="Espace réservé du texte 4">
            <a:extLst>
              <a:ext uri="{FF2B5EF4-FFF2-40B4-BE49-F238E27FC236}">
                <a16:creationId xmlns:a16="http://schemas.microsoft.com/office/drawing/2014/main" id="{3B5F3F20-0254-4AB0-8E67-4CD251DE7CC0}"/>
              </a:ext>
            </a:extLst>
          </p:cNvPr>
          <p:cNvSpPr>
            <a:spLocks noGrp="1"/>
          </p:cNvSpPr>
          <p:nvPr>
            <p:ph type="body" sz="quarter" idx="40"/>
          </p:nvPr>
        </p:nvSpPr>
        <p:spPr>
          <a:xfrm>
            <a:off x="10381823" y="4587063"/>
            <a:ext cx="1379716" cy="419247"/>
          </a:xfrm>
        </p:spPr>
        <p:txBody>
          <a:bodyPr/>
          <a:lstStyle>
            <a:lvl1pPr algn="l">
              <a:lnSpc>
                <a:spcPct val="125000"/>
              </a:lnSpc>
              <a:defRPr sz="1600">
                <a:solidFill>
                  <a:schemeClr val="accent2"/>
                </a:solidFill>
              </a:defRPr>
            </a:lvl1pPr>
            <a:lvl2pPr marL="0" indent="0">
              <a:lnSpc>
                <a:spcPts val="1600"/>
              </a:lnSpc>
              <a:spcAft>
                <a:spcPts val="533"/>
              </a:spcAft>
              <a:buFont typeface="Arial" panose="020B0604020202020204" pitchFamily="34" charset="0"/>
              <a:buNone/>
              <a:defRPr sz="1467">
                <a:solidFill>
                  <a:schemeClr val="accent2"/>
                </a:solidFill>
              </a:defRPr>
            </a:lvl2pPr>
            <a:lvl3pPr>
              <a:lnSpc>
                <a:spcPct val="110000"/>
              </a:lnSpc>
              <a:defRPr sz="1067">
                <a:latin typeface="+mj-lt"/>
              </a:defRPr>
            </a:lvl3pPr>
            <a:lvl4pPr>
              <a:defRPr sz="1333"/>
            </a:lvl4pPr>
            <a:lvl5pPr>
              <a:defRPr sz="1333"/>
            </a:lvl5pPr>
          </a:lstStyle>
          <a:p>
            <a:pPr lvl="0"/>
            <a:r>
              <a:rPr lang="en-US" noProof="0"/>
              <a:t>Click to edit Master text styles</a:t>
            </a:r>
          </a:p>
        </p:txBody>
      </p:sp>
      <p:sp>
        <p:nvSpPr>
          <p:cNvPr id="39" name="Espace réservé du texte 4">
            <a:extLst>
              <a:ext uri="{FF2B5EF4-FFF2-40B4-BE49-F238E27FC236}">
                <a16:creationId xmlns:a16="http://schemas.microsoft.com/office/drawing/2014/main" id="{71337317-15B9-4EF3-81D5-FE9D001892D3}"/>
              </a:ext>
            </a:extLst>
          </p:cNvPr>
          <p:cNvSpPr>
            <a:spLocks noGrp="1"/>
          </p:cNvSpPr>
          <p:nvPr>
            <p:ph type="body" sz="quarter" idx="41"/>
          </p:nvPr>
        </p:nvSpPr>
        <p:spPr>
          <a:xfrm>
            <a:off x="10381823" y="5039497"/>
            <a:ext cx="1379716" cy="419247"/>
          </a:xfrm>
        </p:spPr>
        <p:txBody>
          <a:bodyPr/>
          <a:lstStyle>
            <a:lvl1pPr algn="l">
              <a:lnSpc>
                <a:spcPct val="125000"/>
              </a:lnSpc>
              <a:defRPr sz="1067">
                <a:solidFill>
                  <a:schemeClr val="tx1"/>
                </a:solidFill>
              </a:defRPr>
            </a:lvl1pPr>
            <a:lvl2pPr marL="0" indent="0">
              <a:lnSpc>
                <a:spcPts val="1600"/>
              </a:lnSpc>
              <a:spcAft>
                <a:spcPts val="533"/>
              </a:spcAft>
              <a:buFont typeface="Arial" panose="020B0604020202020204" pitchFamily="34" charset="0"/>
              <a:buNone/>
              <a:defRPr sz="933">
                <a:solidFill>
                  <a:schemeClr val="tx1"/>
                </a:solidFill>
              </a:defRPr>
            </a:lvl2pPr>
            <a:lvl3pPr>
              <a:lnSpc>
                <a:spcPct val="110000"/>
              </a:lnSpc>
              <a:defRPr sz="1067">
                <a:latin typeface="+mj-lt"/>
              </a:defRPr>
            </a:lvl3pPr>
            <a:lvl4pPr>
              <a:defRPr sz="1333"/>
            </a:lvl4pPr>
            <a:lvl5pPr>
              <a:defRPr sz="1333"/>
            </a:lvl5pPr>
          </a:lstStyle>
          <a:p>
            <a:pPr lvl="0"/>
            <a:r>
              <a:rPr lang="en-US" noProof="0"/>
              <a:t>Click to edit Master text styles</a:t>
            </a:r>
          </a:p>
        </p:txBody>
      </p:sp>
      <p:sp>
        <p:nvSpPr>
          <p:cNvPr id="28" name="Espace réservé du texte 5">
            <a:extLst>
              <a:ext uri="{FF2B5EF4-FFF2-40B4-BE49-F238E27FC236}">
                <a16:creationId xmlns:a16="http://schemas.microsoft.com/office/drawing/2014/main" id="{D7CFAE1A-FA8C-4F51-A655-9E0F02F24118}"/>
              </a:ext>
            </a:extLst>
          </p:cNvPr>
          <p:cNvSpPr>
            <a:spLocks noGrp="1"/>
          </p:cNvSpPr>
          <p:nvPr>
            <p:ph type="body" sz="quarter" idx="18"/>
          </p:nvPr>
        </p:nvSpPr>
        <p:spPr>
          <a:xfrm>
            <a:off x="4033427" y="425183"/>
            <a:ext cx="7715547" cy="164148"/>
          </a:xfrm>
        </p:spPr>
        <p:txBody>
          <a:bodyPr wrap="square" anchor="t" anchorCtr="0">
            <a:spAutoFit/>
          </a:bodyPr>
          <a:lstStyle>
            <a:lvl1pPr algn="l">
              <a:lnSpc>
                <a:spcPct val="100000"/>
              </a:lnSpc>
              <a:spcAft>
                <a:spcPts val="0"/>
              </a:spcAft>
              <a:defRPr lang="fr-FR" sz="1067" b="0" i="0" kern="1200" dirty="0" err="1" smtClean="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algn="l">
              <a:lnSpc>
                <a:spcPct val="100000"/>
              </a:lnSpc>
              <a:spcBef>
                <a:spcPts val="400"/>
              </a:spcBef>
              <a:spcAft>
                <a:spcPts val="0"/>
              </a:spcAft>
              <a:defRPr sz="533" b="0" i="0" cap="all" baseline="0">
                <a:latin typeface="Verdana" panose="020B0604030504040204" pitchFamily="34" charset="0"/>
                <a:ea typeface="Verdana" panose="020B0604030504040204" pitchFamily="34" charset="0"/>
                <a:cs typeface="Verdana" panose="020B0604030504040204" pitchFamily="34" charset="0"/>
              </a:defRPr>
            </a:lvl2pPr>
            <a:lvl3pPr>
              <a:spcBef>
                <a:spcPts val="400"/>
              </a:spcBef>
              <a:tabLst>
                <a:tab pos="836063" algn="l"/>
              </a:tabLst>
              <a:defRPr sz="533"/>
            </a:lvl3pPr>
          </a:lstStyle>
          <a:p>
            <a:pPr lvl="0"/>
            <a:r>
              <a:rPr lang="en-US" noProof="0"/>
              <a:t>Click to edit Master text styles</a:t>
            </a:r>
          </a:p>
        </p:txBody>
      </p:sp>
      <p:sp>
        <p:nvSpPr>
          <p:cNvPr id="29" name="Espace réservé du texte 4">
            <a:extLst>
              <a:ext uri="{FF2B5EF4-FFF2-40B4-BE49-F238E27FC236}">
                <a16:creationId xmlns:a16="http://schemas.microsoft.com/office/drawing/2014/main" id="{5114C6CE-4866-474F-BF86-38E09FF9D45B}"/>
              </a:ext>
            </a:extLst>
          </p:cNvPr>
          <p:cNvSpPr>
            <a:spLocks noGrp="1"/>
          </p:cNvSpPr>
          <p:nvPr>
            <p:ph type="body" sz="quarter" idx="22"/>
          </p:nvPr>
        </p:nvSpPr>
        <p:spPr>
          <a:xfrm>
            <a:off x="444974" y="1577577"/>
            <a:ext cx="2824073" cy="492443"/>
          </a:xfrm>
        </p:spPr>
        <p:txBody>
          <a:bodyPr wrap="square">
            <a:spAutoFit/>
          </a:bodyPr>
          <a:lstStyle>
            <a:lvl1pPr>
              <a:lnSpc>
                <a:spcPct val="100000"/>
              </a:lnSpc>
              <a:spcAft>
                <a:spcPts val="0"/>
              </a:spcAft>
              <a:defRPr sz="1600" b="0" i="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0" indent="0">
              <a:spcBef>
                <a:spcPts val="533"/>
              </a:spcBef>
              <a:buFont typeface="Arial" panose="020B0604020202020204" pitchFamily="34" charset="0"/>
              <a:buNone/>
              <a:defRPr sz="1600"/>
            </a:lvl2pPr>
            <a:lvl3pPr>
              <a:lnSpc>
                <a:spcPct val="110000"/>
              </a:lnSpc>
              <a:defRPr lang="en-US" sz="1333" kern="1200" dirty="0" smtClean="0">
                <a:solidFill>
                  <a:schemeClr val="tx1"/>
                </a:solidFill>
                <a:latin typeface="Sanofi Sans 3 Regular"/>
                <a:ea typeface="+mn-ea"/>
                <a:cs typeface="+mn-cs"/>
              </a:defRPr>
            </a:lvl3pPr>
            <a:lvl4pPr>
              <a:defRPr sz="1333"/>
            </a:lvl4pPr>
            <a:lvl5pPr>
              <a:defRPr sz="1333"/>
            </a:lvl5pPr>
          </a:lstStyle>
          <a:p>
            <a:pPr lvl="0"/>
            <a:r>
              <a:rPr lang="en-US" noProof="0"/>
              <a:t>Click to edit Master text styles</a:t>
            </a:r>
          </a:p>
        </p:txBody>
      </p:sp>
      <p:sp>
        <p:nvSpPr>
          <p:cNvPr id="30" name="Text Placeholder 2">
            <a:extLst>
              <a:ext uri="{FF2B5EF4-FFF2-40B4-BE49-F238E27FC236}">
                <a16:creationId xmlns:a16="http://schemas.microsoft.com/office/drawing/2014/main" id="{351B796C-D9CF-43FC-A477-86A208BBE8F2}"/>
              </a:ext>
            </a:extLst>
          </p:cNvPr>
          <p:cNvSpPr>
            <a:spLocks noGrp="1"/>
          </p:cNvSpPr>
          <p:nvPr>
            <p:ph type="body" sz="quarter" idx="21"/>
          </p:nvPr>
        </p:nvSpPr>
        <p:spPr>
          <a:xfrm>
            <a:off x="442035" y="1943799"/>
            <a:ext cx="2827013" cy="42952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AA7C93D6-412D-42D2-B4F0-861F3AFA4F71}"/>
              </a:ext>
            </a:extLst>
          </p:cNvPr>
          <p:cNvSpPr>
            <a:spLocks noGrp="1"/>
          </p:cNvSpPr>
          <p:nvPr>
            <p:ph type="title"/>
          </p:nvPr>
        </p:nvSpPr>
        <p:spPr>
          <a:xfrm>
            <a:off x="441600" y="710401"/>
            <a:ext cx="2827447" cy="748247"/>
          </a:xfrm>
        </p:spPr>
        <p:txBody>
          <a:bodyPr/>
          <a:lstStyle/>
          <a:p>
            <a:r>
              <a:rPr lang="en-US"/>
              <a:t>Click to edit Master title style</a:t>
            </a:r>
            <a:endParaRPr lang="en-US" dirty="0"/>
          </a:p>
        </p:txBody>
      </p:sp>
      <p:sp>
        <p:nvSpPr>
          <p:cNvPr id="31" name="Forme libre : forme 9">
            <a:extLst>
              <a:ext uri="{FF2B5EF4-FFF2-40B4-BE49-F238E27FC236}">
                <a16:creationId xmlns:a16="http://schemas.microsoft.com/office/drawing/2014/main" id="{F5349C85-4F38-41FC-8627-25D47DE73E7F}"/>
              </a:ext>
            </a:extLst>
          </p:cNvPr>
          <p:cNvSpPr>
            <a:spLocks noChangeAspect="1"/>
          </p:cNvSpPr>
          <p:nvPr userDrawn="1"/>
        </p:nvSpPr>
        <p:spPr>
          <a:xfrm>
            <a:off x="441599" y="6330316"/>
            <a:ext cx="1073008" cy="273600"/>
          </a:xfrm>
          <a:custGeom>
            <a:avLst/>
            <a:gdLst>
              <a:gd name="connsiteX0" fmla="*/ 689325 w 740699"/>
              <a:gd name="connsiteY0" fmla="*/ 7347 h 191096"/>
              <a:gd name="connsiteX1" fmla="*/ 688790 w 740699"/>
              <a:gd name="connsiteY1" fmla="*/ 10847 h 191096"/>
              <a:gd name="connsiteX2" fmla="*/ 686092 w 740699"/>
              <a:gd name="connsiteY2" fmla="*/ 24840 h 191096"/>
              <a:gd name="connsiteX3" fmla="*/ 680980 w 740699"/>
              <a:gd name="connsiteY3" fmla="*/ 29953 h 191096"/>
              <a:gd name="connsiteX4" fmla="*/ 667797 w 740699"/>
              <a:gd name="connsiteY4" fmla="*/ 28608 h 191096"/>
              <a:gd name="connsiteX5" fmla="*/ 646528 w 740699"/>
              <a:gd name="connsiteY5" fmla="*/ 50946 h 191096"/>
              <a:gd name="connsiteX6" fmla="*/ 646528 w 740699"/>
              <a:gd name="connsiteY6" fmla="*/ 53911 h 191096"/>
              <a:gd name="connsiteX7" fmla="*/ 680712 w 740699"/>
              <a:gd name="connsiteY7" fmla="*/ 53911 h 191096"/>
              <a:gd name="connsiteX8" fmla="*/ 686092 w 740699"/>
              <a:gd name="connsiteY8" fmla="*/ 59559 h 191096"/>
              <a:gd name="connsiteX9" fmla="*/ 686092 w 740699"/>
              <a:gd name="connsiteY9" fmla="*/ 78130 h 191096"/>
              <a:gd name="connsiteX10" fmla="*/ 680712 w 740699"/>
              <a:gd name="connsiteY10" fmla="*/ 83518 h 191096"/>
              <a:gd name="connsiteX11" fmla="*/ 646528 w 740699"/>
              <a:gd name="connsiteY11" fmla="*/ 83518 h 191096"/>
              <a:gd name="connsiteX12" fmla="*/ 646528 w 740699"/>
              <a:gd name="connsiteY12" fmla="*/ 183097 h 191096"/>
              <a:gd name="connsiteX13" fmla="*/ 641148 w 740699"/>
              <a:gd name="connsiteY13" fmla="*/ 188485 h 191096"/>
              <a:gd name="connsiteX14" fmla="*/ 617197 w 740699"/>
              <a:gd name="connsiteY14" fmla="*/ 188485 h 191096"/>
              <a:gd name="connsiteX15" fmla="*/ 611809 w 740699"/>
              <a:gd name="connsiteY15" fmla="*/ 183097 h 191096"/>
              <a:gd name="connsiteX16" fmla="*/ 611809 w 740699"/>
              <a:gd name="connsiteY16" fmla="*/ 56602 h 191096"/>
              <a:gd name="connsiteX17" fmla="*/ 666987 w 740699"/>
              <a:gd name="connsiteY17" fmla="*/ 79 h 191096"/>
              <a:gd name="connsiteX18" fmla="*/ 683945 w 740699"/>
              <a:gd name="connsiteY18" fmla="*/ 1966 h 191096"/>
              <a:gd name="connsiteX19" fmla="*/ 689325 w 740699"/>
              <a:gd name="connsiteY19" fmla="*/ 7347 h 191096"/>
              <a:gd name="connsiteX20" fmla="*/ 741003 w 740699"/>
              <a:gd name="connsiteY20" fmla="*/ 59292 h 191096"/>
              <a:gd name="connsiteX21" fmla="*/ 741003 w 740699"/>
              <a:gd name="connsiteY21" fmla="*/ 183097 h 191096"/>
              <a:gd name="connsiteX22" fmla="*/ 735615 w 740699"/>
              <a:gd name="connsiteY22" fmla="*/ 188485 h 191096"/>
              <a:gd name="connsiteX23" fmla="*/ 711396 w 740699"/>
              <a:gd name="connsiteY23" fmla="*/ 188485 h 191096"/>
              <a:gd name="connsiteX24" fmla="*/ 706008 w 740699"/>
              <a:gd name="connsiteY24" fmla="*/ 183097 h 191096"/>
              <a:gd name="connsiteX25" fmla="*/ 706008 w 740699"/>
              <a:gd name="connsiteY25" fmla="*/ 59292 h 191096"/>
              <a:gd name="connsiteX26" fmla="*/ 711396 w 740699"/>
              <a:gd name="connsiteY26" fmla="*/ 53911 h 191096"/>
              <a:gd name="connsiteX27" fmla="*/ 735615 w 740699"/>
              <a:gd name="connsiteY27" fmla="*/ 53911 h 191096"/>
              <a:gd name="connsiteX28" fmla="*/ 741003 w 740699"/>
              <a:gd name="connsiteY28" fmla="*/ 59292 h 191096"/>
              <a:gd name="connsiteX29" fmla="*/ 518954 w 740699"/>
              <a:gd name="connsiteY29" fmla="*/ 158879 h 191096"/>
              <a:gd name="connsiteX30" fmla="*/ 485847 w 740699"/>
              <a:gd name="connsiteY30" fmla="*/ 121195 h 191096"/>
              <a:gd name="connsiteX31" fmla="*/ 517074 w 740699"/>
              <a:gd name="connsiteY31" fmla="*/ 83518 h 191096"/>
              <a:gd name="connsiteX32" fmla="*/ 550173 w 740699"/>
              <a:gd name="connsiteY32" fmla="*/ 121195 h 191096"/>
              <a:gd name="connsiteX33" fmla="*/ 518954 w 740699"/>
              <a:gd name="connsiteY33" fmla="*/ 158879 h 191096"/>
              <a:gd name="connsiteX34" fmla="*/ 517074 w 740699"/>
              <a:gd name="connsiteY34" fmla="*/ 51221 h 191096"/>
              <a:gd name="connsiteX35" fmla="*/ 450317 w 740699"/>
              <a:gd name="connsiteY35" fmla="*/ 121195 h 191096"/>
              <a:gd name="connsiteX36" fmla="*/ 518954 w 740699"/>
              <a:gd name="connsiteY36" fmla="*/ 191176 h 191096"/>
              <a:gd name="connsiteX37" fmla="*/ 585702 w 740699"/>
              <a:gd name="connsiteY37" fmla="*/ 121195 h 191096"/>
              <a:gd name="connsiteX38" fmla="*/ 517074 w 740699"/>
              <a:gd name="connsiteY38" fmla="*/ 51221 h 191096"/>
              <a:gd name="connsiteX39" fmla="*/ 424486 w 740699"/>
              <a:gd name="connsiteY39" fmla="*/ 101813 h 191096"/>
              <a:gd name="connsiteX40" fmla="*/ 424486 w 740699"/>
              <a:gd name="connsiteY40" fmla="*/ 183097 h 191096"/>
              <a:gd name="connsiteX41" fmla="*/ 419098 w 740699"/>
              <a:gd name="connsiteY41" fmla="*/ 188485 h 191096"/>
              <a:gd name="connsiteX42" fmla="*/ 394880 w 740699"/>
              <a:gd name="connsiteY42" fmla="*/ 188485 h 191096"/>
              <a:gd name="connsiteX43" fmla="*/ 389492 w 740699"/>
              <a:gd name="connsiteY43" fmla="*/ 183097 h 191096"/>
              <a:gd name="connsiteX44" fmla="*/ 389492 w 740699"/>
              <a:gd name="connsiteY44" fmla="*/ 106391 h 191096"/>
              <a:gd name="connsiteX45" fmla="*/ 363385 w 740699"/>
              <a:gd name="connsiteY45" fmla="*/ 83518 h 191096"/>
              <a:gd name="connsiteX46" fmla="*/ 343469 w 740699"/>
              <a:gd name="connsiteY46" fmla="*/ 85665 h 191096"/>
              <a:gd name="connsiteX47" fmla="*/ 337012 w 740699"/>
              <a:gd name="connsiteY47" fmla="*/ 92666 h 191096"/>
              <a:gd name="connsiteX48" fmla="*/ 337012 w 740699"/>
              <a:gd name="connsiteY48" fmla="*/ 183097 h 191096"/>
              <a:gd name="connsiteX49" fmla="*/ 331624 w 740699"/>
              <a:gd name="connsiteY49" fmla="*/ 188485 h 191096"/>
              <a:gd name="connsiteX50" fmla="*/ 307405 w 740699"/>
              <a:gd name="connsiteY50" fmla="*/ 188485 h 191096"/>
              <a:gd name="connsiteX51" fmla="*/ 302017 w 740699"/>
              <a:gd name="connsiteY51" fmla="*/ 183097 h 191096"/>
              <a:gd name="connsiteX52" fmla="*/ 302017 w 740699"/>
              <a:gd name="connsiteY52" fmla="*/ 71672 h 191096"/>
              <a:gd name="connsiteX53" fmla="*/ 308750 w 740699"/>
              <a:gd name="connsiteY53" fmla="*/ 60904 h 191096"/>
              <a:gd name="connsiteX54" fmla="*/ 362850 w 740699"/>
              <a:gd name="connsiteY54" fmla="*/ 51221 h 191096"/>
              <a:gd name="connsiteX55" fmla="*/ 424486 w 740699"/>
              <a:gd name="connsiteY55" fmla="*/ 101813 h 191096"/>
              <a:gd name="connsiteX56" fmla="*/ 122497 w 740699"/>
              <a:gd name="connsiteY56" fmla="*/ 167759 h 191096"/>
              <a:gd name="connsiteX57" fmla="*/ 120342 w 740699"/>
              <a:gd name="connsiteY57" fmla="*/ 183097 h 191096"/>
              <a:gd name="connsiteX58" fmla="*/ 113350 w 740699"/>
              <a:gd name="connsiteY58" fmla="*/ 188485 h 191096"/>
              <a:gd name="connsiteX59" fmla="*/ 89123 w 740699"/>
              <a:gd name="connsiteY59" fmla="*/ 188485 h 191096"/>
              <a:gd name="connsiteX60" fmla="*/ 85088 w 740699"/>
              <a:gd name="connsiteY60" fmla="*/ 184718 h 191096"/>
              <a:gd name="connsiteX61" fmla="*/ 85356 w 740699"/>
              <a:gd name="connsiteY61" fmla="*/ 183097 h 191096"/>
              <a:gd name="connsiteX62" fmla="*/ 86968 w 740699"/>
              <a:gd name="connsiteY62" fmla="*/ 173140 h 191096"/>
              <a:gd name="connsiteX63" fmla="*/ 303 w 740699"/>
              <a:gd name="connsiteY63" fmla="*/ 98589 h 191096"/>
              <a:gd name="connsiteX64" fmla="*/ 59517 w 740699"/>
              <a:gd name="connsiteY64" fmla="*/ 50144 h 191096"/>
              <a:gd name="connsiteX65" fmla="*/ 115230 w 740699"/>
              <a:gd name="connsiteY65" fmla="*/ 64404 h 191096"/>
              <a:gd name="connsiteX66" fmla="*/ 118462 w 740699"/>
              <a:gd name="connsiteY66" fmla="*/ 69792 h 191096"/>
              <a:gd name="connsiteX67" fmla="*/ 117385 w 740699"/>
              <a:gd name="connsiteY67" fmla="*/ 74362 h 191096"/>
              <a:gd name="connsiteX68" fmla="*/ 109039 w 740699"/>
              <a:gd name="connsiteY68" fmla="*/ 92131 h 191096"/>
              <a:gd name="connsiteX69" fmla="*/ 103116 w 740699"/>
              <a:gd name="connsiteY69" fmla="*/ 95899 h 191096"/>
              <a:gd name="connsiteX70" fmla="*/ 99081 w 740699"/>
              <a:gd name="connsiteY70" fmla="*/ 94821 h 191096"/>
              <a:gd name="connsiteX71" fmla="*/ 58439 w 740699"/>
              <a:gd name="connsiteY71" fmla="*/ 82708 h 191096"/>
              <a:gd name="connsiteX72" fmla="*/ 35833 w 740699"/>
              <a:gd name="connsiteY72" fmla="*/ 96166 h 191096"/>
              <a:gd name="connsiteX73" fmla="*/ 122497 w 740699"/>
              <a:gd name="connsiteY73" fmla="*/ 167759 h 191096"/>
              <a:gd name="connsiteX74" fmla="*/ 234191 w 740699"/>
              <a:gd name="connsiteY74" fmla="*/ 149189 h 191096"/>
              <a:gd name="connsiteX75" fmla="*/ 227466 w 740699"/>
              <a:gd name="connsiteY75" fmla="*/ 156456 h 191096"/>
              <a:gd name="connsiteX76" fmla="*/ 209162 w 740699"/>
              <a:gd name="connsiteY76" fmla="*/ 158879 h 191096"/>
              <a:gd name="connsiteX77" fmla="*/ 175788 w 740699"/>
              <a:gd name="connsiteY77" fmla="*/ 121195 h 191096"/>
              <a:gd name="connsiteX78" fmla="*/ 209162 w 740699"/>
              <a:gd name="connsiteY78" fmla="*/ 83518 h 191096"/>
              <a:gd name="connsiteX79" fmla="*/ 227466 w 740699"/>
              <a:gd name="connsiteY79" fmla="*/ 85941 h 191096"/>
              <a:gd name="connsiteX80" fmla="*/ 234191 w 740699"/>
              <a:gd name="connsiteY80" fmla="*/ 93201 h 191096"/>
              <a:gd name="connsiteX81" fmla="*/ 234191 w 740699"/>
              <a:gd name="connsiteY81" fmla="*/ 149189 h 191096"/>
              <a:gd name="connsiteX82" fmla="*/ 262452 w 740699"/>
              <a:gd name="connsiteY82" fmla="*/ 61179 h 191096"/>
              <a:gd name="connsiteX83" fmla="*/ 209430 w 740699"/>
              <a:gd name="connsiteY83" fmla="*/ 51221 h 191096"/>
              <a:gd name="connsiteX84" fmla="*/ 140258 w 740699"/>
              <a:gd name="connsiteY84" fmla="*/ 121195 h 191096"/>
              <a:gd name="connsiteX85" fmla="*/ 208895 w 740699"/>
              <a:gd name="connsiteY85" fmla="*/ 191176 h 191096"/>
              <a:gd name="connsiteX86" fmla="*/ 262452 w 740699"/>
              <a:gd name="connsiteY86" fmla="*/ 180407 h 191096"/>
              <a:gd name="connsiteX87" fmla="*/ 269185 w 740699"/>
              <a:gd name="connsiteY87" fmla="*/ 169639 h 191096"/>
              <a:gd name="connsiteX88" fmla="*/ 269185 w 740699"/>
              <a:gd name="connsiteY88" fmla="*/ 71940 h 191096"/>
              <a:gd name="connsiteX89" fmla="*/ 262452 w 740699"/>
              <a:gd name="connsiteY89" fmla="*/ 61179 h 191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740699" h="191096">
                <a:moveTo>
                  <a:pt x="689325" y="7347"/>
                </a:moveTo>
                <a:cubicBezTo>
                  <a:pt x="689325" y="8511"/>
                  <a:pt x="689026" y="9604"/>
                  <a:pt x="688790" y="10847"/>
                </a:cubicBezTo>
                <a:lnTo>
                  <a:pt x="686092" y="24840"/>
                </a:lnTo>
                <a:cubicBezTo>
                  <a:pt x="685558" y="28073"/>
                  <a:pt x="684213" y="29953"/>
                  <a:pt x="680980" y="29953"/>
                </a:cubicBezTo>
                <a:cubicBezTo>
                  <a:pt x="678974" y="29953"/>
                  <a:pt x="673177" y="28608"/>
                  <a:pt x="667797" y="28608"/>
                </a:cubicBezTo>
                <a:cubicBezTo>
                  <a:pt x="652993" y="28608"/>
                  <a:pt x="646528" y="36143"/>
                  <a:pt x="646528" y="50946"/>
                </a:cubicBezTo>
                <a:lnTo>
                  <a:pt x="646528" y="53911"/>
                </a:lnTo>
                <a:lnTo>
                  <a:pt x="680712" y="53911"/>
                </a:lnTo>
                <a:cubicBezTo>
                  <a:pt x="684213" y="53911"/>
                  <a:pt x="686092" y="56059"/>
                  <a:pt x="686092" y="59559"/>
                </a:cubicBezTo>
                <a:lnTo>
                  <a:pt x="686092" y="78130"/>
                </a:lnTo>
                <a:cubicBezTo>
                  <a:pt x="686092" y="81363"/>
                  <a:pt x="684213" y="83518"/>
                  <a:pt x="680712" y="83518"/>
                </a:cubicBezTo>
                <a:lnTo>
                  <a:pt x="646528" y="83518"/>
                </a:lnTo>
                <a:lnTo>
                  <a:pt x="646528" y="183097"/>
                </a:lnTo>
                <a:cubicBezTo>
                  <a:pt x="646528" y="186330"/>
                  <a:pt x="644380" y="188485"/>
                  <a:pt x="641148" y="188485"/>
                </a:cubicBezTo>
                <a:lnTo>
                  <a:pt x="617197" y="188485"/>
                </a:lnTo>
                <a:cubicBezTo>
                  <a:pt x="613964" y="188485"/>
                  <a:pt x="611809" y="186330"/>
                  <a:pt x="611809" y="183097"/>
                </a:cubicBezTo>
                <a:lnTo>
                  <a:pt x="611809" y="56602"/>
                </a:lnTo>
                <a:cubicBezTo>
                  <a:pt x="611809" y="17839"/>
                  <a:pt x="633612" y="79"/>
                  <a:pt x="666987" y="79"/>
                </a:cubicBezTo>
                <a:cubicBezTo>
                  <a:pt x="672729" y="79"/>
                  <a:pt x="678557" y="621"/>
                  <a:pt x="683945" y="1966"/>
                </a:cubicBezTo>
                <a:cubicBezTo>
                  <a:pt x="687713" y="2769"/>
                  <a:pt x="689325" y="4358"/>
                  <a:pt x="689325" y="7347"/>
                </a:cubicBezTo>
                <a:moveTo>
                  <a:pt x="741003" y="59292"/>
                </a:moveTo>
                <a:lnTo>
                  <a:pt x="741003" y="183097"/>
                </a:lnTo>
                <a:cubicBezTo>
                  <a:pt x="741003" y="186330"/>
                  <a:pt x="738848" y="188485"/>
                  <a:pt x="735615" y="188485"/>
                </a:cubicBezTo>
                <a:lnTo>
                  <a:pt x="711396" y="188485"/>
                </a:lnTo>
                <a:cubicBezTo>
                  <a:pt x="708164" y="188485"/>
                  <a:pt x="706008" y="186330"/>
                  <a:pt x="706008" y="183097"/>
                </a:cubicBezTo>
                <a:lnTo>
                  <a:pt x="706008" y="59292"/>
                </a:lnTo>
                <a:cubicBezTo>
                  <a:pt x="706008" y="56059"/>
                  <a:pt x="708164" y="53911"/>
                  <a:pt x="711396" y="53911"/>
                </a:cubicBezTo>
                <a:lnTo>
                  <a:pt x="735615" y="53911"/>
                </a:lnTo>
                <a:cubicBezTo>
                  <a:pt x="738848" y="53911"/>
                  <a:pt x="741003" y="56059"/>
                  <a:pt x="741003" y="59292"/>
                </a:cubicBezTo>
                <a:moveTo>
                  <a:pt x="518954" y="158879"/>
                </a:moveTo>
                <a:cubicBezTo>
                  <a:pt x="499038" y="158879"/>
                  <a:pt x="485847" y="145956"/>
                  <a:pt x="485847" y="121195"/>
                </a:cubicBezTo>
                <a:cubicBezTo>
                  <a:pt x="485847" y="96433"/>
                  <a:pt x="499038" y="83518"/>
                  <a:pt x="517074" y="83518"/>
                </a:cubicBezTo>
                <a:cubicBezTo>
                  <a:pt x="536990" y="83518"/>
                  <a:pt x="550173" y="96433"/>
                  <a:pt x="550173" y="121195"/>
                </a:cubicBezTo>
                <a:cubicBezTo>
                  <a:pt x="550173" y="145956"/>
                  <a:pt x="536990" y="158879"/>
                  <a:pt x="518954" y="158879"/>
                </a:cubicBezTo>
                <a:moveTo>
                  <a:pt x="517074" y="51221"/>
                </a:moveTo>
                <a:cubicBezTo>
                  <a:pt x="476699" y="51221"/>
                  <a:pt x="450317" y="80553"/>
                  <a:pt x="450317" y="121195"/>
                </a:cubicBezTo>
                <a:cubicBezTo>
                  <a:pt x="450317" y="161837"/>
                  <a:pt x="476699" y="191176"/>
                  <a:pt x="518954" y="191176"/>
                </a:cubicBezTo>
                <a:cubicBezTo>
                  <a:pt x="559328" y="191176"/>
                  <a:pt x="585702" y="161837"/>
                  <a:pt x="585702" y="121195"/>
                </a:cubicBezTo>
                <a:cubicBezTo>
                  <a:pt x="585702" y="80553"/>
                  <a:pt x="559328" y="51221"/>
                  <a:pt x="517074" y="51221"/>
                </a:cubicBezTo>
                <a:moveTo>
                  <a:pt x="424486" y="101813"/>
                </a:moveTo>
                <a:lnTo>
                  <a:pt x="424486" y="183097"/>
                </a:lnTo>
                <a:cubicBezTo>
                  <a:pt x="424486" y="186330"/>
                  <a:pt x="422331" y="188485"/>
                  <a:pt x="419098" y="188485"/>
                </a:cubicBezTo>
                <a:lnTo>
                  <a:pt x="394880" y="188485"/>
                </a:lnTo>
                <a:cubicBezTo>
                  <a:pt x="391647" y="188485"/>
                  <a:pt x="389492" y="186330"/>
                  <a:pt x="389492" y="183097"/>
                </a:cubicBezTo>
                <a:lnTo>
                  <a:pt x="389492" y="106391"/>
                </a:lnTo>
                <a:cubicBezTo>
                  <a:pt x="389492" y="90243"/>
                  <a:pt x="377921" y="83518"/>
                  <a:pt x="363385" y="83518"/>
                </a:cubicBezTo>
                <a:cubicBezTo>
                  <a:pt x="355040" y="83518"/>
                  <a:pt x="350470" y="84053"/>
                  <a:pt x="343469" y="85665"/>
                </a:cubicBezTo>
                <a:cubicBezTo>
                  <a:pt x="339159" y="86743"/>
                  <a:pt x="337012" y="88631"/>
                  <a:pt x="337012" y="92666"/>
                </a:cubicBezTo>
                <a:lnTo>
                  <a:pt x="337012" y="183097"/>
                </a:lnTo>
                <a:cubicBezTo>
                  <a:pt x="337012" y="186330"/>
                  <a:pt x="334856" y="188485"/>
                  <a:pt x="331624" y="188485"/>
                </a:cubicBezTo>
                <a:lnTo>
                  <a:pt x="307405" y="188485"/>
                </a:lnTo>
                <a:cubicBezTo>
                  <a:pt x="304172" y="188485"/>
                  <a:pt x="302017" y="186330"/>
                  <a:pt x="302017" y="183097"/>
                </a:cubicBezTo>
                <a:lnTo>
                  <a:pt x="302017" y="71672"/>
                </a:lnTo>
                <a:cubicBezTo>
                  <a:pt x="302017" y="65482"/>
                  <a:pt x="304982" y="62249"/>
                  <a:pt x="308750" y="60904"/>
                </a:cubicBezTo>
                <a:cubicBezTo>
                  <a:pt x="328399" y="53911"/>
                  <a:pt x="346970" y="51221"/>
                  <a:pt x="362850" y="51221"/>
                </a:cubicBezTo>
                <a:cubicBezTo>
                  <a:pt x="404295" y="51221"/>
                  <a:pt x="424486" y="68982"/>
                  <a:pt x="424486" y="101813"/>
                </a:cubicBezTo>
                <a:moveTo>
                  <a:pt x="122497" y="167759"/>
                </a:moveTo>
                <a:cubicBezTo>
                  <a:pt x="122497" y="172337"/>
                  <a:pt x="121963" y="178528"/>
                  <a:pt x="120342" y="183097"/>
                </a:cubicBezTo>
                <a:cubicBezTo>
                  <a:pt x="118997" y="187140"/>
                  <a:pt x="117385" y="188485"/>
                  <a:pt x="113350" y="188485"/>
                </a:cubicBezTo>
                <a:lnTo>
                  <a:pt x="89123" y="188485"/>
                </a:lnTo>
                <a:cubicBezTo>
                  <a:pt x="86433" y="188485"/>
                  <a:pt x="85088" y="186865"/>
                  <a:pt x="85088" y="184718"/>
                </a:cubicBezTo>
                <a:cubicBezTo>
                  <a:pt x="85088" y="184175"/>
                  <a:pt x="85088" y="183640"/>
                  <a:pt x="85356" y="183097"/>
                </a:cubicBezTo>
                <a:cubicBezTo>
                  <a:pt x="86433" y="179597"/>
                  <a:pt x="86968" y="177175"/>
                  <a:pt x="86968" y="173140"/>
                </a:cubicBezTo>
                <a:cubicBezTo>
                  <a:pt x="86968" y="133559"/>
                  <a:pt x="303" y="155646"/>
                  <a:pt x="303" y="98589"/>
                </a:cubicBezTo>
                <a:cubicBezTo>
                  <a:pt x="303" y="69517"/>
                  <a:pt x="23452" y="50144"/>
                  <a:pt x="59517" y="50144"/>
                </a:cubicBezTo>
                <a:cubicBezTo>
                  <a:pt x="78623" y="50144"/>
                  <a:pt x="98546" y="54714"/>
                  <a:pt x="115230" y="64404"/>
                </a:cubicBezTo>
                <a:cubicBezTo>
                  <a:pt x="117393" y="65490"/>
                  <a:pt x="118462" y="67637"/>
                  <a:pt x="118462" y="69792"/>
                </a:cubicBezTo>
                <a:cubicBezTo>
                  <a:pt x="118462" y="71137"/>
                  <a:pt x="118164" y="72710"/>
                  <a:pt x="117385" y="74362"/>
                </a:cubicBezTo>
                <a:lnTo>
                  <a:pt x="109039" y="92131"/>
                </a:lnTo>
                <a:cubicBezTo>
                  <a:pt x="107962" y="94553"/>
                  <a:pt x="105539" y="95899"/>
                  <a:pt x="103116" y="95899"/>
                </a:cubicBezTo>
                <a:cubicBezTo>
                  <a:pt x="101771" y="95899"/>
                  <a:pt x="100426" y="95623"/>
                  <a:pt x="99081" y="94821"/>
                </a:cubicBezTo>
                <a:cubicBezTo>
                  <a:pt x="85356" y="87286"/>
                  <a:pt x="72165" y="82708"/>
                  <a:pt x="58439" y="82708"/>
                </a:cubicBezTo>
                <a:cubicBezTo>
                  <a:pt x="44179" y="82708"/>
                  <a:pt x="35833" y="87923"/>
                  <a:pt x="35833" y="96166"/>
                </a:cubicBezTo>
                <a:cubicBezTo>
                  <a:pt x="35833" y="121368"/>
                  <a:pt x="122497" y="106659"/>
                  <a:pt x="122497" y="167759"/>
                </a:cubicBezTo>
                <a:moveTo>
                  <a:pt x="234191" y="149189"/>
                </a:moveTo>
                <a:cubicBezTo>
                  <a:pt x="234191" y="153224"/>
                  <a:pt x="232043" y="155111"/>
                  <a:pt x="227466" y="156456"/>
                </a:cubicBezTo>
                <a:cubicBezTo>
                  <a:pt x="221543" y="158069"/>
                  <a:pt x="216430" y="158879"/>
                  <a:pt x="209162" y="158879"/>
                </a:cubicBezTo>
                <a:cubicBezTo>
                  <a:pt x="191936" y="158879"/>
                  <a:pt x="175788" y="148646"/>
                  <a:pt x="175788" y="121195"/>
                </a:cubicBezTo>
                <a:cubicBezTo>
                  <a:pt x="175788" y="93743"/>
                  <a:pt x="191936" y="83518"/>
                  <a:pt x="209162" y="83518"/>
                </a:cubicBezTo>
                <a:cubicBezTo>
                  <a:pt x="216430" y="83518"/>
                  <a:pt x="221543" y="84320"/>
                  <a:pt x="227466" y="85941"/>
                </a:cubicBezTo>
                <a:cubicBezTo>
                  <a:pt x="232043" y="87286"/>
                  <a:pt x="234191" y="89165"/>
                  <a:pt x="234191" y="93201"/>
                </a:cubicBezTo>
                <a:lnTo>
                  <a:pt x="234191" y="149189"/>
                </a:lnTo>
                <a:close/>
                <a:moveTo>
                  <a:pt x="262452" y="61179"/>
                </a:moveTo>
                <a:cubicBezTo>
                  <a:pt x="244692" y="54446"/>
                  <a:pt x="228000" y="51221"/>
                  <a:pt x="209430" y="51221"/>
                </a:cubicBezTo>
                <a:cubicBezTo>
                  <a:pt x="168795" y="51221"/>
                  <a:pt x="140258" y="78405"/>
                  <a:pt x="140258" y="121195"/>
                </a:cubicBezTo>
                <a:cubicBezTo>
                  <a:pt x="140258" y="164527"/>
                  <a:pt x="165020" y="191176"/>
                  <a:pt x="208895" y="191176"/>
                </a:cubicBezTo>
                <a:cubicBezTo>
                  <a:pt x="226655" y="191176"/>
                  <a:pt x="243881" y="188210"/>
                  <a:pt x="262452" y="180407"/>
                </a:cubicBezTo>
                <a:cubicBezTo>
                  <a:pt x="266763" y="178528"/>
                  <a:pt x="269185" y="175562"/>
                  <a:pt x="269185" y="169639"/>
                </a:cubicBezTo>
                <a:lnTo>
                  <a:pt x="269185" y="71940"/>
                </a:lnTo>
                <a:cubicBezTo>
                  <a:pt x="269185" y="65749"/>
                  <a:pt x="266763" y="62792"/>
                  <a:pt x="262452" y="61179"/>
                </a:cubicBezTo>
              </a:path>
            </a:pathLst>
          </a:custGeom>
          <a:solidFill>
            <a:schemeClr val="tx1"/>
          </a:solidFill>
          <a:ln w="7833" cap="flat">
            <a:noFill/>
            <a:prstDash val="solid"/>
            <a:round/>
          </a:ln>
        </p:spPr>
        <p:txBody>
          <a:bodyPr rtlCol="0" anchor="ctr"/>
          <a:lstStyle/>
          <a:p>
            <a:endParaRPr lang="en-US" sz="2400" noProof="0"/>
          </a:p>
        </p:txBody>
      </p:sp>
      <p:grpSp>
        <p:nvGrpSpPr>
          <p:cNvPr id="32" name="Graphique 7">
            <a:extLst>
              <a:ext uri="{FF2B5EF4-FFF2-40B4-BE49-F238E27FC236}">
                <a16:creationId xmlns:a16="http://schemas.microsoft.com/office/drawing/2014/main" id="{06A5D6C0-9CFB-4C86-8BD0-9B0F6C1008B0}"/>
              </a:ext>
            </a:extLst>
          </p:cNvPr>
          <p:cNvGrpSpPr>
            <a:grpSpLocks noChangeAspect="1"/>
          </p:cNvGrpSpPr>
          <p:nvPr userDrawn="1"/>
        </p:nvGrpSpPr>
        <p:grpSpPr>
          <a:xfrm>
            <a:off x="442166" y="6329527"/>
            <a:ext cx="1071853" cy="275084"/>
            <a:chOff x="4768103" y="-471733"/>
            <a:chExt cx="744723" cy="191124"/>
          </a:xfrm>
          <a:solidFill>
            <a:srgbClr val="FFFFFF"/>
          </a:solidFill>
        </p:grpSpPr>
        <p:sp>
          <p:nvSpPr>
            <p:cNvPr id="40" name="Forme libre : forme 9">
              <a:extLst>
                <a:ext uri="{FF2B5EF4-FFF2-40B4-BE49-F238E27FC236}">
                  <a16:creationId xmlns:a16="http://schemas.microsoft.com/office/drawing/2014/main" id="{7570A171-087A-451D-8C88-52D822ABF6D0}"/>
                </a:ext>
              </a:extLst>
            </p:cNvPr>
            <p:cNvSpPr/>
            <p:nvPr userDrawn="1"/>
          </p:nvSpPr>
          <p:spPr>
            <a:xfrm>
              <a:off x="4770087" y="-471716"/>
              <a:ext cx="740699" cy="191096"/>
            </a:xfrm>
            <a:custGeom>
              <a:avLst/>
              <a:gdLst>
                <a:gd name="connsiteX0" fmla="*/ 689325 w 740699"/>
                <a:gd name="connsiteY0" fmla="*/ 7347 h 191096"/>
                <a:gd name="connsiteX1" fmla="*/ 688790 w 740699"/>
                <a:gd name="connsiteY1" fmla="*/ 10847 h 191096"/>
                <a:gd name="connsiteX2" fmla="*/ 686092 w 740699"/>
                <a:gd name="connsiteY2" fmla="*/ 24840 h 191096"/>
                <a:gd name="connsiteX3" fmla="*/ 680980 w 740699"/>
                <a:gd name="connsiteY3" fmla="*/ 29953 h 191096"/>
                <a:gd name="connsiteX4" fmla="*/ 667797 w 740699"/>
                <a:gd name="connsiteY4" fmla="*/ 28608 h 191096"/>
                <a:gd name="connsiteX5" fmla="*/ 646528 w 740699"/>
                <a:gd name="connsiteY5" fmla="*/ 50946 h 191096"/>
                <a:gd name="connsiteX6" fmla="*/ 646528 w 740699"/>
                <a:gd name="connsiteY6" fmla="*/ 53911 h 191096"/>
                <a:gd name="connsiteX7" fmla="*/ 680712 w 740699"/>
                <a:gd name="connsiteY7" fmla="*/ 53911 h 191096"/>
                <a:gd name="connsiteX8" fmla="*/ 686092 w 740699"/>
                <a:gd name="connsiteY8" fmla="*/ 59559 h 191096"/>
                <a:gd name="connsiteX9" fmla="*/ 686092 w 740699"/>
                <a:gd name="connsiteY9" fmla="*/ 78130 h 191096"/>
                <a:gd name="connsiteX10" fmla="*/ 680712 w 740699"/>
                <a:gd name="connsiteY10" fmla="*/ 83518 h 191096"/>
                <a:gd name="connsiteX11" fmla="*/ 646528 w 740699"/>
                <a:gd name="connsiteY11" fmla="*/ 83518 h 191096"/>
                <a:gd name="connsiteX12" fmla="*/ 646528 w 740699"/>
                <a:gd name="connsiteY12" fmla="*/ 183097 h 191096"/>
                <a:gd name="connsiteX13" fmla="*/ 641148 w 740699"/>
                <a:gd name="connsiteY13" fmla="*/ 188485 h 191096"/>
                <a:gd name="connsiteX14" fmla="*/ 617197 w 740699"/>
                <a:gd name="connsiteY14" fmla="*/ 188485 h 191096"/>
                <a:gd name="connsiteX15" fmla="*/ 611809 w 740699"/>
                <a:gd name="connsiteY15" fmla="*/ 183097 h 191096"/>
                <a:gd name="connsiteX16" fmla="*/ 611809 w 740699"/>
                <a:gd name="connsiteY16" fmla="*/ 56602 h 191096"/>
                <a:gd name="connsiteX17" fmla="*/ 666987 w 740699"/>
                <a:gd name="connsiteY17" fmla="*/ 79 h 191096"/>
                <a:gd name="connsiteX18" fmla="*/ 683945 w 740699"/>
                <a:gd name="connsiteY18" fmla="*/ 1966 h 191096"/>
                <a:gd name="connsiteX19" fmla="*/ 689325 w 740699"/>
                <a:gd name="connsiteY19" fmla="*/ 7347 h 191096"/>
                <a:gd name="connsiteX20" fmla="*/ 741003 w 740699"/>
                <a:gd name="connsiteY20" fmla="*/ 59292 h 191096"/>
                <a:gd name="connsiteX21" fmla="*/ 741003 w 740699"/>
                <a:gd name="connsiteY21" fmla="*/ 183097 h 191096"/>
                <a:gd name="connsiteX22" fmla="*/ 735615 w 740699"/>
                <a:gd name="connsiteY22" fmla="*/ 188485 h 191096"/>
                <a:gd name="connsiteX23" fmla="*/ 711396 w 740699"/>
                <a:gd name="connsiteY23" fmla="*/ 188485 h 191096"/>
                <a:gd name="connsiteX24" fmla="*/ 706008 w 740699"/>
                <a:gd name="connsiteY24" fmla="*/ 183097 h 191096"/>
                <a:gd name="connsiteX25" fmla="*/ 706008 w 740699"/>
                <a:gd name="connsiteY25" fmla="*/ 59292 h 191096"/>
                <a:gd name="connsiteX26" fmla="*/ 711396 w 740699"/>
                <a:gd name="connsiteY26" fmla="*/ 53911 h 191096"/>
                <a:gd name="connsiteX27" fmla="*/ 735615 w 740699"/>
                <a:gd name="connsiteY27" fmla="*/ 53911 h 191096"/>
                <a:gd name="connsiteX28" fmla="*/ 741003 w 740699"/>
                <a:gd name="connsiteY28" fmla="*/ 59292 h 191096"/>
                <a:gd name="connsiteX29" fmla="*/ 518954 w 740699"/>
                <a:gd name="connsiteY29" fmla="*/ 158879 h 191096"/>
                <a:gd name="connsiteX30" fmla="*/ 485847 w 740699"/>
                <a:gd name="connsiteY30" fmla="*/ 121195 h 191096"/>
                <a:gd name="connsiteX31" fmla="*/ 517074 w 740699"/>
                <a:gd name="connsiteY31" fmla="*/ 83518 h 191096"/>
                <a:gd name="connsiteX32" fmla="*/ 550173 w 740699"/>
                <a:gd name="connsiteY32" fmla="*/ 121195 h 191096"/>
                <a:gd name="connsiteX33" fmla="*/ 518954 w 740699"/>
                <a:gd name="connsiteY33" fmla="*/ 158879 h 191096"/>
                <a:gd name="connsiteX34" fmla="*/ 517074 w 740699"/>
                <a:gd name="connsiteY34" fmla="*/ 51221 h 191096"/>
                <a:gd name="connsiteX35" fmla="*/ 450317 w 740699"/>
                <a:gd name="connsiteY35" fmla="*/ 121195 h 191096"/>
                <a:gd name="connsiteX36" fmla="*/ 518954 w 740699"/>
                <a:gd name="connsiteY36" fmla="*/ 191176 h 191096"/>
                <a:gd name="connsiteX37" fmla="*/ 585702 w 740699"/>
                <a:gd name="connsiteY37" fmla="*/ 121195 h 191096"/>
                <a:gd name="connsiteX38" fmla="*/ 517074 w 740699"/>
                <a:gd name="connsiteY38" fmla="*/ 51221 h 191096"/>
                <a:gd name="connsiteX39" fmla="*/ 424486 w 740699"/>
                <a:gd name="connsiteY39" fmla="*/ 101813 h 191096"/>
                <a:gd name="connsiteX40" fmla="*/ 424486 w 740699"/>
                <a:gd name="connsiteY40" fmla="*/ 183097 h 191096"/>
                <a:gd name="connsiteX41" fmla="*/ 419098 w 740699"/>
                <a:gd name="connsiteY41" fmla="*/ 188485 h 191096"/>
                <a:gd name="connsiteX42" fmla="*/ 394880 w 740699"/>
                <a:gd name="connsiteY42" fmla="*/ 188485 h 191096"/>
                <a:gd name="connsiteX43" fmla="*/ 389492 w 740699"/>
                <a:gd name="connsiteY43" fmla="*/ 183097 h 191096"/>
                <a:gd name="connsiteX44" fmla="*/ 389492 w 740699"/>
                <a:gd name="connsiteY44" fmla="*/ 106391 h 191096"/>
                <a:gd name="connsiteX45" fmla="*/ 363385 w 740699"/>
                <a:gd name="connsiteY45" fmla="*/ 83518 h 191096"/>
                <a:gd name="connsiteX46" fmla="*/ 343469 w 740699"/>
                <a:gd name="connsiteY46" fmla="*/ 85665 h 191096"/>
                <a:gd name="connsiteX47" fmla="*/ 337012 w 740699"/>
                <a:gd name="connsiteY47" fmla="*/ 92666 h 191096"/>
                <a:gd name="connsiteX48" fmla="*/ 337012 w 740699"/>
                <a:gd name="connsiteY48" fmla="*/ 183097 h 191096"/>
                <a:gd name="connsiteX49" fmla="*/ 331624 w 740699"/>
                <a:gd name="connsiteY49" fmla="*/ 188485 h 191096"/>
                <a:gd name="connsiteX50" fmla="*/ 307405 w 740699"/>
                <a:gd name="connsiteY50" fmla="*/ 188485 h 191096"/>
                <a:gd name="connsiteX51" fmla="*/ 302017 w 740699"/>
                <a:gd name="connsiteY51" fmla="*/ 183097 h 191096"/>
                <a:gd name="connsiteX52" fmla="*/ 302017 w 740699"/>
                <a:gd name="connsiteY52" fmla="*/ 71672 h 191096"/>
                <a:gd name="connsiteX53" fmla="*/ 308750 w 740699"/>
                <a:gd name="connsiteY53" fmla="*/ 60904 h 191096"/>
                <a:gd name="connsiteX54" fmla="*/ 362850 w 740699"/>
                <a:gd name="connsiteY54" fmla="*/ 51221 h 191096"/>
                <a:gd name="connsiteX55" fmla="*/ 424486 w 740699"/>
                <a:gd name="connsiteY55" fmla="*/ 101813 h 191096"/>
                <a:gd name="connsiteX56" fmla="*/ 122497 w 740699"/>
                <a:gd name="connsiteY56" fmla="*/ 167759 h 191096"/>
                <a:gd name="connsiteX57" fmla="*/ 120342 w 740699"/>
                <a:gd name="connsiteY57" fmla="*/ 183097 h 191096"/>
                <a:gd name="connsiteX58" fmla="*/ 113350 w 740699"/>
                <a:gd name="connsiteY58" fmla="*/ 188485 h 191096"/>
                <a:gd name="connsiteX59" fmla="*/ 89123 w 740699"/>
                <a:gd name="connsiteY59" fmla="*/ 188485 h 191096"/>
                <a:gd name="connsiteX60" fmla="*/ 85088 w 740699"/>
                <a:gd name="connsiteY60" fmla="*/ 184718 h 191096"/>
                <a:gd name="connsiteX61" fmla="*/ 85356 w 740699"/>
                <a:gd name="connsiteY61" fmla="*/ 183097 h 191096"/>
                <a:gd name="connsiteX62" fmla="*/ 86968 w 740699"/>
                <a:gd name="connsiteY62" fmla="*/ 173140 h 191096"/>
                <a:gd name="connsiteX63" fmla="*/ 303 w 740699"/>
                <a:gd name="connsiteY63" fmla="*/ 98589 h 191096"/>
                <a:gd name="connsiteX64" fmla="*/ 59517 w 740699"/>
                <a:gd name="connsiteY64" fmla="*/ 50144 h 191096"/>
                <a:gd name="connsiteX65" fmla="*/ 115230 w 740699"/>
                <a:gd name="connsiteY65" fmla="*/ 64404 h 191096"/>
                <a:gd name="connsiteX66" fmla="*/ 118462 w 740699"/>
                <a:gd name="connsiteY66" fmla="*/ 69792 h 191096"/>
                <a:gd name="connsiteX67" fmla="*/ 117385 w 740699"/>
                <a:gd name="connsiteY67" fmla="*/ 74362 h 191096"/>
                <a:gd name="connsiteX68" fmla="*/ 109039 w 740699"/>
                <a:gd name="connsiteY68" fmla="*/ 92131 h 191096"/>
                <a:gd name="connsiteX69" fmla="*/ 103116 w 740699"/>
                <a:gd name="connsiteY69" fmla="*/ 95899 h 191096"/>
                <a:gd name="connsiteX70" fmla="*/ 99081 w 740699"/>
                <a:gd name="connsiteY70" fmla="*/ 94821 h 191096"/>
                <a:gd name="connsiteX71" fmla="*/ 58439 w 740699"/>
                <a:gd name="connsiteY71" fmla="*/ 82708 h 191096"/>
                <a:gd name="connsiteX72" fmla="*/ 35833 w 740699"/>
                <a:gd name="connsiteY72" fmla="*/ 96166 h 191096"/>
                <a:gd name="connsiteX73" fmla="*/ 122497 w 740699"/>
                <a:gd name="connsiteY73" fmla="*/ 167759 h 191096"/>
                <a:gd name="connsiteX74" fmla="*/ 234191 w 740699"/>
                <a:gd name="connsiteY74" fmla="*/ 149189 h 191096"/>
                <a:gd name="connsiteX75" fmla="*/ 227466 w 740699"/>
                <a:gd name="connsiteY75" fmla="*/ 156456 h 191096"/>
                <a:gd name="connsiteX76" fmla="*/ 209162 w 740699"/>
                <a:gd name="connsiteY76" fmla="*/ 158879 h 191096"/>
                <a:gd name="connsiteX77" fmla="*/ 175788 w 740699"/>
                <a:gd name="connsiteY77" fmla="*/ 121195 h 191096"/>
                <a:gd name="connsiteX78" fmla="*/ 209162 w 740699"/>
                <a:gd name="connsiteY78" fmla="*/ 83518 h 191096"/>
                <a:gd name="connsiteX79" fmla="*/ 227466 w 740699"/>
                <a:gd name="connsiteY79" fmla="*/ 85941 h 191096"/>
                <a:gd name="connsiteX80" fmla="*/ 234191 w 740699"/>
                <a:gd name="connsiteY80" fmla="*/ 93201 h 191096"/>
                <a:gd name="connsiteX81" fmla="*/ 234191 w 740699"/>
                <a:gd name="connsiteY81" fmla="*/ 149189 h 191096"/>
                <a:gd name="connsiteX82" fmla="*/ 262452 w 740699"/>
                <a:gd name="connsiteY82" fmla="*/ 61179 h 191096"/>
                <a:gd name="connsiteX83" fmla="*/ 209430 w 740699"/>
                <a:gd name="connsiteY83" fmla="*/ 51221 h 191096"/>
                <a:gd name="connsiteX84" fmla="*/ 140258 w 740699"/>
                <a:gd name="connsiteY84" fmla="*/ 121195 h 191096"/>
                <a:gd name="connsiteX85" fmla="*/ 208895 w 740699"/>
                <a:gd name="connsiteY85" fmla="*/ 191176 h 191096"/>
                <a:gd name="connsiteX86" fmla="*/ 262452 w 740699"/>
                <a:gd name="connsiteY86" fmla="*/ 180407 h 191096"/>
                <a:gd name="connsiteX87" fmla="*/ 269185 w 740699"/>
                <a:gd name="connsiteY87" fmla="*/ 169639 h 191096"/>
                <a:gd name="connsiteX88" fmla="*/ 269185 w 740699"/>
                <a:gd name="connsiteY88" fmla="*/ 71940 h 191096"/>
                <a:gd name="connsiteX89" fmla="*/ 262452 w 740699"/>
                <a:gd name="connsiteY89" fmla="*/ 61179 h 191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740699" h="191096">
                  <a:moveTo>
                    <a:pt x="689325" y="7347"/>
                  </a:moveTo>
                  <a:cubicBezTo>
                    <a:pt x="689325" y="8511"/>
                    <a:pt x="689026" y="9604"/>
                    <a:pt x="688790" y="10847"/>
                  </a:cubicBezTo>
                  <a:lnTo>
                    <a:pt x="686092" y="24840"/>
                  </a:lnTo>
                  <a:cubicBezTo>
                    <a:pt x="685558" y="28073"/>
                    <a:pt x="684213" y="29953"/>
                    <a:pt x="680980" y="29953"/>
                  </a:cubicBezTo>
                  <a:cubicBezTo>
                    <a:pt x="678974" y="29953"/>
                    <a:pt x="673177" y="28608"/>
                    <a:pt x="667797" y="28608"/>
                  </a:cubicBezTo>
                  <a:cubicBezTo>
                    <a:pt x="652993" y="28608"/>
                    <a:pt x="646528" y="36143"/>
                    <a:pt x="646528" y="50946"/>
                  </a:cubicBezTo>
                  <a:lnTo>
                    <a:pt x="646528" y="53911"/>
                  </a:lnTo>
                  <a:lnTo>
                    <a:pt x="680712" y="53911"/>
                  </a:lnTo>
                  <a:cubicBezTo>
                    <a:pt x="684213" y="53911"/>
                    <a:pt x="686092" y="56059"/>
                    <a:pt x="686092" y="59559"/>
                  </a:cubicBezTo>
                  <a:lnTo>
                    <a:pt x="686092" y="78130"/>
                  </a:lnTo>
                  <a:cubicBezTo>
                    <a:pt x="686092" y="81363"/>
                    <a:pt x="684213" y="83518"/>
                    <a:pt x="680712" y="83518"/>
                  </a:cubicBezTo>
                  <a:lnTo>
                    <a:pt x="646528" y="83518"/>
                  </a:lnTo>
                  <a:lnTo>
                    <a:pt x="646528" y="183097"/>
                  </a:lnTo>
                  <a:cubicBezTo>
                    <a:pt x="646528" y="186330"/>
                    <a:pt x="644380" y="188485"/>
                    <a:pt x="641148" y="188485"/>
                  </a:cubicBezTo>
                  <a:lnTo>
                    <a:pt x="617197" y="188485"/>
                  </a:lnTo>
                  <a:cubicBezTo>
                    <a:pt x="613964" y="188485"/>
                    <a:pt x="611809" y="186330"/>
                    <a:pt x="611809" y="183097"/>
                  </a:cubicBezTo>
                  <a:lnTo>
                    <a:pt x="611809" y="56602"/>
                  </a:lnTo>
                  <a:cubicBezTo>
                    <a:pt x="611809" y="17839"/>
                    <a:pt x="633612" y="79"/>
                    <a:pt x="666987" y="79"/>
                  </a:cubicBezTo>
                  <a:cubicBezTo>
                    <a:pt x="672729" y="79"/>
                    <a:pt x="678557" y="621"/>
                    <a:pt x="683945" y="1966"/>
                  </a:cubicBezTo>
                  <a:cubicBezTo>
                    <a:pt x="687713" y="2769"/>
                    <a:pt x="689325" y="4358"/>
                    <a:pt x="689325" y="7347"/>
                  </a:cubicBezTo>
                  <a:moveTo>
                    <a:pt x="741003" y="59292"/>
                  </a:moveTo>
                  <a:lnTo>
                    <a:pt x="741003" y="183097"/>
                  </a:lnTo>
                  <a:cubicBezTo>
                    <a:pt x="741003" y="186330"/>
                    <a:pt x="738848" y="188485"/>
                    <a:pt x="735615" y="188485"/>
                  </a:cubicBezTo>
                  <a:lnTo>
                    <a:pt x="711396" y="188485"/>
                  </a:lnTo>
                  <a:cubicBezTo>
                    <a:pt x="708164" y="188485"/>
                    <a:pt x="706008" y="186330"/>
                    <a:pt x="706008" y="183097"/>
                  </a:cubicBezTo>
                  <a:lnTo>
                    <a:pt x="706008" y="59292"/>
                  </a:lnTo>
                  <a:cubicBezTo>
                    <a:pt x="706008" y="56059"/>
                    <a:pt x="708164" y="53911"/>
                    <a:pt x="711396" y="53911"/>
                  </a:cubicBezTo>
                  <a:lnTo>
                    <a:pt x="735615" y="53911"/>
                  </a:lnTo>
                  <a:cubicBezTo>
                    <a:pt x="738848" y="53911"/>
                    <a:pt x="741003" y="56059"/>
                    <a:pt x="741003" y="59292"/>
                  </a:cubicBezTo>
                  <a:moveTo>
                    <a:pt x="518954" y="158879"/>
                  </a:moveTo>
                  <a:cubicBezTo>
                    <a:pt x="499038" y="158879"/>
                    <a:pt x="485847" y="145956"/>
                    <a:pt x="485847" y="121195"/>
                  </a:cubicBezTo>
                  <a:cubicBezTo>
                    <a:pt x="485847" y="96433"/>
                    <a:pt x="499038" y="83518"/>
                    <a:pt x="517074" y="83518"/>
                  </a:cubicBezTo>
                  <a:cubicBezTo>
                    <a:pt x="536990" y="83518"/>
                    <a:pt x="550173" y="96433"/>
                    <a:pt x="550173" y="121195"/>
                  </a:cubicBezTo>
                  <a:cubicBezTo>
                    <a:pt x="550173" y="145956"/>
                    <a:pt x="536990" y="158879"/>
                    <a:pt x="518954" y="158879"/>
                  </a:cubicBezTo>
                  <a:moveTo>
                    <a:pt x="517074" y="51221"/>
                  </a:moveTo>
                  <a:cubicBezTo>
                    <a:pt x="476699" y="51221"/>
                    <a:pt x="450317" y="80553"/>
                    <a:pt x="450317" y="121195"/>
                  </a:cubicBezTo>
                  <a:cubicBezTo>
                    <a:pt x="450317" y="161837"/>
                    <a:pt x="476699" y="191176"/>
                    <a:pt x="518954" y="191176"/>
                  </a:cubicBezTo>
                  <a:cubicBezTo>
                    <a:pt x="559328" y="191176"/>
                    <a:pt x="585702" y="161837"/>
                    <a:pt x="585702" y="121195"/>
                  </a:cubicBezTo>
                  <a:cubicBezTo>
                    <a:pt x="585702" y="80553"/>
                    <a:pt x="559328" y="51221"/>
                    <a:pt x="517074" y="51221"/>
                  </a:cubicBezTo>
                  <a:moveTo>
                    <a:pt x="424486" y="101813"/>
                  </a:moveTo>
                  <a:lnTo>
                    <a:pt x="424486" y="183097"/>
                  </a:lnTo>
                  <a:cubicBezTo>
                    <a:pt x="424486" y="186330"/>
                    <a:pt x="422331" y="188485"/>
                    <a:pt x="419098" y="188485"/>
                  </a:cubicBezTo>
                  <a:lnTo>
                    <a:pt x="394880" y="188485"/>
                  </a:lnTo>
                  <a:cubicBezTo>
                    <a:pt x="391647" y="188485"/>
                    <a:pt x="389492" y="186330"/>
                    <a:pt x="389492" y="183097"/>
                  </a:cubicBezTo>
                  <a:lnTo>
                    <a:pt x="389492" y="106391"/>
                  </a:lnTo>
                  <a:cubicBezTo>
                    <a:pt x="389492" y="90243"/>
                    <a:pt x="377921" y="83518"/>
                    <a:pt x="363385" y="83518"/>
                  </a:cubicBezTo>
                  <a:cubicBezTo>
                    <a:pt x="355040" y="83518"/>
                    <a:pt x="350470" y="84053"/>
                    <a:pt x="343469" y="85665"/>
                  </a:cubicBezTo>
                  <a:cubicBezTo>
                    <a:pt x="339159" y="86743"/>
                    <a:pt x="337012" y="88631"/>
                    <a:pt x="337012" y="92666"/>
                  </a:cubicBezTo>
                  <a:lnTo>
                    <a:pt x="337012" y="183097"/>
                  </a:lnTo>
                  <a:cubicBezTo>
                    <a:pt x="337012" y="186330"/>
                    <a:pt x="334856" y="188485"/>
                    <a:pt x="331624" y="188485"/>
                  </a:cubicBezTo>
                  <a:lnTo>
                    <a:pt x="307405" y="188485"/>
                  </a:lnTo>
                  <a:cubicBezTo>
                    <a:pt x="304172" y="188485"/>
                    <a:pt x="302017" y="186330"/>
                    <a:pt x="302017" y="183097"/>
                  </a:cubicBezTo>
                  <a:lnTo>
                    <a:pt x="302017" y="71672"/>
                  </a:lnTo>
                  <a:cubicBezTo>
                    <a:pt x="302017" y="65482"/>
                    <a:pt x="304982" y="62249"/>
                    <a:pt x="308750" y="60904"/>
                  </a:cubicBezTo>
                  <a:cubicBezTo>
                    <a:pt x="328399" y="53911"/>
                    <a:pt x="346970" y="51221"/>
                    <a:pt x="362850" y="51221"/>
                  </a:cubicBezTo>
                  <a:cubicBezTo>
                    <a:pt x="404295" y="51221"/>
                    <a:pt x="424486" y="68982"/>
                    <a:pt x="424486" y="101813"/>
                  </a:cubicBezTo>
                  <a:moveTo>
                    <a:pt x="122497" y="167759"/>
                  </a:moveTo>
                  <a:cubicBezTo>
                    <a:pt x="122497" y="172337"/>
                    <a:pt x="121963" y="178528"/>
                    <a:pt x="120342" y="183097"/>
                  </a:cubicBezTo>
                  <a:cubicBezTo>
                    <a:pt x="118997" y="187140"/>
                    <a:pt x="117385" y="188485"/>
                    <a:pt x="113350" y="188485"/>
                  </a:cubicBezTo>
                  <a:lnTo>
                    <a:pt x="89123" y="188485"/>
                  </a:lnTo>
                  <a:cubicBezTo>
                    <a:pt x="86433" y="188485"/>
                    <a:pt x="85088" y="186865"/>
                    <a:pt x="85088" y="184718"/>
                  </a:cubicBezTo>
                  <a:cubicBezTo>
                    <a:pt x="85088" y="184175"/>
                    <a:pt x="85088" y="183640"/>
                    <a:pt x="85356" y="183097"/>
                  </a:cubicBezTo>
                  <a:cubicBezTo>
                    <a:pt x="86433" y="179597"/>
                    <a:pt x="86968" y="177175"/>
                    <a:pt x="86968" y="173140"/>
                  </a:cubicBezTo>
                  <a:cubicBezTo>
                    <a:pt x="86968" y="133559"/>
                    <a:pt x="303" y="155646"/>
                    <a:pt x="303" y="98589"/>
                  </a:cubicBezTo>
                  <a:cubicBezTo>
                    <a:pt x="303" y="69517"/>
                    <a:pt x="23452" y="50144"/>
                    <a:pt x="59517" y="50144"/>
                  </a:cubicBezTo>
                  <a:cubicBezTo>
                    <a:pt x="78623" y="50144"/>
                    <a:pt x="98546" y="54714"/>
                    <a:pt x="115230" y="64404"/>
                  </a:cubicBezTo>
                  <a:cubicBezTo>
                    <a:pt x="117393" y="65490"/>
                    <a:pt x="118462" y="67637"/>
                    <a:pt x="118462" y="69792"/>
                  </a:cubicBezTo>
                  <a:cubicBezTo>
                    <a:pt x="118462" y="71137"/>
                    <a:pt x="118164" y="72710"/>
                    <a:pt x="117385" y="74362"/>
                  </a:cubicBezTo>
                  <a:lnTo>
                    <a:pt x="109039" y="92131"/>
                  </a:lnTo>
                  <a:cubicBezTo>
                    <a:pt x="107962" y="94553"/>
                    <a:pt x="105539" y="95899"/>
                    <a:pt x="103116" y="95899"/>
                  </a:cubicBezTo>
                  <a:cubicBezTo>
                    <a:pt x="101771" y="95899"/>
                    <a:pt x="100426" y="95623"/>
                    <a:pt x="99081" y="94821"/>
                  </a:cubicBezTo>
                  <a:cubicBezTo>
                    <a:pt x="85356" y="87286"/>
                    <a:pt x="72165" y="82708"/>
                    <a:pt x="58439" y="82708"/>
                  </a:cubicBezTo>
                  <a:cubicBezTo>
                    <a:pt x="44179" y="82708"/>
                    <a:pt x="35833" y="87923"/>
                    <a:pt x="35833" y="96166"/>
                  </a:cubicBezTo>
                  <a:cubicBezTo>
                    <a:pt x="35833" y="121368"/>
                    <a:pt x="122497" y="106659"/>
                    <a:pt x="122497" y="167759"/>
                  </a:cubicBezTo>
                  <a:moveTo>
                    <a:pt x="234191" y="149189"/>
                  </a:moveTo>
                  <a:cubicBezTo>
                    <a:pt x="234191" y="153224"/>
                    <a:pt x="232043" y="155111"/>
                    <a:pt x="227466" y="156456"/>
                  </a:cubicBezTo>
                  <a:cubicBezTo>
                    <a:pt x="221543" y="158069"/>
                    <a:pt x="216430" y="158879"/>
                    <a:pt x="209162" y="158879"/>
                  </a:cubicBezTo>
                  <a:cubicBezTo>
                    <a:pt x="191936" y="158879"/>
                    <a:pt x="175788" y="148646"/>
                    <a:pt x="175788" y="121195"/>
                  </a:cubicBezTo>
                  <a:cubicBezTo>
                    <a:pt x="175788" y="93743"/>
                    <a:pt x="191936" y="83518"/>
                    <a:pt x="209162" y="83518"/>
                  </a:cubicBezTo>
                  <a:cubicBezTo>
                    <a:pt x="216430" y="83518"/>
                    <a:pt x="221543" y="84320"/>
                    <a:pt x="227466" y="85941"/>
                  </a:cubicBezTo>
                  <a:cubicBezTo>
                    <a:pt x="232043" y="87286"/>
                    <a:pt x="234191" y="89165"/>
                    <a:pt x="234191" y="93201"/>
                  </a:cubicBezTo>
                  <a:lnTo>
                    <a:pt x="234191" y="149189"/>
                  </a:lnTo>
                  <a:close/>
                  <a:moveTo>
                    <a:pt x="262452" y="61179"/>
                  </a:moveTo>
                  <a:cubicBezTo>
                    <a:pt x="244692" y="54446"/>
                    <a:pt x="228000" y="51221"/>
                    <a:pt x="209430" y="51221"/>
                  </a:cubicBezTo>
                  <a:cubicBezTo>
                    <a:pt x="168795" y="51221"/>
                    <a:pt x="140258" y="78405"/>
                    <a:pt x="140258" y="121195"/>
                  </a:cubicBezTo>
                  <a:cubicBezTo>
                    <a:pt x="140258" y="164527"/>
                    <a:pt x="165020" y="191176"/>
                    <a:pt x="208895" y="191176"/>
                  </a:cubicBezTo>
                  <a:cubicBezTo>
                    <a:pt x="226655" y="191176"/>
                    <a:pt x="243881" y="188210"/>
                    <a:pt x="262452" y="180407"/>
                  </a:cubicBezTo>
                  <a:cubicBezTo>
                    <a:pt x="266763" y="178528"/>
                    <a:pt x="269185" y="175562"/>
                    <a:pt x="269185" y="169639"/>
                  </a:cubicBezTo>
                  <a:lnTo>
                    <a:pt x="269185" y="71940"/>
                  </a:lnTo>
                  <a:cubicBezTo>
                    <a:pt x="269185" y="65749"/>
                    <a:pt x="266763" y="62792"/>
                    <a:pt x="262452" y="61179"/>
                  </a:cubicBezTo>
                </a:path>
              </a:pathLst>
            </a:custGeom>
            <a:solidFill>
              <a:schemeClr val="tx1"/>
            </a:solidFill>
            <a:ln w="7833" cap="flat">
              <a:noFill/>
              <a:prstDash val="solid"/>
              <a:round/>
            </a:ln>
          </p:spPr>
          <p:txBody>
            <a:bodyPr rtlCol="0" anchor="ctr"/>
            <a:lstStyle/>
            <a:p>
              <a:endParaRPr lang="fr-FR" sz="2400"/>
            </a:p>
          </p:txBody>
        </p:sp>
        <p:sp>
          <p:nvSpPr>
            <p:cNvPr id="41" name="Forme libre : forme 10">
              <a:extLst>
                <a:ext uri="{FF2B5EF4-FFF2-40B4-BE49-F238E27FC236}">
                  <a16:creationId xmlns:a16="http://schemas.microsoft.com/office/drawing/2014/main" id="{FC3C9097-DD6E-4680-8304-A8A8F1E97DBB}"/>
                </a:ext>
              </a:extLst>
            </p:cNvPr>
            <p:cNvSpPr/>
            <p:nvPr/>
          </p:nvSpPr>
          <p:spPr>
            <a:xfrm rot="-73896" flipV="1">
              <a:off x="5474877" y="-471733"/>
              <a:ext cx="37949" cy="37711"/>
            </a:xfrm>
            <a:custGeom>
              <a:avLst/>
              <a:gdLst>
                <a:gd name="connsiteX0" fmla="*/ 19483 w 37949"/>
                <a:gd name="connsiteY0" fmla="*/ 17 h 37711"/>
                <a:gd name="connsiteX1" fmla="*/ 38456 w 37949"/>
                <a:gd name="connsiteY1" fmla="*/ 18454 h 37711"/>
                <a:gd name="connsiteX2" fmla="*/ 19491 w 37949"/>
                <a:gd name="connsiteY2" fmla="*/ 37717 h 37711"/>
                <a:gd name="connsiteX3" fmla="*/ 519 w 37949"/>
                <a:gd name="connsiteY3" fmla="*/ 19272 h 37711"/>
                <a:gd name="connsiteX4" fmla="*/ 19483 w 37949"/>
                <a:gd name="connsiteY4" fmla="*/ 17 h 37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949" h="37711">
                  <a:moveTo>
                    <a:pt x="19483" y="17"/>
                  </a:moveTo>
                  <a:cubicBezTo>
                    <a:pt x="30519" y="-219"/>
                    <a:pt x="38212" y="6883"/>
                    <a:pt x="38456" y="18454"/>
                  </a:cubicBezTo>
                  <a:cubicBezTo>
                    <a:pt x="38715" y="30300"/>
                    <a:pt x="31329" y="37457"/>
                    <a:pt x="19491" y="37717"/>
                  </a:cubicBezTo>
                  <a:cubicBezTo>
                    <a:pt x="8188" y="37953"/>
                    <a:pt x="771" y="31118"/>
                    <a:pt x="519" y="19272"/>
                  </a:cubicBezTo>
                  <a:cubicBezTo>
                    <a:pt x="267" y="7701"/>
                    <a:pt x="7378" y="284"/>
                    <a:pt x="19483" y="17"/>
                  </a:cubicBezTo>
                </a:path>
              </a:pathLst>
            </a:custGeom>
            <a:solidFill>
              <a:schemeClr val="accent2"/>
            </a:solidFill>
            <a:ln w="7833" cap="flat">
              <a:noFill/>
              <a:prstDash val="solid"/>
              <a:round/>
            </a:ln>
          </p:spPr>
          <p:txBody>
            <a:bodyPr rtlCol="0" anchor="ctr"/>
            <a:lstStyle/>
            <a:p>
              <a:endParaRPr lang="fr-FR" sz="2400">
                <a:solidFill>
                  <a:schemeClr val="accent2"/>
                </a:solidFill>
              </a:endParaRPr>
            </a:p>
          </p:txBody>
        </p:sp>
        <p:sp>
          <p:nvSpPr>
            <p:cNvPr id="45" name="Forme libre : forme 11">
              <a:extLst>
                <a:ext uri="{FF2B5EF4-FFF2-40B4-BE49-F238E27FC236}">
                  <a16:creationId xmlns:a16="http://schemas.microsoft.com/office/drawing/2014/main" id="{BDB8E9CF-D9B2-4FB3-B1A5-B96BB1FF6D51}"/>
                </a:ext>
              </a:extLst>
            </p:cNvPr>
            <p:cNvSpPr/>
            <p:nvPr userDrawn="1"/>
          </p:nvSpPr>
          <p:spPr>
            <a:xfrm rot="10725025" flipV="1">
              <a:off x="4768103" y="-317778"/>
              <a:ext cx="37406" cy="37169"/>
            </a:xfrm>
            <a:custGeom>
              <a:avLst/>
              <a:gdLst>
                <a:gd name="connsiteX0" fmla="*/ 18717 w 37406"/>
                <a:gd name="connsiteY0" fmla="*/ 130 h 37169"/>
                <a:gd name="connsiteX1" fmla="*/ 37414 w 37406"/>
                <a:gd name="connsiteY1" fmla="*/ 18300 h 37169"/>
                <a:gd name="connsiteX2" fmla="*/ 18717 w 37406"/>
                <a:gd name="connsiteY2" fmla="*/ 37288 h 37169"/>
                <a:gd name="connsiteX3" fmla="*/ 20 w 37406"/>
                <a:gd name="connsiteY3" fmla="*/ 19118 h 37169"/>
                <a:gd name="connsiteX4" fmla="*/ 18717 w 37406"/>
                <a:gd name="connsiteY4" fmla="*/ 130 h 371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406" h="37169">
                  <a:moveTo>
                    <a:pt x="18717" y="130"/>
                  </a:moveTo>
                  <a:cubicBezTo>
                    <a:pt x="29745" y="-106"/>
                    <a:pt x="37162" y="6729"/>
                    <a:pt x="37414" y="18300"/>
                  </a:cubicBezTo>
                  <a:cubicBezTo>
                    <a:pt x="37665" y="29603"/>
                    <a:pt x="30555" y="37028"/>
                    <a:pt x="18717" y="37288"/>
                  </a:cubicBezTo>
                  <a:cubicBezTo>
                    <a:pt x="7681" y="37524"/>
                    <a:pt x="264" y="30421"/>
                    <a:pt x="20" y="19118"/>
                  </a:cubicBezTo>
                  <a:cubicBezTo>
                    <a:pt x="-240" y="7547"/>
                    <a:pt x="6871" y="390"/>
                    <a:pt x="18717" y="130"/>
                  </a:cubicBezTo>
                </a:path>
              </a:pathLst>
            </a:custGeom>
            <a:solidFill>
              <a:schemeClr val="accent2"/>
            </a:solidFill>
            <a:ln w="7833" cap="flat">
              <a:noFill/>
              <a:prstDash val="solid"/>
              <a:round/>
            </a:ln>
          </p:spPr>
          <p:txBody>
            <a:bodyPr rtlCol="0" anchor="ctr"/>
            <a:lstStyle/>
            <a:p>
              <a:endParaRPr lang="fr-FR" sz="2400"/>
            </a:p>
          </p:txBody>
        </p:sp>
      </p:grpSp>
    </p:spTree>
    <p:extLst>
      <p:ext uri="{BB962C8B-B14F-4D97-AF65-F5344CB8AC3E}">
        <p14:creationId xmlns:p14="http://schemas.microsoft.com/office/powerpoint/2010/main" val="36783576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Content and Numbers (Purpl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7276DEF-3CBF-476F-8A84-C6760A5FE884}"/>
              </a:ext>
            </a:extLst>
          </p:cNvPr>
          <p:cNvSpPr/>
          <p:nvPr userDrawn="1"/>
        </p:nvSpPr>
        <p:spPr>
          <a:xfrm>
            <a:off x="0" y="0"/>
            <a:ext cx="37296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noProof="0"/>
          </a:p>
        </p:txBody>
      </p:sp>
      <p:sp>
        <p:nvSpPr>
          <p:cNvPr id="11" name="Espace réservé du numéro de diapositive 10">
            <a:extLst>
              <a:ext uri="{FF2B5EF4-FFF2-40B4-BE49-F238E27FC236}">
                <a16:creationId xmlns:a16="http://schemas.microsoft.com/office/drawing/2014/main" id="{323D7EBE-BC7D-4AC5-AD6B-FCD5D270E1C6}"/>
              </a:ext>
            </a:extLst>
          </p:cNvPr>
          <p:cNvSpPr>
            <a:spLocks noGrp="1"/>
          </p:cNvSpPr>
          <p:nvPr>
            <p:ph type="sldNum" sz="quarter" idx="16"/>
          </p:nvPr>
        </p:nvSpPr>
        <p:spPr/>
        <p:txBody>
          <a:bodyPr/>
          <a:lstStyle/>
          <a:p>
            <a:fld id="{6B54B0F7-55DD-40D6-B7F4-70B586885C0B}" type="slidenum">
              <a:rPr lang="en-US" noProof="0" smtClean="0"/>
              <a:pPr/>
              <a:t>‹#›</a:t>
            </a:fld>
            <a:endParaRPr lang="en-US" noProof="0"/>
          </a:p>
        </p:txBody>
      </p:sp>
      <p:sp>
        <p:nvSpPr>
          <p:cNvPr id="16" name="Espace réservé pour une image  15">
            <a:extLst>
              <a:ext uri="{FF2B5EF4-FFF2-40B4-BE49-F238E27FC236}">
                <a16:creationId xmlns:a16="http://schemas.microsoft.com/office/drawing/2014/main" id="{8BEDC788-81F2-409E-8CE9-FF2A15A91919}"/>
              </a:ext>
            </a:extLst>
          </p:cNvPr>
          <p:cNvSpPr>
            <a:spLocks noGrp="1"/>
          </p:cNvSpPr>
          <p:nvPr>
            <p:ph type="pic" sz="quarter" idx="17"/>
          </p:nvPr>
        </p:nvSpPr>
        <p:spPr>
          <a:xfrm>
            <a:off x="5402083" y="2468972"/>
            <a:ext cx="1379716" cy="1819200"/>
          </a:xfrm>
        </p:spPr>
        <p:txBody>
          <a:bodyPr>
            <a:noAutofit/>
          </a:bodyPr>
          <a:lstStyle>
            <a:lvl1pPr>
              <a:defRPr>
                <a:noFill/>
              </a:defRPr>
            </a:lvl1pPr>
          </a:lstStyle>
          <a:p>
            <a:r>
              <a:rPr lang="en-US" noProof="0"/>
              <a:t>Click icon to add picture</a:t>
            </a:r>
          </a:p>
        </p:txBody>
      </p:sp>
      <p:sp>
        <p:nvSpPr>
          <p:cNvPr id="17" name="Espace réservé du texte 4">
            <a:extLst>
              <a:ext uri="{FF2B5EF4-FFF2-40B4-BE49-F238E27FC236}">
                <a16:creationId xmlns:a16="http://schemas.microsoft.com/office/drawing/2014/main" id="{D96EF966-14FD-41BC-A600-7421C0981677}"/>
              </a:ext>
            </a:extLst>
          </p:cNvPr>
          <p:cNvSpPr>
            <a:spLocks noGrp="1"/>
          </p:cNvSpPr>
          <p:nvPr>
            <p:ph type="body" sz="quarter" idx="23" hasCustomPrompt="1"/>
          </p:nvPr>
        </p:nvSpPr>
        <p:spPr>
          <a:xfrm>
            <a:off x="5402082" y="1584820"/>
            <a:ext cx="1379716" cy="532283"/>
          </a:xfrm>
        </p:spPr>
        <p:txBody>
          <a:bodyPr/>
          <a:lstStyle>
            <a:lvl1pPr algn="l">
              <a:lnSpc>
                <a:spcPct val="110000"/>
              </a:lnSpc>
              <a:defRPr sz="3467" b="0" i="0" cap="all" baseline="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228594" indent="-228594">
              <a:buFontTx/>
              <a:buBlip>
                <a:blip>
                  <a:extLst>
                    <a:ext uri="{96DAC541-7B7A-43D3-8B79-37D633B846F1}">
                      <asvg:svgBlip xmlns:asvg="http://schemas.microsoft.com/office/drawing/2016/SVG/main" r:embed="rId2"/>
                    </a:ext>
                  </a:extLst>
                </a:blip>
              </a:buBlip>
              <a:defRPr sz="1067"/>
            </a:lvl2pPr>
            <a:lvl3pPr>
              <a:lnSpc>
                <a:spcPct val="110000"/>
              </a:lnSpc>
              <a:defRPr sz="1067">
                <a:latin typeface="+mj-lt"/>
              </a:defRPr>
            </a:lvl3pPr>
            <a:lvl4pPr>
              <a:defRPr sz="1333"/>
            </a:lvl4pPr>
            <a:lvl5pPr>
              <a:defRPr sz="1333"/>
            </a:lvl5pPr>
          </a:lstStyle>
          <a:p>
            <a:pPr lvl="0"/>
            <a:r>
              <a:rPr lang="en-US" noProof="0" dirty="0"/>
              <a:t>01</a:t>
            </a:r>
          </a:p>
        </p:txBody>
      </p:sp>
      <p:sp>
        <p:nvSpPr>
          <p:cNvPr id="18" name="Espace réservé du texte 4">
            <a:extLst>
              <a:ext uri="{FF2B5EF4-FFF2-40B4-BE49-F238E27FC236}">
                <a16:creationId xmlns:a16="http://schemas.microsoft.com/office/drawing/2014/main" id="{09C6DAE5-28F5-4BE0-9DAE-75B6B0AC968B}"/>
              </a:ext>
            </a:extLst>
          </p:cNvPr>
          <p:cNvSpPr>
            <a:spLocks noGrp="1"/>
          </p:cNvSpPr>
          <p:nvPr>
            <p:ph type="body" sz="quarter" idx="24"/>
          </p:nvPr>
        </p:nvSpPr>
        <p:spPr>
          <a:xfrm>
            <a:off x="4033427" y="1519091"/>
            <a:ext cx="1178053" cy="531256"/>
          </a:xfrm>
        </p:spPr>
        <p:txBody>
          <a:bodyPr anchor="b">
            <a:noAutofit/>
          </a:bodyPr>
          <a:lstStyle>
            <a:lvl1pPr algn="r">
              <a:lnSpc>
                <a:spcPct val="110000"/>
              </a:lnSpc>
              <a:defRPr sz="1067" cap="all" baseline="0">
                <a:solidFill>
                  <a:schemeClr val="tx1"/>
                </a:solidFill>
              </a:defRPr>
            </a:lvl1pPr>
            <a:lvl2pPr marL="228594" indent="-228594">
              <a:buFontTx/>
              <a:buBlip>
                <a:blip>
                  <a:extLst>
                    <a:ext uri="{96DAC541-7B7A-43D3-8B79-37D633B846F1}">
                      <asvg:svgBlip xmlns:asvg="http://schemas.microsoft.com/office/drawing/2016/SVG/main" r:embed="rId2"/>
                    </a:ext>
                  </a:extLst>
                </a:blip>
              </a:buBlip>
              <a:defRPr sz="1067"/>
            </a:lvl2pPr>
            <a:lvl3pPr>
              <a:lnSpc>
                <a:spcPct val="110000"/>
              </a:lnSpc>
              <a:defRPr sz="1067">
                <a:latin typeface="+mj-lt"/>
              </a:defRPr>
            </a:lvl3pPr>
            <a:lvl4pPr>
              <a:defRPr sz="1333"/>
            </a:lvl4pPr>
            <a:lvl5pPr>
              <a:defRPr sz="1333"/>
            </a:lvl5pPr>
          </a:lstStyle>
          <a:p>
            <a:pPr lvl="0"/>
            <a:r>
              <a:rPr lang="en-US" noProof="0"/>
              <a:t>Click to edit Master text styles</a:t>
            </a:r>
          </a:p>
        </p:txBody>
      </p:sp>
      <p:sp>
        <p:nvSpPr>
          <p:cNvPr id="19" name="Espace réservé du texte 4">
            <a:extLst>
              <a:ext uri="{FF2B5EF4-FFF2-40B4-BE49-F238E27FC236}">
                <a16:creationId xmlns:a16="http://schemas.microsoft.com/office/drawing/2014/main" id="{DB385219-3623-4C80-90CB-E73147176A63}"/>
              </a:ext>
            </a:extLst>
          </p:cNvPr>
          <p:cNvSpPr>
            <a:spLocks noGrp="1"/>
          </p:cNvSpPr>
          <p:nvPr>
            <p:ph type="body" sz="quarter" idx="25"/>
          </p:nvPr>
        </p:nvSpPr>
        <p:spPr>
          <a:xfrm>
            <a:off x="5402083" y="4587063"/>
            <a:ext cx="1379716" cy="419247"/>
          </a:xfrm>
        </p:spPr>
        <p:txBody>
          <a:bodyPr/>
          <a:lstStyle>
            <a:lvl1pPr algn="l">
              <a:lnSpc>
                <a:spcPct val="125000"/>
              </a:lnSpc>
              <a:defRPr sz="1600">
                <a:solidFill>
                  <a:schemeClr val="accent2"/>
                </a:solidFill>
              </a:defRPr>
            </a:lvl1pPr>
            <a:lvl2pPr marL="0" indent="0">
              <a:lnSpc>
                <a:spcPts val="1600"/>
              </a:lnSpc>
              <a:spcAft>
                <a:spcPts val="533"/>
              </a:spcAft>
              <a:buFont typeface="Arial" panose="020B0604020202020204" pitchFamily="34" charset="0"/>
              <a:buNone/>
              <a:defRPr sz="1467">
                <a:solidFill>
                  <a:schemeClr val="accent2"/>
                </a:solidFill>
              </a:defRPr>
            </a:lvl2pPr>
            <a:lvl3pPr>
              <a:lnSpc>
                <a:spcPct val="110000"/>
              </a:lnSpc>
              <a:defRPr sz="1067">
                <a:latin typeface="+mj-lt"/>
              </a:defRPr>
            </a:lvl3pPr>
            <a:lvl4pPr>
              <a:defRPr sz="1333"/>
            </a:lvl4pPr>
            <a:lvl5pPr>
              <a:defRPr sz="1333"/>
            </a:lvl5pPr>
          </a:lstStyle>
          <a:p>
            <a:pPr lvl="0"/>
            <a:r>
              <a:rPr lang="en-US" noProof="0"/>
              <a:t>Click to edit Master text styles</a:t>
            </a:r>
          </a:p>
        </p:txBody>
      </p:sp>
      <p:sp>
        <p:nvSpPr>
          <p:cNvPr id="20" name="Espace réservé pour une image  15">
            <a:extLst>
              <a:ext uri="{FF2B5EF4-FFF2-40B4-BE49-F238E27FC236}">
                <a16:creationId xmlns:a16="http://schemas.microsoft.com/office/drawing/2014/main" id="{E7DD041E-74AB-4E79-8DE2-875A9F1E7DB5}"/>
              </a:ext>
            </a:extLst>
          </p:cNvPr>
          <p:cNvSpPr>
            <a:spLocks noGrp="1"/>
          </p:cNvSpPr>
          <p:nvPr>
            <p:ph type="pic" sz="quarter" idx="26"/>
          </p:nvPr>
        </p:nvSpPr>
        <p:spPr>
          <a:xfrm>
            <a:off x="7061999" y="2468972"/>
            <a:ext cx="1379716" cy="1819200"/>
          </a:xfrm>
        </p:spPr>
        <p:txBody>
          <a:bodyPr>
            <a:noAutofit/>
          </a:bodyPr>
          <a:lstStyle>
            <a:lvl1pPr>
              <a:defRPr>
                <a:noFill/>
              </a:defRPr>
            </a:lvl1pPr>
          </a:lstStyle>
          <a:p>
            <a:r>
              <a:rPr lang="en-US" noProof="0"/>
              <a:t>Click icon to add picture</a:t>
            </a:r>
          </a:p>
        </p:txBody>
      </p:sp>
      <p:sp>
        <p:nvSpPr>
          <p:cNvPr id="21" name="Espace réservé du texte 4">
            <a:extLst>
              <a:ext uri="{FF2B5EF4-FFF2-40B4-BE49-F238E27FC236}">
                <a16:creationId xmlns:a16="http://schemas.microsoft.com/office/drawing/2014/main" id="{065977EE-862D-4B7C-8337-FDC6002343A7}"/>
              </a:ext>
            </a:extLst>
          </p:cNvPr>
          <p:cNvSpPr>
            <a:spLocks noGrp="1"/>
          </p:cNvSpPr>
          <p:nvPr>
            <p:ph type="body" sz="quarter" idx="27" hasCustomPrompt="1"/>
          </p:nvPr>
        </p:nvSpPr>
        <p:spPr>
          <a:xfrm>
            <a:off x="7061999" y="1584820"/>
            <a:ext cx="1379715" cy="532283"/>
          </a:xfrm>
        </p:spPr>
        <p:txBody>
          <a:bodyPr/>
          <a:lstStyle>
            <a:lvl1pPr algn="l">
              <a:lnSpc>
                <a:spcPct val="110000"/>
              </a:lnSpc>
              <a:defRPr sz="3467" b="0" i="0" cap="all" baseline="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228594" indent="-228594">
              <a:buFontTx/>
              <a:buBlip>
                <a:blip>
                  <a:extLst>
                    <a:ext uri="{96DAC541-7B7A-43D3-8B79-37D633B846F1}">
                      <asvg:svgBlip xmlns:asvg="http://schemas.microsoft.com/office/drawing/2016/SVG/main" r:embed="rId2"/>
                    </a:ext>
                  </a:extLst>
                </a:blip>
              </a:buBlip>
              <a:defRPr sz="1067"/>
            </a:lvl2pPr>
            <a:lvl3pPr>
              <a:lnSpc>
                <a:spcPct val="110000"/>
              </a:lnSpc>
              <a:defRPr sz="1067">
                <a:latin typeface="+mj-lt"/>
              </a:defRPr>
            </a:lvl3pPr>
            <a:lvl4pPr>
              <a:defRPr sz="1333"/>
            </a:lvl4pPr>
            <a:lvl5pPr>
              <a:defRPr sz="1333"/>
            </a:lvl5pPr>
          </a:lstStyle>
          <a:p>
            <a:pPr lvl="0"/>
            <a:r>
              <a:rPr lang="en-US" noProof="0" dirty="0"/>
              <a:t>02</a:t>
            </a:r>
          </a:p>
        </p:txBody>
      </p:sp>
      <p:sp>
        <p:nvSpPr>
          <p:cNvPr id="23" name="Espace réservé pour une image  15">
            <a:extLst>
              <a:ext uri="{FF2B5EF4-FFF2-40B4-BE49-F238E27FC236}">
                <a16:creationId xmlns:a16="http://schemas.microsoft.com/office/drawing/2014/main" id="{F89C23CF-B6A6-47AA-A07B-24B1AE35C570}"/>
              </a:ext>
            </a:extLst>
          </p:cNvPr>
          <p:cNvSpPr>
            <a:spLocks noGrp="1"/>
          </p:cNvSpPr>
          <p:nvPr>
            <p:ph type="pic" sz="quarter" idx="29"/>
          </p:nvPr>
        </p:nvSpPr>
        <p:spPr>
          <a:xfrm>
            <a:off x="8721915" y="2468972"/>
            <a:ext cx="1379716" cy="1819200"/>
          </a:xfrm>
        </p:spPr>
        <p:txBody>
          <a:bodyPr>
            <a:noAutofit/>
          </a:bodyPr>
          <a:lstStyle>
            <a:lvl1pPr>
              <a:defRPr>
                <a:noFill/>
              </a:defRPr>
            </a:lvl1pPr>
          </a:lstStyle>
          <a:p>
            <a:r>
              <a:rPr lang="en-US" noProof="0"/>
              <a:t>Click icon to add picture</a:t>
            </a:r>
          </a:p>
        </p:txBody>
      </p:sp>
      <p:sp>
        <p:nvSpPr>
          <p:cNvPr id="24" name="Espace réservé du texte 4">
            <a:extLst>
              <a:ext uri="{FF2B5EF4-FFF2-40B4-BE49-F238E27FC236}">
                <a16:creationId xmlns:a16="http://schemas.microsoft.com/office/drawing/2014/main" id="{637D886D-DA77-4D52-A839-266F7AEEBCE1}"/>
              </a:ext>
            </a:extLst>
          </p:cNvPr>
          <p:cNvSpPr>
            <a:spLocks noGrp="1"/>
          </p:cNvSpPr>
          <p:nvPr>
            <p:ph type="body" sz="quarter" idx="30" hasCustomPrompt="1"/>
          </p:nvPr>
        </p:nvSpPr>
        <p:spPr>
          <a:xfrm>
            <a:off x="8721914" y="1584820"/>
            <a:ext cx="1379713" cy="532283"/>
          </a:xfrm>
        </p:spPr>
        <p:txBody>
          <a:bodyPr/>
          <a:lstStyle>
            <a:lvl1pPr algn="l">
              <a:lnSpc>
                <a:spcPct val="110000"/>
              </a:lnSpc>
              <a:defRPr sz="3467" b="0" i="0" cap="all" baseline="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228594" indent="-228594">
              <a:buFontTx/>
              <a:buBlip>
                <a:blip>
                  <a:extLst>
                    <a:ext uri="{96DAC541-7B7A-43D3-8B79-37D633B846F1}">
                      <asvg:svgBlip xmlns:asvg="http://schemas.microsoft.com/office/drawing/2016/SVG/main" r:embed="rId2"/>
                    </a:ext>
                  </a:extLst>
                </a:blip>
              </a:buBlip>
              <a:defRPr sz="1067"/>
            </a:lvl2pPr>
            <a:lvl3pPr>
              <a:lnSpc>
                <a:spcPct val="110000"/>
              </a:lnSpc>
              <a:defRPr sz="1067">
                <a:latin typeface="+mj-lt"/>
              </a:defRPr>
            </a:lvl3pPr>
            <a:lvl4pPr>
              <a:defRPr sz="1333"/>
            </a:lvl4pPr>
            <a:lvl5pPr>
              <a:defRPr sz="1333"/>
            </a:lvl5pPr>
          </a:lstStyle>
          <a:p>
            <a:pPr lvl="0"/>
            <a:r>
              <a:rPr lang="en-US" noProof="0" dirty="0"/>
              <a:t>03</a:t>
            </a:r>
          </a:p>
        </p:txBody>
      </p:sp>
      <p:sp>
        <p:nvSpPr>
          <p:cNvPr id="26" name="Espace réservé pour une image  15">
            <a:extLst>
              <a:ext uri="{FF2B5EF4-FFF2-40B4-BE49-F238E27FC236}">
                <a16:creationId xmlns:a16="http://schemas.microsoft.com/office/drawing/2014/main" id="{4D28439E-7746-4AA1-A924-0AEC11614B84}"/>
              </a:ext>
            </a:extLst>
          </p:cNvPr>
          <p:cNvSpPr>
            <a:spLocks noGrp="1"/>
          </p:cNvSpPr>
          <p:nvPr>
            <p:ph type="pic" sz="quarter" idx="32"/>
          </p:nvPr>
        </p:nvSpPr>
        <p:spPr>
          <a:xfrm>
            <a:off x="10381831" y="2468972"/>
            <a:ext cx="1379716" cy="1819200"/>
          </a:xfrm>
        </p:spPr>
        <p:txBody>
          <a:bodyPr>
            <a:noAutofit/>
          </a:bodyPr>
          <a:lstStyle>
            <a:lvl1pPr>
              <a:defRPr>
                <a:noFill/>
              </a:defRPr>
            </a:lvl1pPr>
          </a:lstStyle>
          <a:p>
            <a:r>
              <a:rPr lang="en-US" noProof="0"/>
              <a:t>Click icon to add picture</a:t>
            </a:r>
          </a:p>
        </p:txBody>
      </p:sp>
      <p:sp>
        <p:nvSpPr>
          <p:cNvPr id="27" name="Espace réservé du texte 4">
            <a:extLst>
              <a:ext uri="{FF2B5EF4-FFF2-40B4-BE49-F238E27FC236}">
                <a16:creationId xmlns:a16="http://schemas.microsoft.com/office/drawing/2014/main" id="{40E34842-79F1-492E-A94C-F1F0DECB7DB2}"/>
              </a:ext>
            </a:extLst>
          </p:cNvPr>
          <p:cNvSpPr>
            <a:spLocks noGrp="1"/>
          </p:cNvSpPr>
          <p:nvPr>
            <p:ph type="body" sz="quarter" idx="33" hasCustomPrompt="1"/>
          </p:nvPr>
        </p:nvSpPr>
        <p:spPr>
          <a:xfrm>
            <a:off x="10381830" y="1584820"/>
            <a:ext cx="1379713" cy="532283"/>
          </a:xfrm>
        </p:spPr>
        <p:txBody>
          <a:bodyPr/>
          <a:lstStyle>
            <a:lvl1pPr algn="l">
              <a:lnSpc>
                <a:spcPct val="110000"/>
              </a:lnSpc>
              <a:defRPr sz="3467" b="0" i="0" cap="all" baseline="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228594" indent="-228594">
              <a:buFontTx/>
              <a:buBlip>
                <a:blip>
                  <a:extLst>
                    <a:ext uri="{96DAC541-7B7A-43D3-8B79-37D633B846F1}">
                      <asvg:svgBlip xmlns:asvg="http://schemas.microsoft.com/office/drawing/2016/SVG/main" r:embed="rId2"/>
                    </a:ext>
                  </a:extLst>
                </a:blip>
              </a:buBlip>
              <a:defRPr sz="1067"/>
            </a:lvl2pPr>
            <a:lvl3pPr>
              <a:lnSpc>
                <a:spcPct val="110000"/>
              </a:lnSpc>
              <a:defRPr sz="1067">
                <a:latin typeface="+mj-lt"/>
              </a:defRPr>
            </a:lvl3pPr>
            <a:lvl4pPr>
              <a:defRPr sz="1333"/>
            </a:lvl4pPr>
            <a:lvl5pPr>
              <a:defRPr sz="1333"/>
            </a:lvl5pPr>
          </a:lstStyle>
          <a:p>
            <a:pPr lvl="0"/>
            <a:r>
              <a:rPr lang="en-US" noProof="0" dirty="0"/>
              <a:t>04</a:t>
            </a:r>
          </a:p>
        </p:txBody>
      </p:sp>
      <p:sp>
        <p:nvSpPr>
          <p:cNvPr id="33" name="Espace réservé du texte 4">
            <a:extLst>
              <a:ext uri="{FF2B5EF4-FFF2-40B4-BE49-F238E27FC236}">
                <a16:creationId xmlns:a16="http://schemas.microsoft.com/office/drawing/2014/main" id="{3DDB0039-9DEF-41FA-9376-CCCD184F46B0}"/>
              </a:ext>
            </a:extLst>
          </p:cNvPr>
          <p:cNvSpPr>
            <a:spLocks noGrp="1"/>
          </p:cNvSpPr>
          <p:nvPr>
            <p:ph type="body" sz="quarter" idx="35"/>
          </p:nvPr>
        </p:nvSpPr>
        <p:spPr>
          <a:xfrm>
            <a:off x="5402083" y="5039497"/>
            <a:ext cx="1379716" cy="419247"/>
          </a:xfrm>
        </p:spPr>
        <p:txBody>
          <a:bodyPr/>
          <a:lstStyle>
            <a:lvl1pPr algn="l">
              <a:lnSpc>
                <a:spcPct val="125000"/>
              </a:lnSpc>
              <a:defRPr sz="1067">
                <a:solidFill>
                  <a:schemeClr val="tx1"/>
                </a:solidFill>
              </a:defRPr>
            </a:lvl1pPr>
            <a:lvl2pPr marL="0" indent="0">
              <a:lnSpc>
                <a:spcPts val="1600"/>
              </a:lnSpc>
              <a:spcAft>
                <a:spcPts val="533"/>
              </a:spcAft>
              <a:buFont typeface="Arial" panose="020B0604020202020204" pitchFamily="34" charset="0"/>
              <a:buNone/>
              <a:defRPr sz="933">
                <a:solidFill>
                  <a:schemeClr val="tx1"/>
                </a:solidFill>
              </a:defRPr>
            </a:lvl2pPr>
            <a:lvl3pPr>
              <a:lnSpc>
                <a:spcPct val="110000"/>
              </a:lnSpc>
              <a:defRPr sz="1067">
                <a:latin typeface="+mj-lt"/>
              </a:defRPr>
            </a:lvl3pPr>
            <a:lvl4pPr>
              <a:defRPr sz="1333"/>
            </a:lvl4pPr>
            <a:lvl5pPr>
              <a:defRPr sz="1333"/>
            </a:lvl5pPr>
          </a:lstStyle>
          <a:p>
            <a:pPr lvl="0"/>
            <a:r>
              <a:rPr lang="en-US" noProof="0"/>
              <a:t>Click to edit Master text styles</a:t>
            </a:r>
          </a:p>
        </p:txBody>
      </p:sp>
      <p:sp>
        <p:nvSpPr>
          <p:cNvPr id="34" name="Espace réservé du texte 4">
            <a:extLst>
              <a:ext uri="{FF2B5EF4-FFF2-40B4-BE49-F238E27FC236}">
                <a16:creationId xmlns:a16="http://schemas.microsoft.com/office/drawing/2014/main" id="{9F3CCA0F-99FD-49EB-AD69-BB3D91D198E7}"/>
              </a:ext>
            </a:extLst>
          </p:cNvPr>
          <p:cNvSpPr>
            <a:spLocks noGrp="1"/>
          </p:cNvSpPr>
          <p:nvPr>
            <p:ph type="body" sz="quarter" idx="36"/>
          </p:nvPr>
        </p:nvSpPr>
        <p:spPr>
          <a:xfrm>
            <a:off x="7061998" y="4587063"/>
            <a:ext cx="1379716" cy="419247"/>
          </a:xfrm>
        </p:spPr>
        <p:txBody>
          <a:bodyPr/>
          <a:lstStyle>
            <a:lvl1pPr algn="l">
              <a:lnSpc>
                <a:spcPct val="125000"/>
              </a:lnSpc>
              <a:defRPr sz="1600">
                <a:solidFill>
                  <a:schemeClr val="accent2"/>
                </a:solidFill>
              </a:defRPr>
            </a:lvl1pPr>
            <a:lvl2pPr marL="0" indent="0">
              <a:lnSpc>
                <a:spcPts val="1600"/>
              </a:lnSpc>
              <a:spcAft>
                <a:spcPts val="533"/>
              </a:spcAft>
              <a:buFont typeface="Arial" panose="020B0604020202020204" pitchFamily="34" charset="0"/>
              <a:buNone/>
              <a:defRPr sz="1467">
                <a:solidFill>
                  <a:schemeClr val="accent2"/>
                </a:solidFill>
              </a:defRPr>
            </a:lvl2pPr>
            <a:lvl3pPr>
              <a:lnSpc>
                <a:spcPct val="110000"/>
              </a:lnSpc>
              <a:defRPr sz="1067">
                <a:latin typeface="+mj-lt"/>
              </a:defRPr>
            </a:lvl3pPr>
            <a:lvl4pPr>
              <a:defRPr sz="1333"/>
            </a:lvl4pPr>
            <a:lvl5pPr>
              <a:defRPr sz="1333"/>
            </a:lvl5pPr>
          </a:lstStyle>
          <a:p>
            <a:pPr lvl="0"/>
            <a:r>
              <a:rPr lang="en-US" noProof="0"/>
              <a:t>Click to edit Master text styles</a:t>
            </a:r>
          </a:p>
        </p:txBody>
      </p:sp>
      <p:sp>
        <p:nvSpPr>
          <p:cNvPr id="35" name="Espace réservé du texte 4">
            <a:extLst>
              <a:ext uri="{FF2B5EF4-FFF2-40B4-BE49-F238E27FC236}">
                <a16:creationId xmlns:a16="http://schemas.microsoft.com/office/drawing/2014/main" id="{2E47962C-C9E2-4FED-BEA8-B8A7A8DD496C}"/>
              </a:ext>
            </a:extLst>
          </p:cNvPr>
          <p:cNvSpPr>
            <a:spLocks noGrp="1"/>
          </p:cNvSpPr>
          <p:nvPr>
            <p:ph type="body" sz="quarter" idx="37"/>
          </p:nvPr>
        </p:nvSpPr>
        <p:spPr>
          <a:xfrm>
            <a:off x="7061998" y="5039497"/>
            <a:ext cx="1379716" cy="419247"/>
          </a:xfrm>
        </p:spPr>
        <p:txBody>
          <a:bodyPr/>
          <a:lstStyle>
            <a:lvl1pPr algn="l">
              <a:lnSpc>
                <a:spcPct val="125000"/>
              </a:lnSpc>
              <a:defRPr sz="1067">
                <a:solidFill>
                  <a:schemeClr val="tx1"/>
                </a:solidFill>
              </a:defRPr>
            </a:lvl1pPr>
            <a:lvl2pPr marL="0" indent="0">
              <a:lnSpc>
                <a:spcPts val="1600"/>
              </a:lnSpc>
              <a:spcAft>
                <a:spcPts val="533"/>
              </a:spcAft>
              <a:buFont typeface="Arial" panose="020B0604020202020204" pitchFamily="34" charset="0"/>
              <a:buNone/>
              <a:defRPr sz="933">
                <a:solidFill>
                  <a:schemeClr val="tx1"/>
                </a:solidFill>
              </a:defRPr>
            </a:lvl2pPr>
            <a:lvl3pPr>
              <a:lnSpc>
                <a:spcPct val="110000"/>
              </a:lnSpc>
              <a:defRPr sz="1067">
                <a:latin typeface="+mj-lt"/>
              </a:defRPr>
            </a:lvl3pPr>
            <a:lvl4pPr>
              <a:defRPr sz="1333"/>
            </a:lvl4pPr>
            <a:lvl5pPr>
              <a:defRPr sz="1333"/>
            </a:lvl5pPr>
          </a:lstStyle>
          <a:p>
            <a:pPr lvl="0"/>
            <a:r>
              <a:rPr lang="en-US" noProof="0"/>
              <a:t>Click to edit Master text styles</a:t>
            </a:r>
          </a:p>
        </p:txBody>
      </p:sp>
      <p:sp>
        <p:nvSpPr>
          <p:cNvPr id="36" name="Espace réservé du texte 4">
            <a:extLst>
              <a:ext uri="{FF2B5EF4-FFF2-40B4-BE49-F238E27FC236}">
                <a16:creationId xmlns:a16="http://schemas.microsoft.com/office/drawing/2014/main" id="{4F25B19E-3945-49B3-BEAB-C69BF39E2303}"/>
              </a:ext>
            </a:extLst>
          </p:cNvPr>
          <p:cNvSpPr>
            <a:spLocks noGrp="1"/>
          </p:cNvSpPr>
          <p:nvPr>
            <p:ph type="body" sz="quarter" idx="38"/>
          </p:nvPr>
        </p:nvSpPr>
        <p:spPr>
          <a:xfrm>
            <a:off x="8721911" y="4587063"/>
            <a:ext cx="1379716" cy="419247"/>
          </a:xfrm>
        </p:spPr>
        <p:txBody>
          <a:bodyPr/>
          <a:lstStyle>
            <a:lvl1pPr algn="l">
              <a:lnSpc>
                <a:spcPct val="125000"/>
              </a:lnSpc>
              <a:defRPr sz="1600">
                <a:solidFill>
                  <a:schemeClr val="accent2"/>
                </a:solidFill>
              </a:defRPr>
            </a:lvl1pPr>
            <a:lvl2pPr marL="0" indent="0">
              <a:lnSpc>
                <a:spcPts val="1600"/>
              </a:lnSpc>
              <a:spcAft>
                <a:spcPts val="533"/>
              </a:spcAft>
              <a:buFont typeface="Arial" panose="020B0604020202020204" pitchFamily="34" charset="0"/>
              <a:buNone/>
              <a:defRPr sz="1467">
                <a:solidFill>
                  <a:schemeClr val="accent2"/>
                </a:solidFill>
              </a:defRPr>
            </a:lvl2pPr>
            <a:lvl3pPr>
              <a:lnSpc>
                <a:spcPct val="110000"/>
              </a:lnSpc>
              <a:defRPr sz="1067">
                <a:latin typeface="+mj-lt"/>
              </a:defRPr>
            </a:lvl3pPr>
            <a:lvl4pPr>
              <a:defRPr sz="1333"/>
            </a:lvl4pPr>
            <a:lvl5pPr>
              <a:defRPr sz="1333"/>
            </a:lvl5pPr>
          </a:lstStyle>
          <a:p>
            <a:pPr lvl="0"/>
            <a:r>
              <a:rPr lang="en-US" noProof="0"/>
              <a:t>Click to edit Master text styles</a:t>
            </a:r>
          </a:p>
        </p:txBody>
      </p:sp>
      <p:sp>
        <p:nvSpPr>
          <p:cNvPr id="37" name="Espace réservé du texte 4">
            <a:extLst>
              <a:ext uri="{FF2B5EF4-FFF2-40B4-BE49-F238E27FC236}">
                <a16:creationId xmlns:a16="http://schemas.microsoft.com/office/drawing/2014/main" id="{39A64BFA-75AB-499E-A131-9140B81690A0}"/>
              </a:ext>
            </a:extLst>
          </p:cNvPr>
          <p:cNvSpPr>
            <a:spLocks noGrp="1"/>
          </p:cNvSpPr>
          <p:nvPr>
            <p:ph type="body" sz="quarter" idx="39"/>
          </p:nvPr>
        </p:nvSpPr>
        <p:spPr>
          <a:xfrm>
            <a:off x="8721911" y="5039497"/>
            <a:ext cx="1379716" cy="419247"/>
          </a:xfrm>
        </p:spPr>
        <p:txBody>
          <a:bodyPr/>
          <a:lstStyle>
            <a:lvl1pPr algn="l">
              <a:lnSpc>
                <a:spcPct val="125000"/>
              </a:lnSpc>
              <a:defRPr sz="1067">
                <a:solidFill>
                  <a:schemeClr val="tx1"/>
                </a:solidFill>
              </a:defRPr>
            </a:lvl1pPr>
            <a:lvl2pPr marL="0" indent="0">
              <a:lnSpc>
                <a:spcPts val="1600"/>
              </a:lnSpc>
              <a:spcAft>
                <a:spcPts val="533"/>
              </a:spcAft>
              <a:buFont typeface="Arial" panose="020B0604020202020204" pitchFamily="34" charset="0"/>
              <a:buNone/>
              <a:defRPr sz="933">
                <a:solidFill>
                  <a:schemeClr val="tx1"/>
                </a:solidFill>
              </a:defRPr>
            </a:lvl2pPr>
            <a:lvl3pPr>
              <a:lnSpc>
                <a:spcPct val="110000"/>
              </a:lnSpc>
              <a:defRPr sz="1067">
                <a:latin typeface="+mj-lt"/>
              </a:defRPr>
            </a:lvl3pPr>
            <a:lvl4pPr>
              <a:defRPr sz="1333"/>
            </a:lvl4pPr>
            <a:lvl5pPr>
              <a:defRPr sz="1333"/>
            </a:lvl5pPr>
          </a:lstStyle>
          <a:p>
            <a:pPr lvl="0"/>
            <a:r>
              <a:rPr lang="en-US" noProof="0"/>
              <a:t>Click to edit Master text styles</a:t>
            </a:r>
          </a:p>
        </p:txBody>
      </p:sp>
      <p:sp>
        <p:nvSpPr>
          <p:cNvPr id="38" name="Espace réservé du texte 4">
            <a:extLst>
              <a:ext uri="{FF2B5EF4-FFF2-40B4-BE49-F238E27FC236}">
                <a16:creationId xmlns:a16="http://schemas.microsoft.com/office/drawing/2014/main" id="{3B5F3F20-0254-4AB0-8E67-4CD251DE7CC0}"/>
              </a:ext>
            </a:extLst>
          </p:cNvPr>
          <p:cNvSpPr>
            <a:spLocks noGrp="1"/>
          </p:cNvSpPr>
          <p:nvPr>
            <p:ph type="body" sz="quarter" idx="40"/>
          </p:nvPr>
        </p:nvSpPr>
        <p:spPr>
          <a:xfrm>
            <a:off x="10381823" y="4587063"/>
            <a:ext cx="1379716" cy="419247"/>
          </a:xfrm>
        </p:spPr>
        <p:txBody>
          <a:bodyPr/>
          <a:lstStyle>
            <a:lvl1pPr algn="l">
              <a:lnSpc>
                <a:spcPct val="125000"/>
              </a:lnSpc>
              <a:defRPr sz="1600">
                <a:solidFill>
                  <a:schemeClr val="accent2"/>
                </a:solidFill>
              </a:defRPr>
            </a:lvl1pPr>
            <a:lvl2pPr marL="0" indent="0">
              <a:lnSpc>
                <a:spcPts val="1600"/>
              </a:lnSpc>
              <a:spcAft>
                <a:spcPts val="533"/>
              </a:spcAft>
              <a:buFont typeface="Arial" panose="020B0604020202020204" pitchFamily="34" charset="0"/>
              <a:buNone/>
              <a:defRPr sz="1467">
                <a:solidFill>
                  <a:schemeClr val="accent2"/>
                </a:solidFill>
              </a:defRPr>
            </a:lvl2pPr>
            <a:lvl3pPr>
              <a:lnSpc>
                <a:spcPct val="110000"/>
              </a:lnSpc>
              <a:defRPr sz="1067">
                <a:latin typeface="+mj-lt"/>
              </a:defRPr>
            </a:lvl3pPr>
            <a:lvl4pPr>
              <a:defRPr sz="1333"/>
            </a:lvl4pPr>
            <a:lvl5pPr>
              <a:defRPr sz="1333"/>
            </a:lvl5pPr>
          </a:lstStyle>
          <a:p>
            <a:pPr lvl="0"/>
            <a:r>
              <a:rPr lang="en-US" noProof="0"/>
              <a:t>Click to edit Master text styles</a:t>
            </a:r>
          </a:p>
        </p:txBody>
      </p:sp>
      <p:sp>
        <p:nvSpPr>
          <p:cNvPr id="39" name="Espace réservé du texte 4">
            <a:extLst>
              <a:ext uri="{FF2B5EF4-FFF2-40B4-BE49-F238E27FC236}">
                <a16:creationId xmlns:a16="http://schemas.microsoft.com/office/drawing/2014/main" id="{71337317-15B9-4EF3-81D5-FE9D001892D3}"/>
              </a:ext>
            </a:extLst>
          </p:cNvPr>
          <p:cNvSpPr>
            <a:spLocks noGrp="1"/>
          </p:cNvSpPr>
          <p:nvPr>
            <p:ph type="body" sz="quarter" idx="41"/>
          </p:nvPr>
        </p:nvSpPr>
        <p:spPr>
          <a:xfrm>
            <a:off x="10381823" y="5039497"/>
            <a:ext cx="1379716" cy="419247"/>
          </a:xfrm>
        </p:spPr>
        <p:txBody>
          <a:bodyPr/>
          <a:lstStyle>
            <a:lvl1pPr algn="l">
              <a:lnSpc>
                <a:spcPct val="125000"/>
              </a:lnSpc>
              <a:defRPr sz="1067">
                <a:solidFill>
                  <a:schemeClr val="tx1"/>
                </a:solidFill>
              </a:defRPr>
            </a:lvl1pPr>
            <a:lvl2pPr marL="0" indent="0">
              <a:lnSpc>
                <a:spcPts val="1600"/>
              </a:lnSpc>
              <a:spcAft>
                <a:spcPts val="533"/>
              </a:spcAft>
              <a:buFont typeface="Arial" panose="020B0604020202020204" pitchFamily="34" charset="0"/>
              <a:buNone/>
              <a:defRPr sz="933">
                <a:solidFill>
                  <a:schemeClr val="tx1"/>
                </a:solidFill>
              </a:defRPr>
            </a:lvl2pPr>
            <a:lvl3pPr>
              <a:lnSpc>
                <a:spcPct val="110000"/>
              </a:lnSpc>
              <a:defRPr sz="1067">
                <a:latin typeface="+mj-lt"/>
              </a:defRPr>
            </a:lvl3pPr>
            <a:lvl4pPr>
              <a:defRPr sz="1333"/>
            </a:lvl4pPr>
            <a:lvl5pPr>
              <a:defRPr sz="1333"/>
            </a:lvl5pPr>
          </a:lstStyle>
          <a:p>
            <a:pPr lvl="0"/>
            <a:r>
              <a:rPr lang="en-US" noProof="0"/>
              <a:t>Click to edit Master text styles</a:t>
            </a:r>
          </a:p>
        </p:txBody>
      </p:sp>
      <p:sp>
        <p:nvSpPr>
          <p:cNvPr id="28" name="Espace réservé du texte 5">
            <a:extLst>
              <a:ext uri="{FF2B5EF4-FFF2-40B4-BE49-F238E27FC236}">
                <a16:creationId xmlns:a16="http://schemas.microsoft.com/office/drawing/2014/main" id="{D7CFAE1A-FA8C-4F51-A655-9E0F02F24118}"/>
              </a:ext>
            </a:extLst>
          </p:cNvPr>
          <p:cNvSpPr>
            <a:spLocks noGrp="1"/>
          </p:cNvSpPr>
          <p:nvPr>
            <p:ph type="body" sz="quarter" idx="18"/>
          </p:nvPr>
        </p:nvSpPr>
        <p:spPr>
          <a:xfrm>
            <a:off x="4033427" y="425183"/>
            <a:ext cx="7715547" cy="164148"/>
          </a:xfrm>
        </p:spPr>
        <p:txBody>
          <a:bodyPr wrap="square" anchor="t" anchorCtr="0">
            <a:spAutoFit/>
          </a:bodyPr>
          <a:lstStyle>
            <a:lvl1pPr algn="l">
              <a:lnSpc>
                <a:spcPct val="100000"/>
              </a:lnSpc>
              <a:spcAft>
                <a:spcPts val="0"/>
              </a:spcAft>
              <a:defRPr lang="fr-FR" sz="1067" b="0" i="0" kern="1200" dirty="0" err="1" smtClean="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algn="l">
              <a:lnSpc>
                <a:spcPct val="100000"/>
              </a:lnSpc>
              <a:spcBef>
                <a:spcPts val="400"/>
              </a:spcBef>
              <a:spcAft>
                <a:spcPts val="0"/>
              </a:spcAft>
              <a:defRPr sz="533" b="0" i="0" cap="all" baseline="0">
                <a:latin typeface="Verdana" panose="020B0604030504040204" pitchFamily="34" charset="0"/>
                <a:ea typeface="Verdana" panose="020B0604030504040204" pitchFamily="34" charset="0"/>
                <a:cs typeface="Verdana" panose="020B0604030504040204" pitchFamily="34" charset="0"/>
              </a:defRPr>
            </a:lvl2pPr>
            <a:lvl3pPr>
              <a:spcBef>
                <a:spcPts val="400"/>
              </a:spcBef>
              <a:tabLst>
                <a:tab pos="836063" algn="l"/>
              </a:tabLst>
              <a:defRPr sz="533"/>
            </a:lvl3pPr>
          </a:lstStyle>
          <a:p>
            <a:pPr lvl="0"/>
            <a:r>
              <a:rPr lang="en-US" noProof="0"/>
              <a:t>Click to edit Master text styles</a:t>
            </a:r>
          </a:p>
        </p:txBody>
      </p:sp>
      <p:sp>
        <p:nvSpPr>
          <p:cNvPr id="29" name="Espace réservé du texte 4">
            <a:extLst>
              <a:ext uri="{FF2B5EF4-FFF2-40B4-BE49-F238E27FC236}">
                <a16:creationId xmlns:a16="http://schemas.microsoft.com/office/drawing/2014/main" id="{5114C6CE-4866-474F-BF86-38E09FF9D45B}"/>
              </a:ext>
            </a:extLst>
          </p:cNvPr>
          <p:cNvSpPr>
            <a:spLocks noGrp="1"/>
          </p:cNvSpPr>
          <p:nvPr>
            <p:ph type="body" sz="quarter" idx="22"/>
          </p:nvPr>
        </p:nvSpPr>
        <p:spPr>
          <a:xfrm>
            <a:off x="444974" y="1577577"/>
            <a:ext cx="2824073" cy="492443"/>
          </a:xfrm>
        </p:spPr>
        <p:txBody>
          <a:bodyPr wrap="square">
            <a:spAutoFit/>
          </a:bodyPr>
          <a:lstStyle>
            <a:lvl1pPr>
              <a:lnSpc>
                <a:spcPct val="100000"/>
              </a:lnSpc>
              <a:spcAft>
                <a:spcPts val="0"/>
              </a:spcAft>
              <a:defRPr sz="1600" b="0" i="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0" indent="0">
              <a:spcBef>
                <a:spcPts val="533"/>
              </a:spcBef>
              <a:buFont typeface="Arial" panose="020B0604020202020204" pitchFamily="34" charset="0"/>
              <a:buNone/>
              <a:defRPr sz="1600"/>
            </a:lvl2pPr>
            <a:lvl3pPr>
              <a:lnSpc>
                <a:spcPct val="110000"/>
              </a:lnSpc>
              <a:defRPr lang="en-US" sz="1333" kern="1200" dirty="0" smtClean="0">
                <a:solidFill>
                  <a:schemeClr val="tx1"/>
                </a:solidFill>
                <a:latin typeface="Sanofi Sans 3 Regular"/>
                <a:ea typeface="+mn-ea"/>
                <a:cs typeface="+mn-cs"/>
              </a:defRPr>
            </a:lvl3pPr>
            <a:lvl4pPr>
              <a:defRPr sz="1333"/>
            </a:lvl4pPr>
            <a:lvl5pPr>
              <a:defRPr sz="1333"/>
            </a:lvl5pPr>
          </a:lstStyle>
          <a:p>
            <a:pPr lvl="0"/>
            <a:r>
              <a:rPr lang="en-US" noProof="0"/>
              <a:t>Click to edit Master text styles</a:t>
            </a:r>
          </a:p>
        </p:txBody>
      </p:sp>
      <p:sp>
        <p:nvSpPr>
          <p:cNvPr id="30" name="Text Placeholder 2">
            <a:extLst>
              <a:ext uri="{FF2B5EF4-FFF2-40B4-BE49-F238E27FC236}">
                <a16:creationId xmlns:a16="http://schemas.microsoft.com/office/drawing/2014/main" id="{351B796C-D9CF-43FC-A477-86A208BBE8F2}"/>
              </a:ext>
            </a:extLst>
          </p:cNvPr>
          <p:cNvSpPr>
            <a:spLocks noGrp="1"/>
          </p:cNvSpPr>
          <p:nvPr>
            <p:ph type="body" sz="quarter" idx="21"/>
          </p:nvPr>
        </p:nvSpPr>
        <p:spPr>
          <a:xfrm>
            <a:off x="442035" y="1943799"/>
            <a:ext cx="2827013" cy="4295223"/>
          </a:xfrm>
        </p:spPr>
        <p:txBody>
          <a:bodyPr/>
          <a:lstStyle>
            <a:lvl1pPr>
              <a:defRPr>
                <a:solidFill>
                  <a:schemeClr val="tx1"/>
                </a:solidFill>
              </a:defRPr>
            </a:lvl1pPr>
            <a:lvl2pPr marL="302392" indent="-302392">
              <a:buFontTx/>
              <a:buBlip>
                <a:blip>
                  <a:extLst>
                    <a:ext uri="{96DAC541-7B7A-43D3-8B79-37D633B846F1}">
                      <asvg:svgBlip xmlns:asvg="http://schemas.microsoft.com/office/drawing/2016/SVG/main" r:embed="rId3"/>
                    </a:ext>
                  </a:extLst>
                </a:blip>
              </a:buBlip>
              <a:defRPr>
                <a:solidFill>
                  <a:schemeClr val="tx1"/>
                </a:solidFill>
              </a:defRPr>
            </a:lvl2pPr>
            <a:lvl3pPr marL="609585" indent="-302392">
              <a:buFontTx/>
              <a:buBlip>
                <a:blip>
                  <a:extLst>
                    <a:ext uri="{96DAC541-7B7A-43D3-8B79-37D633B846F1}">
                      <asvg:svgBlip xmlns:asvg="http://schemas.microsoft.com/office/drawing/2016/SVG/main" r:embed="rId3"/>
                    </a:ext>
                  </a:extLst>
                </a:blip>
              </a:buBlip>
              <a:defRPr>
                <a:solidFill>
                  <a:schemeClr val="tx1"/>
                </a:solidFill>
              </a:defRPr>
            </a:lvl3pPr>
            <a:lvl4pPr marL="911977" indent="-302392">
              <a:buFontTx/>
              <a:buBlip>
                <a:blip>
                  <a:extLst>
                    <a:ext uri="{96DAC541-7B7A-43D3-8B79-37D633B846F1}">
                      <asvg:svgBlip xmlns:asvg="http://schemas.microsoft.com/office/drawing/2016/SVG/main" r:embed="rId3"/>
                    </a:ext>
                  </a:extLst>
                </a:blip>
              </a:buBlip>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AA7C93D6-412D-42D2-B4F0-861F3AFA4F71}"/>
              </a:ext>
            </a:extLst>
          </p:cNvPr>
          <p:cNvSpPr>
            <a:spLocks noGrp="1"/>
          </p:cNvSpPr>
          <p:nvPr>
            <p:ph type="title"/>
          </p:nvPr>
        </p:nvSpPr>
        <p:spPr>
          <a:xfrm>
            <a:off x="441600" y="710401"/>
            <a:ext cx="2827447" cy="748247"/>
          </a:xfrm>
        </p:spPr>
        <p:txBody>
          <a:bodyPr/>
          <a:lstStyle>
            <a:lvl1pPr>
              <a:defRPr>
                <a:solidFill>
                  <a:schemeClr val="tx1"/>
                </a:solidFill>
              </a:defRPr>
            </a:lvl1pPr>
          </a:lstStyle>
          <a:p>
            <a:r>
              <a:rPr lang="en-US"/>
              <a:t>Click to edit Master title style</a:t>
            </a:r>
            <a:endParaRPr lang="en-US" dirty="0"/>
          </a:p>
        </p:txBody>
      </p:sp>
      <p:grpSp>
        <p:nvGrpSpPr>
          <p:cNvPr id="43" name="Graphique 7">
            <a:extLst>
              <a:ext uri="{FF2B5EF4-FFF2-40B4-BE49-F238E27FC236}">
                <a16:creationId xmlns:a16="http://schemas.microsoft.com/office/drawing/2014/main" id="{E81F6DB5-904A-4266-BC9D-43DEDDAB2FF5}"/>
              </a:ext>
            </a:extLst>
          </p:cNvPr>
          <p:cNvGrpSpPr>
            <a:grpSpLocks noChangeAspect="1"/>
          </p:cNvGrpSpPr>
          <p:nvPr userDrawn="1"/>
        </p:nvGrpSpPr>
        <p:grpSpPr>
          <a:xfrm>
            <a:off x="442166" y="6329527"/>
            <a:ext cx="1071853" cy="275084"/>
            <a:chOff x="4768103" y="-471733"/>
            <a:chExt cx="744723" cy="191124"/>
          </a:xfrm>
          <a:solidFill>
            <a:schemeClr val="bg1"/>
          </a:solidFill>
        </p:grpSpPr>
        <p:sp>
          <p:nvSpPr>
            <p:cNvPr id="44" name="Forme libre : forme 9">
              <a:extLst>
                <a:ext uri="{FF2B5EF4-FFF2-40B4-BE49-F238E27FC236}">
                  <a16:creationId xmlns:a16="http://schemas.microsoft.com/office/drawing/2014/main" id="{D973C0DD-9BFB-489B-BB18-B95D2818DDEA}"/>
                </a:ext>
              </a:extLst>
            </p:cNvPr>
            <p:cNvSpPr/>
            <p:nvPr userDrawn="1"/>
          </p:nvSpPr>
          <p:spPr>
            <a:xfrm>
              <a:off x="4770087" y="-471716"/>
              <a:ext cx="740699" cy="191096"/>
            </a:xfrm>
            <a:custGeom>
              <a:avLst/>
              <a:gdLst>
                <a:gd name="connsiteX0" fmla="*/ 689325 w 740699"/>
                <a:gd name="connsiteY0" fmla="*/ 7347 h 191096"/>
                <a:gd name="connsiteX1" fmla="*/ 688790 w 740699"/>
                <a:gd name="connsiteY1" fmla="*/ 10847 h 191096"/>
                <a:gd name="connsiteX2" fmla="*/ 686092 w 740699"/>
                <a:gd name="connsiteY2" fmla="*/ 24840 h 191096"/>
                <a:gd name="connsiteX3" fmla="*/ 680980 w 740699"/>
                <a:gd name="connsiteY3" fmla="*/ 29953 h 191096"/>
                <a:gd name="connsiteX4" fmla="*/ 667797 w 740699"/>
                <a:gd name="connsiteY4" fmla="*/ 28608 h 191096"/>
                <a:gd name="connsiteX5" fmla="*/ 646528 w 740699"/>
                <a:gd name="connsiteY5" fmla="*/ 50946 h 191096"/>
                <a:gd name="connsiteX6" fmla="*/ 646528 w 740699"/>
                <a:gd name="connsiteY6" fmla="*/ 53911 h 191096"/>
                <a:gd name="connsiteX7" fmla="*/ 680712 w 740699"/>
                <a:gd name="connsiteY7" fmla="*/ 53911 h 191096"/>
                <a:gd name="connsiteX8" fmla="*/ 686092 w 740699"/>
                <a:gd name="connsiteY8" fmla="*/ 59559 h 191096"/>
                <a:gd name="connsiteX9" fmla="*/ 686092 w 740699"/>
                <a:gd name="connsiteY9" fmla="*/ 78130 h 191096"/>
                <a:gd name="connsiteX10" fmla="*/ 680712 w 740699"/>
                <a:gd name="connsiteY10" fmla="*/ 83518 h 191096"/>
                <a:gd name="connsiteX11" fmla="*/ 646528 w 740699"/>
                <a:gd name="connsiteY11" fmla="*/ 83518 h 191096"/>
                <a:gd name="connsiteX12" fmla="*/ 646528 w 740699"/>
                <a:gd name="connsiteY12" fmla="*/ 183097 h 191096"/>
                <a:gd name="connsiteX13" fmla="*/ 641148 w 740699"/>
                <a:gd name="connsiteY13" fmla="*/ 188485 h 191096"/>
                <a:gd name="connsiteX14" fmla="*/ 617197 w 740699"/>
                <a:gd name="connsiteY14" fmla="*/ 188485 h 191096"/>
                <a:gd name="connsiteX15" fmla="*/ 611809 w 740699"/>
                <a:gd name="connsiteY15" fmla="*/ 183097 h 191096"/>
                <a:gd name="connsiteX16" fmla="*/ 611809 w 740699"/>
                <a:gd name="connsiteY16" fmla="*/ 56602 h 191096"/>
                <a:gd name="connsiteX17" fmla="*/ 666987 w 740699"/>
                <a:gd name="connsiteY17" fmla="*/ 79 h 191096"/>
                <a:gd name="connsiteX18" fmla="*/ 683945 w 740699"/>
                <a:gd name="connsiteY18" fmla="*/ 1966 h 191096"/>
                <a:gd name="connsiteX19" fmla="*/ 689325 w 740699"/>
                <a:gd name="connsiteY19" fmla="*/ 7347 h 191096"/>
                <a:gd name="connsiteX20" fmla="*/ 741003 w 740699"/>
                <a:gd name="connsiteY20" fmla="*/ 59292 h 191096"/>
                <a:gd name="connsiteX21" fmla="*/ 741003 w 740699"/>
                <a:gd name="connsiteY21" fmla="*/ 183097 h 191096"/>
                <a:gd name="connsiteX22" fmla="*/ 735615 w 740699"/>
                <a:gd name="connsiteY22" fmla="*/ 188485 h 191096"/>
                <a:gd name="connsiteX23" fmla="*/ 711396 w 740699"/>
                <a:gd name="connsiteY23" fmla="*/ 188485 h 191096"/>
                <a:gd name="connsiteX24" fmla="*/ 706008 w 740699"/>
                <a:gd name="connsiteY24" fmla="*/ 183097 h 191096"/>
                <a:gd name="connsiteX25" fmla="*/ 706008 w 740699"/>
                <a:gd name="connsiteY25" fmla="*/ 59292 h 191096"/>
                <a:gd name="connsiteX26" fmla="*/ 711396 w 740699"/>
                <a:gd name="connsiteY26" fmla="*/ 53911 h 191096"/>
                <a:gd name="connsiteX27" fmla="*/ 735615 w 740699"/>
                <a:gd name="connsiteY27" fmla="*/ 53911 h 191096"/>
                <a:gd name="connsiteX28" fmla="*/ 741003 w 740699"/>
                <a:gd name="connsiteY28" fmla="*/ 59292 h 191096"/>
                <a:gd name="connsiteX29" fmla="*/ 518954 w 740699"/>
                <a:gd name="connsiteY29" fmla="*/ 158879 h 191096"/>
                <a:gd name="connsiteX30" fmla="*/ 485847 w 740699"/>
                <a:gd name="connsiteY30" fmla="*/ 121195 h 191096"/>
                <a:gd name="connsiteX31" fmla="*/ 517074 w 740699"/>
                <a:gd name="connsiteY31" fmla="*/ 83518 h 191096"/>
                <a:gd name="connsiteX32" fmla="*/ 550173 w 740699"/>
                <a:gd name="connsiteY32" fmla="*/ 121195 h 191096"/>
                <a:gd name="connsiteX33" fmla="*/ 518954 w 740699"/>
                <a:gd name="connsiteY33" fmla="*/ 158879 h 191096"/>
                <a:gd name="connsiteX34" fmla="*/ 517074 w 740699"/>
                <a:gd name="connsiteY34" fmla="*/ 51221 h 191096"/>
                <a:gd name="connsiteX35" fmla="*/ 450317 w 740699"/>
                <a:gd name="connsiteY35" fmla="*/ 121195 h 191096"/>
                <a:gd name="connsiteX36" fmla="*/ 518954 w 740699"/>
                <a:gd name="connsiteY36" fmla="*/ 191176 h 191096"/>
                <a:gd name="connsiteX37" fmla="*/ 585702 w 740699"/>
                <a:gd name="connsiteY37" fmla="*/ 121195 h 191096"/>
                <a:gd name="connsiteX38" fmla="*/ 517074 w 740699"/>
                <a:gd name="connsiteY38" fmla="*/ 51221 h 191096"/>
                <a:gd name="connsiteX39" fmla="*/ 424486 w 740699"/>
                <a:gd name="connsiteY39" fmla="*/ 101813 h 191096"/>
                <a:gd name="connsiteX40" fmla="*/ 424486 w 740699"/>
                <a:gd name="connsiteY40" fmla="*/ 183097 h 191096"/>
                <a:gd name="connsiteX41" fmla="*/ 419098 w 740699"/>
                <a:gd name="connsiteY41" fmla="*/ 188485 h 191096"/>
                <a:gd name="connsiteX42" fmla="*/ 394880 w 740699"/>
                <a:gd name="connsiteY42" fmla="*/ 188485 h 191096"/>
                <a:gd name="connsiteX43" fmla="*/ 389492 w 740699"/>
                <a:gd name="connsiteY43" fmla="*/ 183097 h 191096"/>
                <a:gd name="connsiteX44" fmla="*/ 389492 w 740699"/>
                <a:gd name="connsiteY44" fmla="*/ 106391 h 191096"/>
                <a:gd name="connsiteX45" fmla="*/ 363385 w 740699"/>
                <a:gd name="connsiteY45" fmla="*/ 83518 h 191096"/>
                <a:gd name="connsiteX46" fmla="*/ 343469 w 740699"/>
                <a:gd name="connsiteY46" fmla="*/ 85665 h 191096"/>
                <a:gd name="connsiteX47" fmla="*/ 337012 w 740699"/>
                <a:gd name="connsiteY47" fmla="*/ 92666 h 191096"/>
                <a:gd name="connsiteX48" fmla="*/ 337012 w 740699"/>
                <a:gd name="connsiteY48" fmla="*/ 183097 h 191096"/>
                <a:gd name="connsiteX49" fmla="*/ 331624 w 740699"/>
                <a:gd name="connsiteY49" fmla="*/ 188485 h 191096"/>
                <a:gd name="connsiteX50" fmla="*/ 307405 w 740699"/>
                <a:gd name="connsiteY50" fmla="*/ 188485 h 191096"/>
                <a:gd name="connsiteX51" fmla="*/ 302017 w 740699"/>
                <a:gd name="connsiteY51" fmla="*/ 183097 h 191096"/>
                <a:gd name="connsiteX52" fmla="*/ 302017 w 740699"/>
                <a:gd name="connsiteY52" fmla="*/ 71672 h 191096"/>
                <a:gd name="connsiteX53" fmla="*/ 308750 w 740699"/>
                <a:gd name="connsiteY53" fmla="*/ 60904 h 191096"/>
                <a:gd name="connsiteX54" fmla="*/ 362850 w 740699"/>
                <a:gd name="connsiteY54" fmla="*/ 51221 h 191096"/>
                <a:gd name="connsiteX55" fmla="*/ 424486 w 740699"/>
                <a:gd name="connsiteY55" fmla="*/ 101813 h 191096"/>
                <a:gd name="connsiteX56" fmla="*/ 122497 w 740699"/>
                <a:gd name="connsiteY56" fmla="*/ 167759 h 191096"/>
                <a:gd name="connsiteX57" fmla="*/ 120342 w 740699"/>
                <a:gd name="connsiteY57" fmla="*/ 183097 h 191096"/>
                <a:gd name="connsiteX58" fmla="*/ 113350 w 740699"/>
                <a:gd name="connsiteY58" fmla="*/ 188485 h 191096"/>
                <a:gd name="connsiteX59" fmla="*/ 89123 w 740699"/>
                <a:gd name="connsiteY59" fmla="*/ 188485 h 191096"/>
                <a:gd name="connsiteX60" fmla="*/ 85088 w 740699"/>
                <a:gd name="connsiteY60" fmla="*/ 184718 h 191096"/>
                <a:gd name="connsiteX61" fmla="*/ 85356 w 740699"/>
                <a:gd name="connsiteY61" fmla="*/ 183097 h 191096"/>
                <a:gd name="connsiteX62" fmla="*/ 86968 w 740699"/>
                <a:gd name="connsiteY62" fmla="*/ 173140 h 191096"/>
                <a:gd name="connsiteX63" fmla="*/ 303 w 740699"/>
                <a:gd name="connsiteY63" fmla="*/ 98589 h 191096"/>
                <a:gd name="connsiteX64" fmla="*/ 59517 w 740699"/>
                <a:gd name="connsiteY64" fmla="*/ 50144 h 191096"/>
                <a:gd name="connsiteX65" fmla="*/ 115230 w 740699"/>
                <a:gd name="connsiteY65" fmla="*/ 64404 h 191096"/>
                <a:gd name="connsiteX66" fmla="*/ 118462 w 740699"/>
                <a:gd name="connsiteY66" fmla="*/ 69792 h 191096"/>
                <a:gd name="connsiteX67" fmla="*/ 117385 w 740699"/>
                <a:gd name="connsiteY67" fmla="*/ 74362 h 191096"/>
                <a:gd name="connsiteX68" fmla="*/ 109039 w 740699"/>
                <a:gd name="connsiteY68" fmla="*/ 92131 h 191096"/>
                <a:gd name="connsiteX69" fmla="*/ 103116 w 740699"/>
                <a:gd name="connsiteY69" fmla="*/ 95899 h 191096"/>
                <a:gd name="connsiteX70" fmla="*/ 99081 w 740699"/>
                <a:gd name="connsiteY70" fmla="*/ 94821 h 191096"/>
                <a:gd name="connsiteX71" fmla="*/ 58439 w 740699"/>
                <a:gd name="connsiteY71" fmla="*/ 82708 h 191096"/>
                <a:gd name="connsiteX72" fmla="*/ 35833 w 740699"/>
                <a:gd name="connsiteY72" fmla="*/ 96166 h 191096"/>
                <a:gd name="connsiteX73" fmla="*/ 122497 w 740699"/>
                <a:gd name="connsiteY73" fmla="*/ 167759 h 191096"/>
                <a:gd name="connsiteX74" fmla="*/ 234191 w 740699"/>
                <a:gd name="connsiteY74" fmla="*/ 149189 h 191096"/>
                <a:gd name="connsiteX75" fmla="*/ 227466 w 740699"/>
                <a:gd name="connsiteY75" fmla="*/ 156456 h 191096"/>
                <a:gd name="connsiteX76" fmla="*/ 209162 w 740699"/>
                <a:gd name="connsiteY76" fmla="*/ 158879 h 191096"/>
                <a:gd name="connsiteX77" fmla="*/ 175788 w 740699"/>
                <a:gd name="connsiteY77" fmla="*/ 121195 h 191096"/>
                <a:gd name="connsiteX78" fmla="*/ 209162 w 740699"/>
                <a:gd name="connsiteY78" fmla="*/ 83518 h 191096"/>
                <a:gd name="connsiteX79" fmla="*/ 227466 w 740699"/>
                <a:gd name="connsiteY79" fmla="*/ 85941 h 191096"/>
                <a:gd name="connsiteX80" fmla="*/ 234191 w 740699"/>
                <a:gd name="connsiteY80" fmla="*/ 93201 h 191096"/>
                <a:gd name="connsiteX81" fmla="*/ 234191 w 740699"/>
                <a:gd name="connsiteY81" fmla="*/ 149189 h 191096"/>
                <a:gd name="connsiteX82" fmla="*/ 262452 w 740699"/>
                <a:gd name="connsiteY82" fmla="*/ 61179 h 191096"/>
                <a:gd name="connsiteX83" fmla="*/ 209430 w 740699"/>
                <a:gd name="connsiteY83" fmla="*/ 51221 h 191096"/>
                <a:gd name="connsiteX84" fmla="*/ 140258 w 740699"/>
                <a:gd name="connsiteY84" fmla="*/ 121195 h 191096"/>
                <a:gd name="connsiteX85" fmla="*/ 208895 w 740699"/>
                <a:gd name="connsiteY85" fmla="*/ 191176 h 191096"/>
                <a:gd name="connsiteX86" fmla="*/ 262452 w 740699"/>
                <a:gd name="connsiteY86" fmla="*/ 180407 h 191096"/>
                <a:gd name="connsiteX87" fmla="*/ 269185 w 740699"/>
                <a:gd name="connsiteY87" fmla="*/ 169639 h 191096"/>
                <a:gd name="connsiteX88" fmla="*/ 269185 w 740699"/>
                <a:gd name="connsiteY88" fmla="*/ 71940 h 191096"/>
                <a:gd name="connsiteX89" fmla="*/ 262452 w 740699"/>
                <a:gd name="connsiteY89" fmla="*/ 61179 h 191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740699" h="191096">
                  <a:moveTo>
                    <a:pt x="689325" y="7347"/>
                  </a:moveTo>
                  <a:cubicBezTo>
                    <a:pt x="689325" y="8511"/>
                    <a:pt x="689026" y="9604"/>
                    <a:pt x="688790" y="10847"/>
                  </a:cubicBezTo>
                  <a:lnTo>
                    <a:pt x="686092" y="24840"/>
                  </a:lnTo>
                  <a:cubicBezTo>
                    <a:pt x="685558" y="28073"/>
                    <a:pt x="684213" y="29953"/>
                    <a:pt x="680980" y="29953"/>
                  </a:cubicBezTo>
                  <a:cubicBezTo>
                    <a:pt x="678974" y="29953"/>
                    <a:pt x="673177" y="28608"/>
                    <a:pt x="667797" y="28608"/>
                  </a:cubicBezTo>
                  <a:cubicBezTo>
                    <a:pt x="652993" y="28608"/>
                    <a:pt x="646528" y="36143"/>
                    <a:pt x="646528" y="50946"/>
                  </a:cubicBezTo>
                  <a:lnTo>
                    <a:pt x="646528" y="53911"/>
                  </a:lnTo>
                  <a:lnTo>
                    <a:pt x="680712" y="53911"/>
                  </a:lnTo>
                  <a:cubicBezTo>
                    <a:pt x="684213" y="53911"/>
                    <a:pt x="686092" y="56059"/>
                    <a:pt x="686092" y="59559"/>
                  </a:cubicBezTo>
                  <a:lnTo>
                    <a:pt x="686092" y="78130"/>
                  </a:lnTo>
                  <a:cubicBezTo>
                    <a:pt x="686092" y="81363"/>
                    <a:pt x="684213" y="83518"/>
                    <a:pt x="680712" y="83518"/>
                  </a:cubicBezTo>
                  <a:lnTo>
                    <a:pt x="646528" y="83518"/>
                  </a:lnTo>
                  <a:lnTo>
                    <a:pt x="646528" y="183097"/>
                  </a:lnTo>
                  <a:cubicBezTo>
                    <a:pt x="646528" y="186330"/>
                    <a:pt x="644380" y="188485"/>
                    <a:pt x="641148" y="188485"/>
                  </a:cubicBezTo>
                  <a:lnTo>
                    <a:pt x="617197" y="188485"/>
                  </a:lnTo>
                  <a:cubicBezTo>
                    <a:pt x="613964" y="188485"/>
                    <a:pt x="611809" y="186330"/>
                    <a:pt x="611809" y="183097"/>
                  </a:cubicBezTo>
                  <a:lnTo>
                    <a:pt x="611809" y="56602"/>
                  </a:lnTo>
                  <a:cubicBezTo>
                    <a:pt x="611809" y="17839"/>
                    <a:pt x="633612" y="79"/>
                    <a:pt x="666987" y="79"/>
                  </a:cubicBezTo>
                  <a:cubicBezTo>
                    <a:pt x="672729" y="79"/>
                    <a:pt x="678557" y="621"/>
                    <a:pt x="683945" y="1966"/>
                  </a:cubicBezTo>
                  <a:cubicBezTo>
                    <a:pt x="687713" y="2769"/>
                    <a:pt x="689325" y="4358"/>
                    <a:pt x="689325" y="7347"/>
                  </a:cubicBezTo>
                  <a:moveTo>
                    <a:pt x="741003" y="59292"/>
                  </a:moveTo>
                  <a:lnTo>
                    <a:pt x="741003" y="183097"/>
                  </a:lnTo>
                  <a:cubicBezTo>
                    <a:pt x="741003" y="186330"/>
                    <a:pt x="738848" y="188485"/>
                    <a:pt x="735615" y="188485"/>
                  </a:cubicBezTo>
                  <a:lnTo>
                    <a:pt x="711396" y="188485"/>
                  </a:lnTo>
                  <a:cubicBezTo>
                    <a:pt x="708164" y="188485"/>
                    <a:pt x="706008" y="186330"/>
                    <a:pt x="706008" y="183097"/>
                  </a:cubicBezTo>
                  <a:lnTo>
                    <a:pt x="706008" y="59292"/>
                  </a:lnTo>
                  <a:cubicBezTo>
                    <a:pt x="706008" y="56059"/>
                    <a:pt x="708164" y="53911"/>
                    <a:pt x="711396" y="53911"/>
                  </a:cubicBezTo>
                  <a:lnTo>
                    <a:pt x="735615" y="53911"/>
                  </a:lnTo>
                  <a:cubicBezTo>
                    <a:pt x="738848" y="53911"/>
                    <a:pt x="741003" y="56059"/>
                    <a:pt x="741003" y="59292"/>
                  </a:cubicBezTo>
                  <a:moveTo>
                    <a:pt x="518954" y="158879"/>
                  </a:moveTo>
                  <a:cubicBezTo>
                    <a:pt x="499038" y="158879"/>
                    <a:pt x="485847" y="145956"/>
                    <a:pt x="485847" y="121195"/>
                  </a:cubicBezTo>
                  <a:cubicBezTo>
                    <a:pt x="485847" y="96433"/>
                    <a:pt x="499038" y="83518"/>
                    <a:pt x="517074" y="83518"/>
                  </a:cubicBezTo>
                  <a:cubicBezTo>
                    <a:pt x="536990" y="83518"/>
                    <a:pt x="550173" y="96433"/>
                    <a:pt x="550173" y="121195"/>
                  </a:cubicBezTo>
                  <a:cubicBezTo>
                    <a:pt x="550173" y="145956"/>
                    <a:pt x="536990" y="158879"/>
                    <a:pt x="518954" y="158879"/>
                  </a:cubicBezTo>
                  <a:moveTo>
                    <a:pt x="517074" y="51221"/>
                  </a:moveTo>
                  <a:cubicBezTo>
                    <a:pt x="476699" y="51221"/>
                    <a:pt x="450317" y="80553"/>
                    <a:pt x="450317" y="121195"/>
                  </a:cubicBezTo>
                  <a:cubicBezTo>
                    <a:pt x="450317" y="161837"/>
                    <a:pt x="476699" y="191176"/>
                    <a:pt x="518954" y="191176"/>
                  </a:cubicBezTo>
                  <a:cubicBezTo>
                    <a:pt x="559328" y="191176"/>
                    <a:pt x="585702" y="161837"/>
                    <a:pt x="585702" y="121195"/>
                  </a:cubicBezTo>
                  <a:cubicBezTo>
                    <a:pt x="585702" y="80553"/>
                    <a:pt x="559328" y="51221"/>
                    <a:pt x="517074" y="51221"/>
                  </a:cubicBezTo>
                  <a:moveTo>
                    <a:pt x="424486" y="101813"/>
                  </a:moveTo>
                  <a:lnTo>
                    <a:pt x="424486" y="183097"/>
                  </a:lnTo>
                  <a:cubicBezTo>
                    <a:pt x="424486" y="186330"/>
                    <a:pt x="422331" y="188485"/>
                    <a:pt x="419098" y="188485"/>
                  </a:cubicBezTo>
                  <a:lnTo>
                    <a:pt x="394880" y="188485"/>
                  </a:lnTo>
                  <a:cubicBezTo>
                    <a:pt x="391647" y="188485"/>
                    <a:pt x="389492" y="186330"/>
                    <a:pt x="389492" y="183097"/>
                  </a:cubicBezTo>
                  <a:lnTo>
                    <a:pt x="389492" y="106391"/>
                  </a:lnTo>
                  <a:cubicBezTo>
                    <a:pt x="389492" y="90243"/>
                    <a:pt x="377921" y="83518"/>
                    <a:pt x="363385" y="83518"/>
                  </a:cubicBezTo>
                  <a:cubicBezTo>
                    <a:pt x="355040" y="83518"/>
                    <a:pt x="350470" y="84053"/>
                    <a:pt x="343469" y="85665"/>
                  </a:cubicBezTo>
                  <a:cubicBezTo>
                    <a:pt x="339159" y="86743"/>
                    <a:pt x="337012" y="88631"/>
                    <a:pt x="337012" y="92666"/>
                  </a:cubicBezTo>
                  <a:lnTo>
                    <a:pt x="337012" y="183097"/>
                  </a:lnTo>
                  <a:cubicBezTo>
                    <a:pt x="337012" y="186330"/>
                    <a:pt x="334856" y="188485"/>
                    <a:pt x="331624" y="188485"/>
                  </a:cubicBezTo>
                  <a:lnTo>
                    <a:pt x="307405" y="188485"/>
                  </a:lnTo>
                  <a:cubicBezTo>
                    <a:pt x="304172" y="188485"/>
                    <a:pt x="302017" y="186330"/>
                    <a:pt x="302017" y="183097"/>
                  </a:cubicBezTo>
                  <a:lnTo>
                    <a:pt x="302017" y="71672"/>
                  </a:lnTo>
                  <a:cubicBezTo>
                    <a:pt x="302017" y="65482"/>
                    <a:pt x="304982" y="62249"/>
                    <a:pt x="308750" y="60904"/>
                  </a:cubicBezTo>
                  <a:cubicBezTo>
                    <a:pt x="328399" y="53911"/>
                    <a:pt x="346970" y="51221"/>
                    <a:pt x="362850" y="51221"/>
                  </a:cubicBezTo>
                  <a:cubicBezTo>
                    <a:pt x="404295" y="51221"/>
                    <a:pt x="424486" y="68982"/>
                    <a:pt x="424486" y="101813"/>
                  </a:cubicBezTo>
                  <a:moveTo>
                    <a:pt x="122497" y="167759"/>
                  </a:moveTo>
                  <a:cubicBezTo>
                    <a:pt x="122497" y="172337"/>
                    <a:pt x="121963" y="178528"/>
                    <a:pt x="120342" y="183097"/>
                  </a:cubicBezTo>
                  <a:cubicBezTo>
                    <a:pt x="118997" y="187140"/>
                    <a:pt x="117385" y="188485"/>
                    <a:pt x="113350" y="188485"/>
                  </a:cubicBezTo>
                  <a:lnTo>
                    <a:pt x="89123" y="188485"/>
                  </a:lnTo>
                  <a:cubicBezTo>
                    <a:pt x="86433" y="188485"/>
                    <a:pt x="85088" y="186865"/>
                    <a:pt x="85088" y="184718"/>
                  </a:cubicBezTo>
                  <a:cubicBezTo>
                    <a:pt x="85088" y="184175"/>
                    <a:pt x="85088" y="183640"/>
                    <a:pt x="85356" y="183097"/>
                  </a:cubicBezTo>
                  <a:cubicBezTo>
                    <a:pt x="86433" y="179597"/>
                    <a:pt x="86968" y="177175"/>
                    <a:pt x="86968" y="173140"/>
                  </a:cubicBezTo>
                  <a:cubicBezTo>
                    <a:pt x="86968" y="133559"/>
                    <a:pt x="303" y="155646"/>
                    <a:pt x="303" y="98589"/>
                  </a:cubicBezTo>
                  <a:cubicBezTo>
                    <a:pt x="303" y="69517"/>
                    <a:pt x="23452" y="50144"/>
                    <a:pt x="59517" y="50144"/>
                  </a:cubicBezTo>
                  <a:cubicBezTo>
                    <a:pt x="78623" y="50144"/>
                    <a:pt x="98546" y="54714"/>
                    <a:pt x="115230" y="64404"/>
                  </a:cubicBezTo>
                  <a:cubicBezTo>
                    <a:pt x="117393" y="65490"/>
                    <a:pt x="118462" y="67637"/>
                    <a:pt x="118462" y="69792"/>
                  </a:cubicBezTo>
                  <a:cubicBezTo>
                    <a:pt x="118462" y="71137"/>
                    <a:pt x="118164" y="72710"/>
                    <a:pt x="117385" y="74362"/>
                  </a:cubicBezTo>
                  <a:lnTo>
                    <a:pt x="109039" y="92131"/>
                  </a:lnTo>
                  <a:cubicBezTo>
                    <a:pt x="107962" y="94553"/>
                    <a:pt x="105539" y="95899"/>
                    <a:pt x="103116" y="95899"/>
                  </a:cubicBezTo>
                  <a:cubicBezTo>
                    <a:pt x="101771" y="95899"/>
                    <a:pt x="100426" y="95623"/>
                    <a:pt x="99081" y="94821"/>
                  </a:cubicBezTo>
                  <a:cubicBezTo>
                    <a:pt x="85356" y="87286"/>
                    <a:pt x="72165" y="82708"/>
                    <a:pt x="58439" y="82708"/>
                  </a:cubicBezTo>
                  <a:cubicBezTo>
                    <a:pt x="44179" y="82708"/>
                    <a:pt x="35833" y="87923"/>
                    <a:pt x="35833" y="96166"/>
                  </a:cubicBezTo>
                  <a:cubicBezTo>
                    <a:pt x="35833" y="121368"/>
                    <a:pt x="122497" y="106659"/>
                    <a:pt x="122497" y="167759"/>
                  </a:cubicBezTo>
                  <a:moveTo>
                    <a:pt x="234191" y="149189"/>
                  </a:moveTo>
                  <a:cubicBezTo>
                    <a:pt x="234191" y="153224"/>
                    <a:pt x="232043" y="155111"/>
                    <a:pt x="227466" y="156456"/>
                  </a:cubicBezTo>
                  <a:cubicBezTo>
                    <a:pt x="221543" y="158069"/>
                    <a:pt x="216430" y="158879"/>
                    <a:pt x="209162" y="158879"/>
                  </a:cubicBezTo>
                  <a:cubicBezTo>
                    <a:pt x="191936" y="158879"/>
                    <a:pt x="175788" y="148646"/>
                    <a:pt x="175788" y="121195"/>
                  </a:cubicBezTo>
                  <a:cubicBezTo>
                    <a:pt x="175788" y="93743"/>
                    <a:pt x="191936" y="83518"/>
                    <a:pt x="209162" y="83518"/>
                  </a:cubicBezTo>
                  <a:cubicBezTo>
                    <a:pt x="216430" y="83518"/>
                    <a:pt x="221543" y="84320"/>
                    <a:pt x="227466" y="85941"/>
                  </a:cubicBezTo>
                  <a:cubicBezTo>
                    <a:pt x="232043" y="87286"/>
                    <a:pt x="234191" y="89165"/>
                    <a:pt x="234191" y="93201"/>
                  </a:cubicBezTo>
                  <a:lnTo>
                    <a:pt x="234191" y="149189"/>
                  </a:lnTo>
                  <a:close/>
                  <a:moveTo>
                    <a:pt x="262452" y="61179"/>
                  </a:moveTo>
                  <a:cubicBezTo>
                    <a:pt x="244692" y="54446"/>
                    <a:pt x="228000" y="51221"/>
                    <a:pt x="209430" y="51221"/>
                  </a:cubicBezTo>
                  <a:cubicBezTo>
                    <a:pt x="168795" y="51221"/>
                    <a:pt x="140258" y="78405"/>
                    <a:pt x="140258" y="121195"/>
                  </a:cubicBezTo>
                  <a:cubicBezTo>
                    <a:pt x="140258" y="164527"/>
                    <a:pt x="165020" y="191176"/>
                    <a:pt x="208895" y="191176"/>
                  </a:cubicBezTo>
                  <a:cubicBezTo>
                    <a:pt x="226655" y="191176"/>
                    <a:pt x="243881" y="188210"/>
                    <a:pt x="262452" y="180407"/>
                  </a:cubicBezTo>
                  <a:cubicBezTo>
                    <a:pt x="266763" y="178528"/>
                    <a:pt x="269185" y="175562"/>
                    <a:pt x="269185" y="169639"/>
                  </a:cubicBezTo>
                  <a:lnTo>
                    <a:pt x="269185" y="71940"/>
                  </a:lnTo>
                  <a:cubicBezTo>
                    <a:pt x="269185" y="65749"/>
                    <a:pt x="266763" y="62792"/>
                    <a:pt x="262452" y="61179"/>
                  </a:cubicBezTo>
                </a:path>
              </a:pathLst>
            </a:custGeom>
            <a:grpFill/>
            <a:ln w="7833" cap="flat">
              <a:noFill/>
              <a:prstDash val="solid"/>
              <a:round/>
            </a:ln>
          </p:spPr>
          <p:txBody>
            <a:bodyPr rtlCol="0" anchor="ctr"/>
            <a:lstStyle/>
            <a:p>
              <a:endParaRPr lang="fr-FR" sz="2400"/>
            </a:p>
          </p:txBody>
        </p:sp>
        <p:sp>
          <p:nvSpPr>
            <p:cNvPr id="46" name="Forme libre : forme 10">
              <a:extLst>
                <a:ext uri="{FF2B5EF4-FFF2-40B4-BE49-F238E27FC236}">
                  <a16:creationId xmlns:a16="http://schemas.microsoft.com/office/drawing/2014/main" id="{CDE5A571-F6DA-4505-A5B1-DCCE6D336F46}"/>
                </a:ext>
              </a:extLst>
            </p:cNvPr>
            <p:cNvSpPr/>
            <p:nvPr/>
          </p:nvSpPr>
          <p:spPr>
            <a:xfrm rot="-73896" flipV="1">
              <a:off x="5474877" y="-471733"/>
              <a:ext cx="37949" cy="37711"/>
            </a:xfrm>
            <a:custGeom>
              <a:avLst/>
              <a:gdLst>
                <a:gd name="connsiteX0" fmla="*/ 19483 w 37949"/>
                <a:gd name="connsiteY0" fmla="*/ 17 h 37711"/>
                <a:gd name="connsiteX1" fmla="*/ 38456 w 37949"/>
                <a:gd name="connsiteY1" fmla="*/ 18454 h 37711"/>
                <a:gd name="connsiteX2" fmla="*/ 19491 w 37949"/>
                <a:gd name="connsiteY2" fmla="*/ 37717 h 37711"/>
                <a:gd name="connsiteX3" fmla="*/ 519 w 37949"/>
                <a:gd name="connsiteY3" fmla="*/ 19272 h 37711"/>
                <a:gd name="connsiteX4" fmla="*/ 19483 w 37949"/>
                <a:gd name="connsiteY4" fmla="*/ 17 h 37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949" h="37711">
                  <a:moveTo>
                    <a:pt x="19483" y="17"/>
                  </a:moveTo>
                  <a:cubicBezTo>
                    <a:pt x="30519" y="-219"/>
                    <a:pt x="38212" y="6883"/>
                    <a:pt x="38456" y="18454"/>
                  </a:cubicBezTo>
                  <a:cubicBezTo>
                    <a:pt x="38715" y="30300"/>
                    <a:pt x="31329" y="37457"/>
                    <a:pt x="19491" y="37717"/>
                  </a:cubicBezTo>
                  <a:cubicBezTo>
                    <a:pt x="8188" y="37953"/>
                    <a:pt x="771" y="31118"/>
                    <a:pt x="519" y="19272"/>
                  </a:cubicBezTo>
                  <a:cubicBezTo>
                    <a:pt x="267" y="7701"/>
                    <a:pt x="7378" y="284"/>
                    <a:pt x="19483" y="17"/>
                  </a:cubicBezTo>
                </a:path>
              </a:pathLst>
            </a:custGeom>
            <a:grpFill/>
            <a:ln w="7833" cap="flat">
              <a:noFill/>
              <a:prstDash val="solid"/>
              <a:round/>
            </a:ln>
          </p:spPr>
          <p:txBody>
            <a:bodyPr rtlCol="0" anchor="ctr"/>
            <a:lstStyle/>
            <a:p>
              <a:endParaRPr lang="fr-FR" sz="2400">
                <a:solidFill>
                  <a:schemeClr val="accent2"/>
                </a:solidFill>
              </a:endParaRPr>
            </a:p>
          </p:txBody>
        </p:sp>
        <p:sp>
          <p:nvSpPr>
            <p:cNvPr id="47" name="Forme libre : forme 11">
              <a:extLst>
                <a:ext uri="{FF2B5EF4-FFF2-40B4-BE49-F238E27FC236}">
                  <a16:creationId xmlns:a16="http://schemas.microsoft.com/office/drawing/2014/main" id="{1EB464DC-BE69-4F65-B141-43FCFC49AC68}"/>
                </a:ext>
              </a:extLst>
            </p:cNvPr>
            <p:cNvSpPr/>
            <p:nvPr userDrawn="1"/>
          </p:nvSpPr>
          <p:spPr>
            <a:xfrm rot="10725025" flipV="1">
              <a:off x="4768103" y="-317778"/>
              <a:ext cx="37406" cy="37169"/>
            </a:xfrm>
            <a:custGeom>
              <a:avLst/>
              <a:gdLst>
                <a:gd name="connsiteX0" fmla="*/ 18717 w 37406"/>
                <a:gd name="connsiteY0" fmla="*/ 130 h 37169"/>
                <a:gd name="connsiteX1" fmla="*/ 37414 w 37406"/>
                <a:gd name="connsiteY1" fmla="*/ 18300 h 37169"/>
                <a:gd name="connsiteX2" fmla="*/ 18717 w 37406"/>
                <a:gd name="connsiteY2" fmla="*/ 37288 h 37169"/>
                <a:gd name="connsiteX3" fmla="*/ 20 w 37406"/>
                <a:gd name="connsiteY3" fmla="*/ 19118 h 37169"/>
                <a:gd name="connsiteX4" fmla="*/ 18717 w 37406"/>
                <a:gd name="connsiteY4" fmla="*/ 130 h 371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406" h="37169">
                  <a:moveTo>
                    <a:pt x="18717" y="130"/>
                  </a:moveTo>
                  <a:cubicBezTo>
                    <a:pt x="29745" y="-106"/>
                    <a:pt x="37162" y="6729"/>
                    <a:pt x="37414" y="18300"/>
                  </a:cubicBezTo>
                  <a:cubicBezTo>
                    <a:pt x="37665" y="29603"/>
                    <a:pt x="30555" y="37028"/>
                    <a:pt x="18717" y="37288"/>
                  </a:cubicBezTo>
                  <a:cubicBezTo>
                    <a:pt x="7681" y="37524"/>
                    <a:pt x="264" y="30421"/>
                    <a:pt x="20" y="19118"/>
                  </a:cubicBezTo>
                  <a:cubicBezTo>
                    <a:pt x="-240" y="7547"/>
                    <a:pt x="6871" y="390"/>
                    <a:pt x="18717" y="130"/>
                  </a:cubicBezTo>
                </a:path>
              </a:pathLst>
            </a:custGeom>
            <a:grpFill/>
            <a:ln w="7833" cap="flat">
              <a:noFill/>
              <a:prstDash val="solid"/>
              <a:round/>
            </a:ln>
          </p:spPr>
          <p:txBody>
            <a:bodyPr rtlCol="0" anchor="ctr"/>
            <a:lstStyle/>
            <a:p>
              <a:endParaRPr lang="fr-FR" sz="2400"/>
            </a:p>
          </p:txBody>
        </p:sp>
      </p:grpSp>
    </p:spTree>
    <p:extLst>
      <p:ext uri="{BB962C8B-B14F-4D97-AF65-F5344CB8AC3E}">
        <p14:creationId xmlns:p14="http://schemas.microsoft.com/office/powerpoint/2010/main" val="21579070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Content and Numbers (Dark)">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7276DEF-3CBF-476F-8A84-C6760A5FE884}"/>
              </a:ext>
            </a:extLst>
          </p:cNvPr>
          <p:cNvSpPr/>
          <p:nvPr userDrawn="1"/>
        </p:nvSpPr>
        <p:spPr>
          <a:xfrm>
            <a:off x="0" y="0"/>
            <a:ext cx="37296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noProof="0"/>
          </a:p>
        </p:txBody>
      </p:sp>
      <p:sp>
        <p:nvSpPr>
          <p:cNvPr id="11" name="Espace réservé du numéro de diapositive 10">
            <a:extLst>
              <a:ext uri="{FF2B5EF4-FFF2-40B4-BE49-F238E27FC236}">
                <a16:creationId xmlns:a16="http://schemas.microsoft.com/office/drawing/2014/main" id="{323D7EBE-BC7D-4AC5-AD6B-FCD5D270E1C6}"/>
              </a:ext>
            </a:extLst>
          </p:cNvPr>
          <p:cNvSpPr>
            <a:spLocks noGrp="1"/>
          </p:cNvSpPr>
          <p:nvPr>
            <p:ph type="sldNum" sz="quarter" idx="16"/>
          </p:nvPr>
        </p:nvSpPr>
        <p:spPr/>
        <p:txBody>
          <a:bodyPr/>
          <a:lstStyle/>
          <a:p>
            <a:fld id="{6B54B0F7-55DD-40D6-B7F4-70B586885C0B}" type="slidenum">
              <a:rPr lang="en-US" noProof="0" smtClean="0"/>
              <a:pPr/>
              <a:t>‹#›</a:t>
            </a:fld>
            <a:endParaRPr lang="en-US" noProof="0"/>
          </a:p>
        </p:txBody>
      </p:sp>
      <p:sp>
        <p:nvSpPr>
          <p:cNvPr id="16" name="Espace réservé pour une image  15">
            <a:extLst>
              <a:ext uri="{FF2B5EF4-FFF2-40B4-BE49-F238E27FC236}">
                <a16:creationId xmlns:a16="http://schemas.microsoft.com/office/drawing/2014/main" id="{8BEDC788-81F2-409E-8CE9-FF2A15A91919}"/>
              </a:ext>
            </a:extLst>
          </p:cNvPr>
          <p:cNvSpPr>
            <a:spLocks noGrp="1"/>
          </p:cNvSpPr>
          <p:nvPr>
            <p:ph type="pic" sz="quarter" idx="17"/>
          </p:nvPr>
        </p:nvSpPr>
        <p:spPr>
          <a:xfrm>
            <a:off x="5402083" y="2468972"/>
            <a:ext cx="1379716" cy="1819200"/>
          </a:xfrm>
        </p:spPr>
        <p:txBody>
          <a:bodyPr>
            <a:noAutofit/>
          </a:bodyPr>
          <a:lstStyle>
            <a:lvl1pPr>
              <a:defRPr>
                <a:noFill/>
              </a:defRPr>
            </a:lvl1pPr>
          </a:lstStyle>
          <a:p>
            <a:r>
              <a:rPr lang="en-US" noProof="0"/>
              <a:t>Click icon to add picture</a:t>
            </a:r>
          </a:p>
        </p:txBody>
      </p:sp>
      <p:sp>
        <p:nvSpPr>
          <p:cNvPr id="17" name="Espace réservé du texte 4">
            <a:extLst>
              <a:ext uri="{FF2B5EF4-FFF2-40B4-BE49-F238E27FC236}">
                <a16:creationId xmlns:a16="http://schemas.microsoft.com/office/drawing/2014/main" id="{D96EF966-14FD-41BC-A600-7421C0981677}"/>
              </a:ext>
            </a:extLst>
          </p:cNvPr>
          <p:cNvSpPr>
            <a:spLocks noGrp="1"/>
          </p:cNvSpPr>
          <p:nvPr>
            <p:ph type="body" sz="quarter" idx="23" hasCustomPrompt="1"/>
          </p:nvPr>
        </p:nvSpPr>
        <p:spPr>
          <a:xfrm>
            <a:off x="5402082" y="1584820"/>
            <a:ext cx="1379716" cy="532283"/>
          </a:xfrm>
        </p:spPr>
        <p:txBody>
          <a:bodyPr/>
          <a:lstStyle>
            <a:lvl1pPr algn="l">
              <a:lnSpc>
                <a:spcPct val="110000"/>
              </a:lnSpc>
              <a:defRPr sz="3467" b="0" i="0" cap="all" baseline="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228594" indent="-228594">
              <a:buFontTx/>
              <a:buBlip>
                <a:blip>
                  <a:extLst>
                    <a:ext uri="{96DAC541-7B7A-43D3-8B79-37D633B846F1}">
                      <asvg:svgBlip xmlns:asvg="http://schemas.microsoft.com/office/drawing/2016/SVG/main" r:embed="rId2"/>
                    </a:ext>
                  </a:extLst>
                </a:blip>
              </a:buBlip>
              <a:defRPr sz="1067"/>
            </a:lvl2pPr>
            <a:lvl3pPr>
              <a:lnSpc>
                <a:spcPct val="110000"/>
              </a:lnSpc>
              <a:defRPr sz="1067">
                <a:latin typeface="+mj-lt"/>
              </a:defRPr>
            </a:lvl3pPr>
            <a:lvl4pPr>
              <a:defRPr sz="1333"/>
            </a:lvl4pPr>
            <a:lvl5pPr>
              <a:defRPr sz="1333"/>
            </a:lvl5pPr>
          </a:lstStyle>
          <a:p>
            <a:pPr lvl="0"/>
            <a:r>
              <a:rPr lang="en-US" noProof="0" dirty="0"/>
              <a:t>01</a:t>
            </a:r>
          </a:p>
        </p:txBody>
      </p:sp>
      <p:sp>
        <p:nvSpPr>
          <p:cNvPr id="18" name="Espace réservé du texte 4">
            <a:extLst>
              <a:ext uri="{FF2B5EF4-FFF2-40B4-BE49-F238E27FC236}">
                <a16:creationId xmlns:a16="http://schemas.microsoft.com/office/drawing/2014/main" id="{09C6DAE5-28F5-4BE0-9DAE-75B6B0AC968B}"/>
              </a:ext>
            </a:extLst>
          </p:cNvPr>
          <p:cNvSpPr>
            <a:spLocks noGrp="1"/>
          </p:cNvSpPr>
          <p:nvPr>
            <p:ph type="body" sz="quarter" idx="24"/>
          </p:nvPr>
        </p:nvSpPr>
        <p:spPr>
          <a:xfrm>
            <a:off x="4033427" y="1519091"/>
            <a:ext cx="1178053" cy="531256"/>
          </a:xfrm>
        </p:spPr>
        <p:txBody>
          <a:bodyPr anchor="b">
            <a:noAutofit/>
          </a:bodyPr>
          <a:lstStyle>
            <a:lvl1pPr algn="r">
              <a:lnSpc>
                <a:spcPct val="110000"/>
              </a:lnSpc>
              <a:defRPr sz="1067" cap="all" baseline="0">
                <a:solidFill>
                  <a:schemeClr val="tx1"/>
                </a:solidFill>
              </a:defRPr>
            </a:lvl1pPr>
            <a:lvl2pPr marL="228594" indent="-228594">
              <a:buFontTx/>
              <a:buBlip>
                <a:blip>
                  <a:extLst>
                    <a:ext uri="{96DAC541-7B7A-43D3-8B79-37D633B846F1}">
                      <asvg:svgBlip xmlns:asvg="http://schemas.microsoft.com/office/drawing/2016/SVG/main" r:embed="rId2"/>
                    </a:ext>
                  </a:extLst>
                </a:blip>
              </a:buBlip>
              <a:defRPr sz="1067"/>
            </a:lvl2pPr>
            <a:lvl3pPr>
              <a:lnSpc>
                <a:spcPct val="110000"/>
              </a:lnSpc>
              <a:defRPr sz="1067">
                <a:latin typeface="+mj-lt"/>
              </a:defRPr>
            </a:lvl3pPr>
            <a:lvl4pPr>
              <a:defRPr sz="1333"/>
            </a:lvl4pPr>
            <a:lvl5pPr>
              <a:defRPr sz="1333"/>
            </a:lvl5pPr>
          </a:lstStyle>
          <a:p>
            <a:pPr lvl="0"/>
            <a:r>
              <a:rPr lang="en-US" noProof="0"/>
              <a:t>Click to edit Master text styles</a:t>
            </a:r>
          </a:p>
        </p:txBody>
      </p:sp>
      <p:sp>
        <p:nvSpPr>
          <p:cNvPr id="19" name="Espace réservé du texte 4">
            <a:extLst>
              <a:ext uri="{FF2B5EF4-FFF2-40B4-BE49-F238E27FC236}">
                <a16:creationId xmlns:a16="http://schemas.microsoft.com/office/drawing/2014/main" id="{DB385219-3623-4C80-90CB-E73147176A63}"/>
              </a:ext>
            </a:extLst>
          </p:cNvPr>
          <p:cNvSpPr>
            <a:spLocks noGrp="1"/>
          </p:cNvSpPr>
          <p:nvPr>
            <p:ph type="body" sz="quarter" idx="25"/>
          </p:nvPr>
        </p:nvSpPr>
        <p:spPr>
          <a:xfrm>
            <a:off x="5402083" y="4587063"/>
            <a:ext cx="1379716" cy="419247"/>
          </a:xfrm>
        </p:spPr>
        <p:txBody>
          <a:bodyPr/>
          <a:lstStyle>
            <a:lvl1pPr algn="l">
              <a:lnSpc>
                <a:spcPct val="125000"/>
              </a:lnSpc>
              <a:defRPr sz="1600">
                <a:solidFill>
                  <a:schemeClr val="accent2"/>
                </a:solidFill>
              </a:defRPr>
            </a:lvl1pPr>
            <a:lvl2pPr marL="0" indent="0">
              <a:lnSpc>
                <a:spcPts val="1600"/>
              </a:lnSpc>
              <a:spcAft>
                <a:spcPts val="533"/>
              </a:spcAft>
              <a:buFont typeface="Arial" panose="020B0604020202020204" pitchFamily="34" charset="0"/>
              <a:buNone/>
              <a:defRPr sz="1467">
                <a:solidFill>
                  <a:schemeClr val="accent2"/>
                </a:solidFill>
              </a:defRPr>
            </a:lvl2pPr>
            <a:lvl3pPr>
              <a:lnSpc>
                <a:spcPct val="110000"/>
              </a:lnSpc>
              <a:defRPr sz="1067">
                <a:latin typeface="+mj-lt"/>
              </a:defRPr>
            </a:lvl3pPr>
            <a:lvl4pPr>
              <a:defRPr sz="1333"/>
            </a:lvl4pPr>
            <a:lvl5pPr>
              <a:defRPr sz="1333"/>
            </a:lvl5pPr>
          </a:lstStyle>
          <a:p>
            <a:pPr lvl="0"/>
            <a:r>
              <a:rPr lang="en-US" noProof="0"/>
              <a:t>Click to edit Master text styles</a:t>
            </a:r>
          </a:p>
        </p:txBody>
      </p:sp>
      <p:sp>
        <p:nvSpPr>
          <p:cNvPr id="20" name="Espace réservé pour une image  15">
            <a:extLst>
              <a:ext uri="{FF2B5EF4-FFF2-40B4-BE49-F238E27FC236}">
                <a16:creationId xmlns:a16="http://schemas.microsoft.com/office/drawing/2014/main" id="{E7DD041E-74AB-4E79-8DE2-875A9F1E7DB5}"/>
              </a:ext>
            </a:extLst>
          </p:cNvPr>
          <p:cNvSpPr>
            <a:spLocks noGrp="1"/>
          </p:cNvSpPr>
          <p:nvPr>
            <p:ph type="pic" sz="quarter" idx="26"/>
          </p:nvPr>
        </p:nvSpPr>
        <p:spPr>
          <a:xfrm>
            <a:off x="7061999" y="2468972"/>
            <a:ext cx="1379716" cy="1819200"/>
          </a:xfrm>
        </p:spPr>
        <p:txBody>
          <a:bodyPr>
            <a:noAutofit/>
          </a:bodyPr>
          <a:lstStyle>
            <a:lvl1pPr>
              <a:defRPr>
                <a:noFill/>
              </a:defRPr>
            </a:lvl1pPr>
          </a:lstStyle>
          <a:p>
            <a:r>
              <a:rPr lang="en-US" noProof="0"/>
              <a:t>Click icon to add picture</a:t>
            </a:r>
          </a:p>
        </p:txBody>
      </p:sp>
      <p:sp>
        <p:nvSpPr>
          <p:cNvPr id="21" name="Espace réservé du texte 4">
            <a:extLst>
              <a:ext uri="{FF2B5EF4-FFF2-40B4-BE49-F238E27FC236}">
                <a16:creationId xmlns:a16="http://schemas.microsoft.com/office/drawing/2014/main" id="{065977EE-862D-4B7C-8337-FDC6002343A7}"/>
              </a:ext>
            </a:extLst>
          </p:cNvPr>
          <p:cNvSpPr>
            <a:spLocks noGrp="1"/>
          </p:cNvSpPr>
          <p:nvPr>
            <p:ph type="body" sz="quarter" idx="27" hasCustomPrompt="1"/>
          </p:nvPr>
        </p:nvSpPr>
        <p:spPr>
          <a:xfrm>
            <a:off x="7061999" y="1584820"/>
            <a:ext cx="1379715" cy="532283"/>
          </a:xfrm>
        </p:spPr>
        <p:txBody>
          <a:bodyPr/>
          <a:lstStyle>
            <a:lvl1pPr algn="l">
              <a:lnSpc>
                <a:spcPct val="110000"/>
              </a:lnSpc>
              <a:defRPr sz="3467" b="0" i="0" cap="all" baseline="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228594" indent="-228594">
              <a:buFontTx/>
              <a:buBlip>
                <a:blip>
                  <a:extLst>
                    <a:ext uri="{96DAC541-7B7A-43D3-8B79-37D633B846F1}">
                      <asvg:svgBlip xmlns:asvg="http://schemas.microsoft.com/office/drawing/2016/SVG/main" r:embed="rId2"/>
                    </a:ext>
                  </a:extLst>
                </a:blip>
              </a:buBlip>
              <a:defRPr sz="1067"/>
            </a:lvl2pPr>
            <a:lvl3pPr>
              <a:lnSpc>
                <a:spcPct val="110000"/>
              </a:lnSpc>
              <a:defRPr sz="1067">
                <a:latin typeface="+mj-lt"/>
              </a:defRPr>
            </a:lvl3pPr>
            <a:lvl4pPr>
              <a:defRPr sz="1333"/>
            </a:lvl4pPr>
            <a:lvl5pPr>
              <a:defRPr sz="1333"/>
            </a:lvl5pPr>
          </a:lstStyle>
          <a:p>
            <a:pPr lvl="0"/>
            <a:r>
              <a:rPr lang="en-US" noProof="0" dirty="0"/>
              <a:t>02</a:t>
            </a:r>
          </a:p>
        </p:txBody>
      </p:sp>
      <p:sp>
        <p:nvSpPr>
          <p:cNvPr id="23" name="Espace réservé pour une image  15">
            <a:extLst>
              <a:ext uri="{FF2B5EF4-FFF2-40B4-BE49-F238E27FC236}">
                <a16:creationId xmlns:a16="http://schemas.microsoft.com/office/drawing/2014/main" id="{F89C23CF-B6A6-47AA-A07B-24B1AE35C570}"/>
              </a:ext>
            </a:extLst>
          </p:cNvPr>
          <p:cNvSpPr>
            <a:spLocks noGrp="1"/>
          </p:cNvSpPr>
          <p:nvPr>
            <p:ph type="pic" sz="quarter" idx="29"/>
          </p:nvPr>
        </p:nvSpPr>
        <p:spPr>
          <a:xfrm>
            <a:off x="8721915" y="2468972"/>
            <a:ext cx="1379716" cy="1819200"/>
          </a:xfrm>
        </p:spPr>
        <p:txBody>
          <a:bodyPr>
            <a:noAutofit/>
          </a:bodyPr>
          <a:lstStyle>
            <a:lvl1pPr>
              <a:defRPr>
                <a:noFill/>
              </a:defRPr>
            </a:lvl1pPr>
          </a:lstStyle>
          <a:p>
            <a:r>
              <a:rPr lang="en-US" noProof="0"/>
              <a:t>Click icon to add picture</a:t>
            </a:r>
          </a:p>
        </p:txBody>
      </p:sp>
      <p:sp>
        <p:nvSpPr>
          <p:cNvPr id="24" name="Espace réservé du texte 4">
            <a:extLst>
              <a:ext uri="{FF2B5EF4-FFF2-40B4-BE49-F238E27FC236}">
                <a16:creationId xmlns:a16="http://schemas.microsoft.com/office/drawing/2014/main" id="{637D886D-DA77-4D52-A839-266F7AEEBCE1}"/>
              </a:ext>
            </a:extLst>
          </p:cNvPr>
          <p:cNvSpPr>
            <a:spLocks noGrp="1"/>
          </p:cNvSpPr>
          <p:nvPr>
            <p:ph type="body" sz="quarter" idx="30" hasCustomPrompt="1"/>
          </p:nvPr>
        </p:nvSpPr>
        <p:spPr>
          <a:xfrm>
            <a:off x="8721914" y="1584820"/>
            <a:ext cx="1379713" cy="532283"/>
          </a:xfrm>
        </p:spPr>
        <p:txBody>
          <a:bodyPr/>
          <a:lstStyle>
            <a:lvl1pPr algn="l">
              <a:lnSpc>
                <a:spcPct val="110000"/>
              </a:lnSpc>
              <a:defRPr sz="3467" b="0" i="0" cap="all" baseline="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228594" indent="-228594">
              <a:buFontTx/>
              <a:buBlip>
                <a:blip>
                  <a:extLst>
                    <a:ext uri="{96DAC541-7B7A-43D3-8B79-37D633B846F1}">
                      <asvg:svgBlip xmlns:asvg="http://schemas.microsoft.com/office/drawing/2016/SVG/main" r:embed="rId2"/>
                    </a:ext>
                  </a:extLst>
                </a:blip>
              </a:buBlip>
              <a:defRPr sz="1067"/>
            </a:lvl2pPr>
            <a:lvl3pPr>
              <a:lnSpc>
                <a:spcPct val="110000"/>
              </a:lnSpc>
              <a:defRPr sz="1067">
                <a:latin typeface="+mj-lt"/>
              </a:defRPr>
            </a:lvl3pPr>
            <a:lvl4pPr>
              <a:defRPr sz="1333"/>
            </a:lvl4pPr>
            <a:lvl5pPr>
              <a:defRPr sz="1333"/>
            </a:lvl5pPr>
          </a:lstStyle>
          <a:p>
            <a:pPr lvl="0"/>
            <a:r>
              <a:rPr lang="en-US" noProof="0" dirty="0"/>
              <a:t>03</a:t>
            </a:r>
          </a:p>
        </p:txBody>
      </p:sp>
      <p:sp>
        <p:nvSpPr>
          <p:cNvPr id="26" name="Espace réservé pour une image  15">
            <a:extLst>
              <a:ext uri="{FF2B5EF4-FFF2-40B4-BE49-F238E27FC236}">
                <a16:creationId xmlns:a16="http://schemas.microsoft.com/office/drawing/2014/main" id="{4D28439E-7746-4AA1-A924-0AEC11614B84}"/>
              </a:ext>
            </a:extLst>
          </p:cNvPr>
          <p:cNvSpPr>
            <a:spLocks noGrp="1"/>
          </p:cNvSpPr>
          <p:nvPr>
            <p:ph type="pic" sz="quarter" idx="32"/>
          </p:nvPr>
        </p:nvSpPr>
        <p:spPr>
          <a:xfrm>
            <a:off x="10381831" y="2468972"/>
            <a:ext cx="1379716" cy="1819200"/>
          </a:xfrm>
        </p:spPr>
        <p:txBody>
          <a:bodyPr>
            <a:noAutofit/>
          </a:bodyPr>
          <a:lstStyle>
            <a:lvl1pPr>
              <a:defRPr>
                <a:noFill/>
              </a:defRPr>
            </a:lvl1pPr>
          </a:lstStyle>
          <a:p>
            <a:r>
              <a:rPr lang="en-US" noProof="0"/>
              <a:t>Click icon to add picture</a:t>
            </a:r>
          </a:p>
        </p:txBody>
      </p:sp>
      <p:sp>
        <p:nvSpPr>
          <p:cNvPr id="27" name="Espace réservé du texte 4">
            <a:extLst>
              <a:ext uri="{FF2B5EF4-FFF2-40B4-BE49-F238E27FC236}">
                <a16:creationId xmlns:a16="http://schemas.microsoft.com/office/drawing/2014/main" id="{40E34842-79F1-492E-A94C-F1F0DECB7DB2}"/>
              </a:ext>
            </a:extLst>
          </p:cNvPr>
          <p:cNvSpPr>
            <a:spLocks noGrp="1"/>
          </p:cNvSpPr>
          <p:nvPr>
            <p:ph type="body" sz="quarter" idx="33" hasCustomPrompt="1"/>
          </p:nvPr>
        </p:nvSpPr>
        <p:spPr>
          <a:xfrm>
            <a:off x="10381830" y="1584820"/>
            <a:ext cx="1379713" cy="532283"/>
          </a:xfrm>
        </p:spPr>
        <p:txBody>
          <a:bodyPr/>
          <a:lstStyle>
            <a:lvl1pPr algn="l">
              <a:lnSpc>
                <a:spcPct val="110000"/>
              </a:lnSpc>
              <a:defRPr sz="3467" b="0" i="0" cap="all" baseline="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228594" indent="-228594">
              <a:buFontTx/>
              <a:buBlip>
                <a:blip>
                  <a:extLst>
                    <a:ext uri="{96DAC541-7B7A-43D3-8B79-37D633B846F1}">
                      <asvg:svgBlip xmlns:asvg="http://schemas.microsoft.com/office/drawing/2016/SVG/main" r:embed="rId2"/>
                    </a:ext>
                  </a:extLst>
                </a:blip>
              </a:buBlip>
              <a:defRPr sz="1067"/>
            </a:lvl2pPr>
            <a:lvl3pPr>
              <a:lnSpc>
                <a:spcPct val="110000"/>
              </a:lnSpc>
              <a:defRPr sz="1067">
                <a:latin typeface="+mj-lt"/>
              </a:defRPr>
            </a:lvl3pPr>
            <a:lvl4pPr>
              <a:defRPr sz="1333"/>
            </a:lvl4pPr>
            <a:lvl5pPr>
              <a:defRPr sz="1333"/>
            </a:lvl5pPr>
          </a:lstStyle>
          <a:p>
            <a:pPr lvl="0"/>
            <a:r>
              <a:rPr lang="en-US" noProof="0" dirty="0"/>
              <a:t>04</a:t>
            </a:r>
          </a:p>
        </p:txBody>
      </p:sp>
      <p:sp>
        <p:nvSpPr>
          <p:cNvPr id="33" name="Espace réservé du texte 4">
            <a:extLst>
              <a:ext uri="{FF2B5EF4-FFF2-40B4-BE49-F238E27FC236}">
                <a16:creationId xmlns:a16="http://schemas.microsoft.com/office/drawing/2014/main" id="{3DDB0039-9DEF-41FA-9376-CCCD184F46B0}"/>
              </a:ext>
            </a:extLst>
          </p:cNvPr>
          <p:cNvSpPr>
            <a:spLocks noGrp="1"/>
          </p:cNvSpPr>
          <p:nvPr>
            <p:ph type="body" sz="quarter" idx="35"/>
          </p:nvPr>
        </p:nvSpPr>
        <p:spPr>
          <a:xfrm>
            <a:off x="5402083" y="5039497"/>
            <a:ext cx="1379716" cy="419247"/>
          </a:xfrm>
        </p:spPr>
        <p:txBody>
          <a:bodyPr/>
          <a:lstStyle>
            <a:lvl1pPr algn="l">
              <a:lnSpc>
                <a:spcPct val="125000"/>
              </a:lnSpc>
              <a:defRPr sz="1067">
                <a:solidFill>
                  <a:schemeClr val="tx1"/>
                </a:solidFill>
              </a:defRPr>
            </a:lvl1pPr>
            <a:lvl2pPr marL="0" indent="0">
              <a:lnSpc>
                <a:spcPts val="1600"/>
              </a:lnSpc>
              <a:spcAft>
                <a:spcPts val="533"/>
              </a:spcAft>
              <a:buFont typeface="Arial" panose="020B0604020202020204" pitchFamily="34" charset="0"/>
              <a:buNone/>
              <a:defRPr sz="933">
                <a:solidFill>
                  <a:schemeClr val="tx1"/>
                </a:solidFill>
              </a:defRPr>
            </a:lvl2pPr>
            <a:lvl3pPr>
              <a:lnSpc>
                <a:spcPct val="110000"/>
              </a:lnSpc>
              <a:defRPr sz="1067">
                <a:latin typeface="+mj-lt"/>
              </a:defRPr>
            </a:lvl3pPr>
            <a:lvl4pPr>
              <a:defRPr sz="1333"/>
            </a:lvl4pPr>
            <a:lvl5pPr>
              <a:defRPr sz="1333"/>
            </a:lvl5pPr>
          </a:lstStyle>
          <a:p>
            <a:pPr lvl="0"/>
            <a:r>
              <a:rPr lang="en-US" noProof="0"/>
              <a:t>Click to edit Master text styles</a:t>
            </a:r>
          </a:p>
        </p:txBody>
      </p:sp>
      <p:sp>
        <p:nvSpPr>
          <p:cNvPr id="34" name="Espace réservé du texte 4">
            <a:extLst>
              <a:ext uri="{FF2B5EF4-FFF2-40B4-BE49-F238E27FC236}">
                <a16:creationId xmlns:a16="http://schemas.microsoft.com/office/drawing/2014/main" id="{9F3CCA0F-99FD-49EB-AD69-BB3D91D198E7}"/>
              </a:ext>
            </a:extLst>
          </p:cNvPr>
          <p:cNvSpPr>
            <a:spLocks noGrp="1"/>
          </p:cNvSpPr>
          <p:nvPr>
            <p:ph type="body" sz="quarter" idx="36"/>
          </p:nvPr>
        </p:nvSpPr>
        <p:spPr>
          <a:xfrm>
            <a:off x="7061998" y="4587063"/>
            <a:ext cx="1379716" cy="419247"/>
          </a:xfrm>
        </p:spPr>
        <p:txBody>
          <a:bodyPr/>
          <a:lstStyle>
            <a:lvl1pPr algn="l">
              <a:lnSpc>
                <a:spcPct val="125000"/>
              </a:lnSpc>
              <a:defRPr sz="1600">
                <a:solidFill>
                  <a:schemeClr val="accent2"/>
                </a:solidFill>
              </a:defRPr>
            </a:lvl1pPr>
            <a:lvl2pPr marL="0" indent="0">
              <a:lnSpc>
                <a:spcPts val="1600"/>
              </a:lnSpc>
              <a:spcAft>
                <a:spcPts val="533"/>
              </a:spcAft>
              <a:buFont typeface="Arial" panose="020B0604020202020204" pitchFamily="34" charset="0"/>
              <a:buNone/>
              <a:defRPr sz="1467">
                <a:solidFill>
                  <a:schemeClr val="accent2"/>
                </a:solidFill>
              </a:defRPr>
            </a:lvl2pPr>
            <a:lvl3pPr>
              <a:lnSpc>
                <a:spcPct val="110000"/>
              </a:lnSpc>
              <a:defRPr sz="1067">
                <a:latin typeface="+mj-lt"/>
              </a:defRPr>
            </a:lvl3pPr>
            <a:lvl4pPr>
              <a:defRPr sz="1333"/>
            </a:lvl4pPr>
            <a:lvl5pPr>
              <a:defRPr sz="1333"/>
            </a:lvl5pPr>
          </a:lstStyle>
          <a:p>
            <a:pPr lvl="0"/>
            <a:r>
              <a:rPr lang="en-US" noProof="0"/>
              <a:t>Click to edit Master text styles</a:t>
            </a:r>
          </a:p>
        </p:txBody>
      </p:sp>
      <p:sp>
        <p:nvSpPr>
          <p:cNvPr id="35" name="Espace réservé du texte 4">
            <a:extLst>
              <a:ext uri="{FF2B5EF4-FFF2-40B4-BE49-F238E27FC236}">
                <a16:creationId xmlns:a16="http://schemas.microsoft.com/office/drawing/2014/main" id="{2E47962C-C9E2-4FED-BEA8-B8A7A8DD496C}"/>
              </a:ext>
            </a:extLst>
          </p:cNvPr>
          <p:cNvSpPr>
            <a:spLocks noGrp="1"/>
          </p:cNvSpPr>
          <p:nvPr>
            <p:ph type="body" sz="quarter" idx="37"/>
          </p:nvPr>
        </p:nvSpPr>
        <p:spPr>
          <a:xfrm>
            <a:off x="7061998" y="5039497"/>
            <a:ext cx="1379716" cy="419247"/>
          </a:xfrm>
        </p:spPr>
        <p:txBody>
          <a:bodyPr/>
          <a:lstStyle>
            <a:lvl1pPr algn="l">
              <a:lnSpc>
                <a:spcPct val="125000"/>
              </a:lnSpc>
              <a:defRPr sz="1067">
                <a:solidFill>
                  <a:schemeClr val="tx1"/>
                </a:solidFill>
              </a:defRPr>
            </a:lvl1pPr>
            <a:lvl2pPr marL="0" indent="0">
              <a:lnSpc>
                <a:spcPts val="1600"/>
              </a:lnSpc>
              <a:spcAft>
                <a:spcPts val="533"/>
              </a:spcAft>
              <a:buFont typeface="Arial" panose="020B0604020202020204" pitchFamily="34" charset="0"/>
              <a:buNone/>
              <a:defRPr sz="933">
                <a:solidFill>
                  <a:schemeClr val="tx1"/>
                </a:solidFill>
              </a:defRPr>
            </a:lvl2pPr>
            <a:lvl3pPr>
              <a:lnSpc>
                <a:spcPct val="110000"/>
              </a:lnSpc>
              <a:defRPr sz="1067">
                <a:latin typeface="+mj-lt"/>
              </a:defRPr>
            </a:lvl3pPr>
            <a:lvl4pPr>
              <a:defRPr sz="1333"/>
            </a:lvl4pPr>
            <a:lvl5pPr>
              <a:defRPr sz="1333"/>
            </a:lvl5pPr>
          </a:lstStyle>
          <a:p>
            <a:pPr lvl="0"/>
            <a:r>
              <a:rPr lang="en-US" noProof="0"/>
              <a:t>Click to edit Master text styles</a:t>
            </a:r>
          </a:p>
        </p:txBody>
      </p:sp>
      <p:sp>
        <p:nvSpPr>
          <p:cNvPr id="36" name="Espace réservé du texte 4">
            <a:extLst>
              <a:ext uri="{FF2B5EF4-FFF2-40B4-BE49-F238E27FC236}">
                <a16:creationId xmlns:a16="http://schemas.microsoft.com/office/drawing/2014/main" id="{4F25B19E-3945-49B3-BEAB-C69BF39E2303}"/>
              </a:ext>
            </a:extLst>
          </p:cNvPr>
          <p:cNvSpPr>
            <a:spLocks noGrp="1"/>
          </p:cNvSpPr>
          <p:nvPr>
            <p:ph type="body" sz="quarter" idx="38"/>
          </p:nvPr>
        </p:nvSpPr>
        <p:spPr>
          <a:xfrm>
            <a:off x="8721911" y="4587063"/>
            <a:ext cx="1379716" cy="419247"/>
          </a:xfrm>
        </p:spPr>
        <p:txBody>
          <a:bodyPr/>
          <a:lstStyle>
            <a:lvl1pPr algn="l">
              <a:lnSpc>
                <a:spcPct val="125000"/>
              </a:lnSpc>
              <a:defRPr sz="1600">
                <a:solidFill>
                  <a:schemeClr val="accent2"/>
                </a:solidFill>
              </a:defRPr>
            </a:lvl1pPr>
            <a:lvl2pPr marL="0" indent="0">
              <a:lnSpc>
                <a:spcPts val="1600"/>
              </a:lnSpc>
              <a:spcAft>
                <a:spcPts val="533"/>
              </a:spcAft>
              <a:buFont typeface="Arial" panose="020B0604020202020204" pitchFamily="34" charset="0"/>
              <a:buNone/>
              <a:defRPr sz="1467">
                <a:solidFill>
                  <a:schemeClr val="accent2"/>
                </a:solidFill>
              </a:defRPr>
            </a:lvl2pPr>
            <a:lvl3pPr>
              <a:lnSpc>
                <a:spcPct val="110000"/>
              </a:lnSpc>
              <a:defRPr sz="1067">
                <a:latin typeface="+mj-lt"/>
              </a:defRPr>
            </a:lvl3pPr>
            <a:lvl4pPr>
              <a:defRPr sz="1333"/>
            </a:lvl4pPr>
            <a:lvl5pPr>
              <a:defRPr sz="1333"/>
            </a:lvl5pPr>
          </a:lstStyle>
          <a:p>
            <a:pPr lvl="0"/>
            <a:r>
              <a:rPr lang="en-US" noProof="0"/>
              <a:t>Click to edit Master text styles</a:t>
            </a:r>
          </a:p>
        </p:txBody>
      </p:sp>
      <p:sp>
        <p:nvSpPr>
          <p:cNvPr id="37" name="Espace réservé du texte 4">
            <a:extLst>
              <a:ext uri="{FF2B5EF4-FFF2-40B4-BE49-F238E27FC236}">
                <a16:creationId xmlns:a16="http://schemas.microsoft.com/office/drawing/2014/main" id="{39A64BFA-75AB-499E-A131-9140B81690A0}"/>
              </a:ext>
            </a:extLst>
          </p:cNvPr>
          <p:cNvSpPr>
            <a:spLocks noGrp="1"/>
          </p:cNvSpPr>
          <p:nvPr>
            <p:ph type="body" sz="quarter" idx="39"/>
          </p:nvPr>
        </p:nvSpPr>
        <p:spPr>
          <a:xfrm>
            <a:off x="8721911" y="5039497"/>
            <a:ext cx="1379716" cy="419247"/>
          </a:xfrm>
        </p:spPr>
        <p:txBody>
          <a:bodyPr/>
          <a:lstStyle>
            <a:lvl1pPr algn="l">
              <a:lnSpc>
                <a:spcPct val="125000"/>
              </a:lnSpc>
              <a:defRPr sz="1067">
                <a:solidFill>
                  <a:schemeClr val="tx1"/>
                </a:solidFill>
              </a:defRPr>
            </a:lvl1pPr>
            <a:lvl2pPr marL="0" indent="0">
              <a:lnSpc>
                <a:spcPts val="1600"/>
              </a:lnSpc>
              <a:spcAft>
                <a:spcPts val="533"/>
              </a:spcAft>
              <a:buFont typeface="Arial" panose="020B0604020202020204" pitchFamily="34" charset="0"/>
              <a:buNone/>
              <a:defRPr sz="933">
                <a:solidFill>
                  <a:schemeClr val="tx1"/>
                </a:solidFill>
              </a:defRPr>
            </a:lvl2pPr>
            <a:lvl3pPr>
              <a:lnSpc>
                <a:spcPct val="110000"/>
              </a:lnSpc>
              <a:defRPr sz="1067">
                <a:latin typeface="+mj-lt"/>
              </a:defRPr>
            </a:lvl3pPr>
            <a:lvl4pPr>
              <a:defRPr sz="1333"/>
            </a:lvl4pPr>
            <a:lvl5pPr>
              <a:defRPr sz="1333"/>
            </a:lvl5pPr>
          </a:lstStyle>
          <a:p>
            <a:pPr lvl="0"/>
            <a:r>
              <a:rPr lang="en-US" noProof="0"/>
              <a:t>Click to edit Master text styles</a:t>
            </a:r>
          </a:p>
        </p:txBody>
      </p:sp>
      <p:sp>
        <p:nvSpPr>
          <p:cNvPr id="38" name="Espace réservé du texte 4">
            <a:extLst>
              <a:ext uri="{FF2B5EF4-FFF2-40B4-BE49-F238E27FC236}">
                <a16:creationId xmlns:a16="http://schemas.microsoft.com/office/drawing/2014/main" id="{3B5F3F20-0254-4AB0-8E67-4CD251DE7CC0}"/>
              </a:ext>
            </a:extLst>
          </p:cNvPr>
          <p:cNvSpPr>
            <a:spLocks noGrp="1"/>
          </p:cNvSpPr>
          <p:nvPr>
            <p:ph type="body" sz="quarter" idx="40"/>
          </p:nvPr>
        </p:nvSpPr>
        <p:spPr>
          <a:xfrm>
            <a:off x="10381823" y="4587063"/>
            <a:ext cx="1379716" cy="419247"/>
          </a:xfrm>
        </p:spPr>
        <p:txBody>
          <a:bodyPr/>
          <a:lstStyle>
            <a:lvl1pPr algn="l">
              <a:lnSpc>
                <a:spcPct val="125000"/>
              </a:lnSpc>
              <a:defRPr sz="1600">
                <a:solidFill>
                  <a:schemeClr val="accent2"/>
                </a:solidFill>
              </a:defRPr>
            </a:lvl1pPr>
            <a:lvl2pPr marL="0" indent="0">
              <a:lnSpc>
                <a:spcPts val="1600"/>
              </a:lnSpc>
              <a:spcAft>
                <a:spcPts val="533"/>
              </a:spcAft>
              <a:buFont typeface="Arial" panose="020B0604020202020204" pitchFamily="34" charset="0"/>
              <a:buNone/>
              <a:defRPr sz="1467">
                <a:solidFill>
                  <a:schemeClr val="accent2"/>
                </a:solidFill>
              </a:defRPr>
            </a:lvl2pPr>
            <a:lvl3pPr>
              <a:lnSpc>
                <a:spcPct val="110000"/>
              </a:lnSpc>
              <a:defRPr sz="1067">
                <a:latin typeface="+mj-lt"/>
              </a:defRPr>
            </a:lvl3pPr>
            <a:lvl4pPr>
              <a:defRPr sz="1333"/>
            </a:lvl4pPr>
            <a:lvl5pPr>
              <a:defRPr sz="1333"/>
            </a:lvl5pPr>
          </a:lstStyle>
          <a:p>
            <a:pPr lvl="0"/>
            <a:r>
              <a:rPr lang="en-US" noProof="0"/>
              <a:t>Click to edit Master text styles</a:t>
            </a:r>
          </a:p>
        </p:txBody>
      </p:sp>
      <p:sp>
        <p:nvSpPr>
          <p:cNvPr id="39" name="Espace réservé du texte 4">
            <a:extLst>
              <a:ext uri="{FF2B5EF4-FFF2-40B4-BE49-F238E27FC236}">
                <a16:creationId xmlns:a16="http://schemas.microsoft.com/office/drawing/2014/main" id="{71337317-15B9-4EF3-81D5-FE9D001892D3}"/>
              </a:ext>
            </a:extLst>
          </p:cNvPr>
          <p:cNvSpPr>
            <a:spLocks noGrp="1"/>
          </p:cNvSpPr>
          <p:nvPr>
            <p:ph type="body" sz="quarter" idx="41"/>
          </p:nvPr>
        </p:nvSpPr>
        <p:spPr>
          <a:xfrm>
            <a:off x="10381823" y="5039497"/>
            <a:ext cx="1379716" cy="419247"/>
          </a:xfrm>
        </p:spPr>
        <p:txBody>
          <a:bodyPr/>
          <a:lstStyle>
            <a:lvl1pPr algn="l">
              <a:lnSpc>
                <a:spcPct val="125000"/>
              </a:lnSpc>
              <a:defRPr sz="1067">
                <a:solidFill>
                  <a:schemeClr val="tx1"/>
                </a:solidFill>
              </a:defRPr>
            </a:lvl1pPr>
            <a:lvl2pPr marL="0" indent="0">
              <a:lnSpc>
                <a:spcPts val="1600"/>
              </a:lnSpc>
              <a:spcAft>
                <a:spcPts val="533"/>
              </a:spcAft>
              <a:buFont typeface="Arial" panose="020B0604020202020204" pitchFamily="34" charset="0"/>
              <a:buNone/>
              <a:defRPr sz="933">
                <a:solidFill>
                  <a:schemeClr val="tx1"/>
                </a:solidFill>
              </a:defRPr>
            </a:lvl2pPr>
            <a:lvl3pPr>
              <a:lnSpc>
                <a:spcPct val="110000"/>
              </a:lnSpc>
              <a:defRPr sz="1067">
                <a:latin typeface="+mj-lt"/>
              </a:defRPr>
            </a:lvl3pPr>
            <a:lvl4pPr>
              <a:defRPr sz="1333"/>
            </a:lvl4pPr>
            <a:lvl5pPr>
              <a:defRPr sz="1333"/>
            </a:lvl5pPr>
          </a:lstStyle>
          <a:p>
            <a:pPr lvl="0"/>
            <a:r>
              <a:rPr lang="en-US" noProof="0"/>
              <a:t>Click to edit Master text styles</a:t>
            </a:r>
          </a:p>
        </p:txBody>
      </p:sp>
      <p:sp>
        <p:nvSpPr>
          <p:cNvPr id="28" name="Espace réservé du texte 5">
            <a:extLst>
              <a:ext uri="{FF2B5EF4-FFF2-40B4-BE49-F238E27FC236}">
                <a16:creationId xmlns:a16="http://schemas.microsoft.com/office/drawing/2014/main" id="{D7CFAE1A-FA8C-4F51-A655-9E0F02F24118}"/>
              </a:ext>
            </a:extLst>
          </p:cNvPr>
          <p:cNvSpPr>
            <a:spLocks noGrp="1"/>
          </p:cNvSpPr>
          <p:nvPr>
            <p:ph type="body" sz="quarter" idx="18"/>
          </p:nvPr>
        </p:nvSpPr>
        <p:spPr>
          <a:xfrm>
            <a:off x="4033427" y="425183"/>
            <a:ext cx="7715547" cy="164148"/>
          </a:xfrm>
        </p:spPr>
        <p:txBody>
          <a:bodyPr wrap="square" anchor="t" anchorCtr="0">
            <a:spAutoFit/>
          </a:bodyPr>
          <a:lstStyle>
            <a:lvl1pPr algn="l">
              <a:lnSpc>
                <a:spcPct val="100000"/>
              </a:lnSpc>
              <a:spcAft>
                <a:spcPts val="0"/>
              </a:spcAft>
              <a:defRPr lang="fr-FR" sz="1067" b="0" i="0" kern="1200" dirty="0" err="1" smtClean="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algn="l">
              <a:lnSpc>
                <a:spcPct val="100000"/>
              </a:lnSpc>
              <a:spcBef>
                <a:spcPts val="400"/>
              </a:spcBef>
              <a:spcAft>
                <a:spcPts val="0"/>
              </a:spcAft>
              <a:defRPr sz="533" b="0" i="0" cap="all" baseline="0">
                <a:latin typeface="Verdana" panose="020B0604030504040204" pitchFamily="34" charset="0"/>
                <a:ea typeface="Verdana" panose="020B0604030504040204" pitchFamily="34" charset="0"/>
                <a:cs typeface="Verdana" panose="020B0604030504040204" pitchFamily="34" charset="0"/>
              </a:defRPr>
            </a:lvl2pPr>
            <a:lvl3pPr>
              <a:spcBef>
                <a:spcPts val="400"/>
              </a:spcBef>
              <a:tabLst>
                <a:tab pos="836063" algn="l"/>
              </a:tabLst>
              <a:defRPr sz="533"/>
            </a:lvl3pPr>
          </a:lstStyle>
          <a:p>
            <a:pPr lvl="0"/>
            <a:r>
              <a:rPr lang="en-US" noProof="0"/>
              <a:t>Click to edit Master text styles</a:t>
            </a:r>
          </a:p>
        </p:txBody>
      </p:sp>
      <p:sp>
        <p:nvSpPr>
          <p:cNvPr id="29" name="Espace réservé du texte 4">
            <a:extLst>
              <a:ext uri="{FF2B5EF4-FFF2-40B4-BE49-F238E27FC236}">
                <a16:creationId xmlns:a16="http://schemas.microsoft.com/office/drawing/2014/main" id="{5114C6CE-4866-474F-BF86-38E09FF9D45B}"/>
              </a:ext>
            </a:extLst>
          </p:cNvPr>
          <p:cNvSpPr>
            <a:spLocks noGrp="1"/>
          </p:cNvSpPr>
          <p:nvPr>
            <p:ph type="body" sz="quarter" idx="22"/>
          </p:nvPr>
        </p:nvSpPr>
        <p:spPr>
          <a:xfrm>
            <a:off x="444974" y="1577577"/>
            <a:ext cx="2824073" cy="492443"/>
          </a:xfrm>
        </p:spPr>
        <p:txBody>
          <a:bodyPr wrap="square">
            <a:spAutoFit/>
          </a:bodyPr>
          <a:lstStyle>
            <a:lvl1pPr>
              <a:lnSpc>
                <a:spcPct val="100000"/>
              </a:lnSpc>
              <a:spcAft>
                <a:spcPts val="0"/>
              </a:spcAft>
              <a:defRPr sz="1600" b="0" i="0">
                <a:solidFill>
                  <a:schemeClr val="bg1"/>
                </a:solidFill>
                <a:latin typeface="Verdana" panose="020B0604030504040204" pitchFamily="34" charset="0"/>
                <a:ea typeface="Verdana" panose="020B0604030504040204" pitchFamily="34" charset="0"/>
                <a:cs typeface="Verdana" panose="020B0604030504040204" pitchFamily="34" charset="0"/>
              </a:defRPr>
            </a:lvl1pPr>
            <a:lvl2pPr marL="0" indent="0">
              <a:spcBef>
                <a:spcPts val="533"/>
              </a:spcBef>
              <a:buFont typeface="Arial" panose="020B0604020202020204" pitchFamily="34" charset="0"/>
              <a:buNone/>
              <a:defRPr sz="1600"/>
            </a:lvl2pPr>
            <a:lvl3pPr>
              <a:lnSpc>
                <a:spcPct val="110000"/>
              </a:lnSpc>
              <a:defRPr lang="en-US" sz="1333" kern="1200" dirty="0" smtClean="0">
                <a:solidFill>
                  <a:schemeClr val="tx1"/>
                </a:solidFill>
                <a:latin typeface="Sanofi Sans 3 Regular"/>
                <a:ea typeface="+mn-ea"/>
                <a:cs typeface="+mn-cs"/>
              </a:defRPr>
            </a:lvl3pPr>
            <a:lvl4pPr>
              <a:defRPr sz="1333"/>
            </a:lvl4pPr>
            <a:lvl5pPr>
              <a:defRPr sz="1333"/>
            </a:lvl5pPr>
          </a:lstStyle>
          <a:p>
            <a:pPr lvl="0"/>
            <a:r>
              <a:rPr lang="en-US" noProof="0"/>
              <a:t>Click to edit Master text styles</a:t>
            </a:r>
          </a:p>
        </p:txBody>
      </p:sp>
      <p:sp>
        <p:nvSpPr>
          <p:cNvPr id="30" name="Text Placeholder 2">
            <a:extLst>
              <a:ext uri="{FF2B5EF4-FFF2-40B4-BE49-F238E27FC236}">
                <a16:creationId xmlns:a16="http://schemas.microsoft.com/office/drawing/2014/main" id="{351B796C-D9CF-43FC-A477-86A208BBE8F2}"/>
              </a:ext>
            </a:extLst>
          </p:cNvPr>
          <p:cNvSpPr>
            <a:spLocks noGrp="1"/>
          </p:cNvSpPr>
          <p:nvPr>
            <p:ph type="body" sz="quarter" idx="21"/>
          </p:nvPr>
        </p:nvSpPr>
        <p:spPr>
          <a:xfrm>
            <a:off x="442035" y="1943799"/>
            <a:ext cx="2827013" cy="4295223"/>
          </a:xfrm>
        </p:spPr>
        <p:txBody>
          <a:bodyPr/>
          <a:lstStyle>
            <a:lvl1pPr>
              <a:defRPr>
                <a:solidFill>
                  <a:schemeClr val="bg1"/>
                </a:solidFill>
              </a:defRPr>
            </a:lvl1pPr>
            <a:lvl2pPr marL="302392" indent="-302392">
              <a:buFontTx/>
              <a:buBlip>
                <a:blip r:embed="rId3"/>
              </a:buBlip>
              <a:defRPr>
                <a:solidFill>
                  <a:schemeClr val="bg1"/>
                </a:solidFill>
              </a:defRPr>
            </a:lvl2pPr>
            <a:lvl3pPr marL="609585" indent="-302392">
              <a:buFontTx/>
              <a:buBlip>
                <a:blip r:embed="rId3"/>
              </a:buBlip>
              <a:defRPr>
                <a:solidFill>
                  <a:schemeClr val="bg1"/>
                </a:solidFill>
              </a:defRPr>
            </a:lvl3pPr>
            <a:lvl4pPr marL="911977" indent="-302392">
              <a:buFontTx/>
              <a:buBlip>
                <a:blip r:embed="rId3"/>
              </a:buBlip>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AA7C93D6-412D-42D2-B4F0-861F3AFA4F71}"/>
              </a:ext>
            </a:extLst>
          </p:cNvPr>
          <p:cNvSpPr>
            <a:spLocks noGrp="1"/>
          </p:cNvSpPr>
          <p:nvPr>
            <p:ph type="title"/>
          </p:nvPr>
        </p:nvSpPr>
        <p:spPr>
          <a:xfrm>
            <a:off x="441600" y="710401"/>
            <a:ext cx="2827447" cy="748247"/>
          </a:xfrm>
        </p:spPr>
        <p:txBody>
          <a:bodyPr/>
          <a:lstStyle>
            <a:lvl1pPr>
              <a:defRPr>
                <a:solidFill>
                  <a:schemeClr val="bg1"/>
                </a:solidFill>
              </a:defRPr>
            </a:lvl1pPr>
          </a:lstStyle>
          <a:p>
            <a:r>
              <a:rPr lang="en-US"/>
              <a:t>Click to edit Master title style</a:t>
            </a:r>
            <a:endParaRPr lang="en-US" dirty="0"/>
          </a:p>
        </p:txBody>
      </p:sp>
      <p:grpSp>
        <p:nvGrpSpPr>
          <p:cNvPr id="31" name="Graphique 7">
            <a:extLst>
              <a:ext uri="{FF2B5EF4-FFF2-40B4-BE49-F238E27FC236}">
                <a16:creationId xmlns:a16="http://schemas.microsoft.com/office/drawing/2014/main" id="{0055A07A-E8A5-4FC1-9082-2E1016C97878}"/>
              </a:ext>
            </a:extLst>
          </p:cNvPr>
          <p:cNvGrpSpPr>
            <a:grpSpLocks noChangeAspect="1"/>
          </p:cNvGrpSpPr>
          <p:nvPr userDrawn="1"/>
        </p:nvGrpSpPr>
        <p:grpSpPr>
          <a:xfrm>
            <a:off x="442166" y="6329527"/>
            <a:ext cx="1071853" cy="275084"/>
            <a:chOff x="4768103" y="-471733"/>
            <a:chExt cx="744723" cy="191124"/>
          </a:xfrm>
          <a:solidFill>
            <a:schemeClr val="bg1"/>
          </a:solidFill>
        </p:grpSpPr>
        <p:sp>
          <p:nvSpPr>
            <p:cNvPr id="32" name="Forme libre : forme 9">
              <a:extLst>
                <a:ext uri="{FF2B5EF4-FFF2-40B4-BE49-F238E27FC236}">
                  <a16:creationId xmlns:a16="http://schemas.microsoft.com/office/drawing/2014/main" id="{3CAEBE62-17A4-4CBD-B78D-154B1E270C58}"/>
                </a:ext>
              </a:extLst>
            </p:cNvPr>
            <p:cNvSpPr/>
            <p:nvPr userDrawn="1"/>
          </p:nvSpPr>
          <p:spPr>
            <a:xfrm>
              <a:off x="4770087" y="-471716"/>
              <a:ext cx="740699" cy="191096"/>
            </a:xfrm>
            <a:custGeom>
              <a:avLst/>
              <a:gdLst>
                <a:gd name="connsiteX0" fmla="*/ 689325 w 740699"/>
                <a:gd name="connsiteY0" fmla="*/ 7347 h 191096"/>
                <a:gd name="connsiteX1" fmla="*/ 688790 w 740699"/>
                <a:gd name="connsiteY1" fmla="*/ 10847 h 191096"/>
                <a:gd name="connsiteX2" fmla="*/ 686092 w 740699"/>
                <a:gd name="connsiteY2" fmla="*/ 24840 h 191096"/>
                <a:gd name="connsiteX3" fmla="*/ 680980 w 740699"/>
                <a:gd name="connsiteY3" fmla="*/ 29953 h 191096"/>
                <a:gd name="connsiteX4" fmla="*/ 667797 w 740699"/>
                <a:gd name="connsiteY4" fmla="*/ 28608 h 191096"/>
                <a:gd name="connsiteX5" fmla="*/ 646528 w 740699"/>
                <a:gd name="connsiteY5" fmla="*/ 50946 h 191096"/>
                <a:gd name="connsiteX6" fmla="*/ 646528 w 740699"/>
                <a:gd name="connsiteY6" fmla="*/ 53911 h 191096"/>
                <a:gd name="connsiteX7" fmla="*/ 680712 w 740699"/>
                <a:gd name="connsiteY7" fmla="*/ 53911 h 191096"/>
                <a:gd name="connsiteX8" fmla="*/ 686092 w 740699"/>
                <a:gd name="connsiteY8" fmla="*/ 59559 h 191096"/>
                <a:gd name="connsiteX9" fmla="*/ 686092 w 740699"/>
                <a:gd name="connsiteY9" fmla="*/ 78130 h 191096"/>
                <a:gd name="connsiteX10" fmla="*/ 680712 w 740699"/>
                <a:gd name="connsiteY10" fmla="*/ 83518 h 191096"/>
                <a:gd name="connsiteX11" fmla="*/ 646528 w 740699"/>
                <a:gd name="connsiteY11" fmla="*/ 83518 h 191096"/>
                <a:gd name="connsiteX12" fmla="*/ 646528 w 740699"/>
                <a:gd name="connsiteY12" fmla="*/ 183097 h 191096"/>
                <a:gd name="connsiteX13" fmla="*/ 641148 w 740699"/>
                <a:gd name="connsiteY13" fmla="*/ 188485 h 191096"/>
                <a:gd name="connsiteX14" fmla="*/ 617197 w 740699"/>
                <a:gd name="connsiteY14" fmla="*/ 188485 h 191096"/>
                <a:gd name="connsiteX15" fmla="*/ 611809 w 740699"/>
                <a:gd name="connsiteY15" fmla="*/ 183097 h 191096"/>
                <a:gd name="connsiteX16" fmla="*/ 611809 w 740699"/>
                <a:gd name="connsiteY16" fmla="*/ 56602 h 191096"/>
                <a:gd name="connsiteX17" fmla="*/ 666987 w 740699"/>
                <a:gd name="connsiteY17" fmla="*/ 79 h 191096"/>
                <a:gd name="connsiteX18" fmla="*/ 683945 w 740699"/>
                <a:gd name="connsiteY18" fmla="*/ 1966 h 191096"/>
                <a:gd name="connsiteX19" fmla="*/ 689325 w 740699"/>
                <a:gd name="connsiteY19" fmla="*/ 7347 h 191096"/>
                <a:gd name="connsiteX20" fmla="*/ 741003 w 740699"/>
                <a:gd name="connsiteY20" fmla="*/ 59292 h 191096"/>
                <a:gd name="connsiteX21" fmla="*/ 741003 w 740699"/>
                <a:gd name="connsiteY21" fmla="*/ 183097 h 191096"/>
                <a:gd name="connsiteX22" fmla="*/ 735615 w 740699"/>
                <a:gd name="connsiteY22" fmla="*/ 188485 h 191096"/>
                <a:gd name="connsiteX23" fmla="*/ 711396 w 740699"/>
                <a:gd name="connsiteY23" fmla="*/ 188485 h 191096"/>
                <a:gd name="connsiteX24" fmla="*/ 706008 w 740699"/>
                <a:gd name="connsiteY24" fmla="*/ 183097 h 191096"/>
                <a:gd name="connsiteX25" fmla="*/ 706008 w 740699"/>
                <a:gd name="connsiteY25" fmla="*/ 59292 h 191096"/>
                <a:gd name="connsiteX26" fmla="*/ 711396 w 740699"/>
                <a:gd name="connsiteY26" fmla="*/ 53911 h 191096"/>
                <a:gd name="connsiteX27" fmla="*/ 735615 w 740699"/>
                <a:gd name="connsiteY27" fmla="*/ 53911 h 191096"/>
                <a:gd name="connsiteX28" fmla="*/ 741003 w 740699"/>
                <a:gd name="connsiteY28" fmla="*/ 59292 h 191096"/>
                <a:gd name="connsiteX29" fmla="*/ 518954 w 740699"/>
                <a:gd name="connsiteY29" fmla="*/ 158879 h 191096"/>
                <a:gd name="connsiteX30" fmla="*/ 485847 w 740699"/>
                <a:gd name="connsiteY30" fmla="*/ 121195 h 191096"/>
                <a:gd name="connsiteX31" fmla="*/ 517074 w 740699"/>
                <a:gd name="connsiteY31" fmla="*/ 83518 h 191096"/>
                <a:gd name="connsiteX32" fmla="*/ 550173 w 740699"/>
                <a:gd name="connsiteY32" fmla="*/ 121195 h 191096"/>
                <a:gd name="connsiteX33" fmla="*/ 518954 w 740699"/>
                <a:gd name="connsiteY33" fmla="*/ 158879 h 191096"/>
                <a:gd name="connsiteX34" fmla="*/ 517074 w 740699"/>
                <a:gd name="connsiteY34" fmla="*/ 51221 h 191096"/>
                <a:gd name="connsiteX35" fmla="*/ 450317 w 740699"/>
                <a:gd name="connsiteY35" fmla="*/ 121195 h 191096"/>
                <a:gd name="connsiteX36" fmla="*/ 518954 w 740699"/>
                <a:gd name="connsiteY36" fmla="*/ 191176 h 191096"/>
                <a:gd name="connsiteX37" fmla="*/ 585702 w 740699"/>
                <a:gd name="connsiteY37" fmla="*/ 121195 h 191096"/>
                <a:gd name="connsiteX38" fmla="*/ 517074 w 740699"/>
                <a:gd name="connsiteY38" fmla="*/ 51221 h 191096"/>
                <a:gd name="connsiteX39" fmla="*/ 424486 w 740699"/>
                <a:gd name="connsiteY39" fmla="*/ 101813 h 191096"/>
                <a:gd name="connsiteX40" fmla="*/ 424486 w 740699"/>
                <a:gd name="connsiteY40" fmla="*/ 183097 h 191096"/>
                <a:gd name="connsiteX41" fmla="*/ 419098 w 740699"/>
                <a:gd name="connsiteY41" fmla="*/ 188485 h 191096"/>
                <a:gd name="connsiteX42" fmla="*/ 394880 w 740699"/>
                <a:gd name="connsiteY42" fmla="*/ 188485 h 191096"/>
                <a:gd name="connsiteX43" fmla="*/ 389492 w 740699"/>
                <a:gd name="connsiteY43" fmla="*/ 183097 h 191096"/>
                <a:gd name="connsiteX44" fmla="*/ 389492 w 740699"/>
                <a:gd name="connsiteY44" fmla="*/ 106391 h 191096"/>
                <a:gd name="connsiteX45" fmla="*/ 363385 w 740699"/>
                <a:gd name="connsiteY45" fmla="*/ 83518 h 191096"/>
                <a:gd name="connsiteX46" fmla="*/ 343469 w 740699"/>
                <a:gd name="connsiteY46" fmla="*/ 85665 h 191096"/>
                <a:gd name="connsiteX47" fmla="*/ 337012 w 740699"/>
                <a:gd name="connsiteY47" fmla="*/ 92666 h 191096"/>
                <a:gd name="connsiteX48" fmla="*/ 337012 w 740699"/>
                <a:gd name="connsiteY48" fmla="*/ 183097 h 191096"/>
                <a:gd name="connsiteX49" fmla="*/ 331624 w 740699"/>
                <a:gd name="connsiteY49" fmla="*/ 188485 h 191096"/>
                <a:gd name="connsiteX50" fmla="*/ 307405 w 740699"/>
                <a:gd name="connsiteY50" fmla="*/ 188485 h 191096"/>
                <a:gd name="connsiteX51" fmla="*/ 302017 w 740699"/>
                <a:gd name="connsiteY51" fmla="*/ 183097 h 191096"/>
                <a:gd name="connsiteX52" fmla="*/ 302017 w 740699"/>
                <a:gd name="connsiteY52" fmla="*/ 71672 h 191096"/>
                <a:gd name="connsiteX53" fmla="*/ 308750 w 740699"/>
                <a:gd name="connsiteY53" fmla="*/ 60904 h 191096"/>
                <a:gd name="connsiteX54" fmla="*/ 362850 w 740699"/>
                <a:gd name="connsiteY54" fmla="*/ 51221 h 191096"/>
                <a:gd name="connsiteX55" fmla="*/ 424486 w 740699"/>
                <a:gd name="connsiteY55" fmla="*/ 101813 h 191096"/>
                <a:gd name="connsiteX56" fmla="*/ 122497 w 740699"/>
                <a:gd name="connsiteY56" fmla="*/ 167759 h 191096"/>
                <a:gd name="connsiteX57" fmla="*/ 120342 w 740699"/>
                <a:gd name="connsiteY57" fmla="*/ 183097 h 191096"/>
                <a:gd name="connsiteX58" fmla="*/ 113350 w 740699"/>
                <a:gd name="connsiteY58" fmla="*/ 188485 h 191096"/>
                <a:gd name="connsiteX59" fmla="*/ 89123 w 740699"/>
                <a:gd name="connsiteY59" fmla="*/ 188485 h 191096"/>
                <a:gd name="connsiteX60" fmla="*/ 85088 w 740699"/>
                <a:gd name="connsiteY60" fmla="*/ 184718 h 191096"/>
                <a:gd name="connsiteX61" fmla="*/ 85356 w 740699"/>
                <a:gd name="connsiteY61" fmla="*/ 183097 h 191096"/>
                <a:gd name="connsiteX62" fmla="*/ 86968 w 740699"/>
                <a:gd name="connsiteY62" fmla="*/ 173140 h 191096"/>
                <a:gd name="connsiteX63" fmla="*/ 303 w 740699"/>
                <a:gd name="connsiteY63" fmla="*/ 98589 h 191096"/>
                <a:gd name="connsiteX64" fmla="*/ 59517 w 740699"/>
                <a:gd name="connsiteY64" fmla="*/ 50144 h 191096"/>
                <a:gd name="connsiteX65" fmla="*/ 115230 w 740699"/>
                <a:gd name="connsiteY65" fmla="*/ 64404 h 191096"/>
                <a:gd name="connsiteX66" fmla="*/ 118462 w 740699"/>
                <a:gd name="connsiteY66" fmla="*/ 69792 h 191096"/>
                <a:gd name="connsiteX67" fmla="*/ 117385 w 740699"/>
                <a:gd name="connsiteY67" fmla="*/ 74362 h 191096"/>
                <a:gd name="connsiteX68" fmla="*/ 109039 w 740699"/>
                <a:gd name="connsiteY68" fmla="*/ 92131 h 191096"/>
                <a:gd name="connsiteX69" fmla="*/ 103116 w 740699"/>
                <a:gd name="connsiteY69" fmla="*/ 95899 h 191096"/>
                <a:gd name="connsiteX70" fmla="*/ 99081 w 740699"/>
                <a:gd name="connsiteY70" fmla="*/ 94821 h 191096"/>
                <a:gd name="connsiteX71" fmla="*/ 58439 w 740699"/>
                <a:gd name="connsiteY71" fmla="*/ 82708 h 191096"/>
                <a:gd name="connsiteX72" fmla="*/ 35833 w 740699"/>
                <a:gd name="connsiteY72" fmla="*/ 96166 h 191096"/>
                <a:gd name="connsiteX73" fmla="*/ 122497 w 740699"/>
                <a:gd name="connsiteY73" fmla="*/ 167759 h 191096"/>
                <a:gd name="connsiteX74" fmla="*/ 234191 w 740699"/>
                <a:gd name="connsiteY74" fmla="*/ 149189 h 191096"/>
                <a:gd name="connsiteX75" fmla="*/ 227466 w 740699"/>
                <a:gd name="connsiteY75" fmla="*/ 156456 h 191096"/>
                <a:gd name="connsiteX76" fmla="*/ 209162 w 740699"/>
                <a:gd name="connsiteY76" fmla="*/ 158879 h 191096"/>
                <a:gd name="connsiteX77" fmla="*/ 175788 w 740699"/>
                <a:gd name="connsiteY77" fmla="*/ 121195 h 191096"/>
                <a:gd name="connsiteX78" fmla="*/ 209162 w 740699"/>
                <a:gd name="connsiteY78" fmla="*/ 83518 h 191096"/>
                <a:gd name="connsiteX79" fmla="*/ 227466 w 740699"/>
                <a:gd name="connsiteY79" fmla="*/ 85941 h 191096"/>
                <a:gd name="connsiteX80" fmla="*/ 234191 w 740699"/>
                <a:gd name="connsiteY80" fmla="*/ 93201 h 191096"/>
                <a:gd name="connsiteX81" fmla="*/ 234191 w 740699"/>
                <a:gd name="connsiteY81" fmla="*/ 149189 h 191096"/>
                <a:gd name="connsiteX82" fmla="*/ 262452 w 740699"/>
                <a:gd name="connsiteY82" fmla="*/ 61179 h 191096"/>
                <a:gd name="connsiteX83" fmla="*/ 209430 w 740699"/>
                <a:gd name="connsiteY83" fmla="*/ 51221 h 191096"/>
                <a:gd name="connsiteX84" fmla="*/ 140258 w 740699"/>
                <a:gd name="connsiteY84" fmla="*/ 121195 h 191096"/>
                <a:gd name="connsiteX85" fmla="*/ 208895 w 740699"/>
                <a:gd name="connsiteY85" fmla="*/ 191176 h 191096"/>
                <a:gd name="connsiteX86" fmla="*/ 262452 w 740699"/>
                <a:gd name="connsiteY86" fmla="*/ 180407 h 191096"/>
                <a:gd name="connsiteX87" fmla="*/ 269185 w 740699"/>
                <a:gd name="connsiteY87" fmla="*/ 169639 h 191096"/>
                <a:gd name="connsiteX88" fmla="*/ 269185 w 740699"/>
                <a:gd name="connsiteY88" fmla="*/ 71940 h 191096"/>
                <a:gd name="connsiteX89" fmla="*/ 262452 w 740699"/>
                <a:gd name="connsiteY89" fmla="*/ 61179 h 191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740699" h="191096">
                  <a:moveTo>
                    <a:pt x="689325" y="7347"/>
                  </a:moveTo>
                  <a:cubicBezTo>
                    <a:pt x="689325" y="8511"/>
                    <a:pt x="689026" y="9604"/>
                    <a:pt x="688790" y="10847"/>
                  </a:cubicBezTo>
                  <a:lnTo>
                    <a:pt x="686092" y="24840"/>
                  </a:lnTo>
                  <a:cubicBezTo>
                    <a:pt x="685558" y="28073"/>
                    <a:pt x="684213" y="29953"/>
                    <a:pt x="680980" y="29953"/>
                  </a:cubicBezTo>
                  <a:cubicBezTo>
                    <a:pt x="678974" y="29953"/>
                    <a:pt x="673177" y="28608"/>
                    <a:pt x="667797" y="28608"/>
                  </a:cubicBezTo>
                  <a:cubicBezTo>
                    <a:pt x="652993" y="28608"/>
                    <a:pt x="646528" y="36143"/>
                    <a:pt x="646528" y="50946"/>
                  </a:cubicBezTo>
                  <a:lnTo>
                    <a:pt x="646528" y="53911"/>
                  </a:lnTo>
                  <a:lnTo>
                    <a:pt x="680712" y="53911"/>
                  </a:lnTo>
                  <a:cubicBezTo>
                    <a:pt x="684213" y="53911"/>
                    <a:pt x="686092" y="56059"/>
                    <a:pt x="686092" y="59559"/>
                  </a:cubicBezTo>
                  <a:lnTo>
                    <a:pt x="686092" y="78130"/>
                  </a:lnTo>
                  <a:cubicBezTo>
                    <a:pt x="686092" y="81363"/>
                    <a:pt x="684213" y="83518"/>
                    <a:pt x="680712" y="83518"/>
                  </a:cubicBezTo>
                  <a:lnTo>
                    <a:pt x="646528" y="83518"/>
                  </a:lnTo>
                  <a:lnTo>
                    <a:pt x="646528" y="183097"/>
                  </a:lnTo>
                  <a:cubicBezTo>
                    <a:pt x="646528" y="186330"/>
                    <a:pt x="644380" y="188485"/>
                    <a:pt x="641148" y="188485"/>
                  </a:cubicBezTo>
                  <a:lnTo>
                    <a:pt x="617197" y="188485"/>
                  </a:lnTo>
                  <a:cubicBezTo>
                    <a:pt x="613964" y="188485"/>
                    <a:pt x="611809" y="186330"/>
                    <a:pt x="611809" y="183097"/>
                  </a:cubicBezTo>
                  <a:lnTo>
                    <a:pt x="611809" y="56602"/>
                  </a:lnTo>
                  <a:cubicBezTo>
                    <a:pt x="611809" y="17839"/>
                    <a:pt x="633612" y="79"/>
                    <a:pt x="666987" y="79"/>
                  </a:cubicBezTo>
                  <a:cubicBezTo>
                    <a:pt x="672729" y="79"/>
                    <a:pt x="678557" y="621"/>
                    <a:pt x="683945" y="1966"/>
                  </a:cubicBezTo>
                  <a:cubicBezTo>
                    <a:pt x="687713" y="2769"/>
                    <a:pt x="689325" y="4358"/>
                    <a:pt x="689325" y="7347"/>
                  </a:cubicBezTo>
                  <a:moveTo>
                    <a:pt x="741003" y="59292"/>
                  </a:moveTo>
                  <a:lnTo>
                    <a:pt x="741003" y="183097"/>
                  </a:lnTo>
                  <a:cubicBezTo>
                    <a:pt x="741003" y="186330"/>
                    <a:pt x="738848" y="188485"/>
                    <a:pt x="735615" y="188485"/>
                  </a:cubicBezTo>
                  <a:lnTo>
                    <a:pt x="711396" y="188485"/>
                  </a:lnTo>
                  <a:cubicBezTo>
                    <a:pt x="708164" y="188485"/>
                    <a:pt x="706008" y="186330"/>
                    <a:pt x="706008" y="183097"/>
                  </a:cubicBezTo>
                  <a:lnTo>
                    <a:pt x="706008" y="59292"/>
                  </a:lnTo>
                  <a:cubicBezTo>
                    <a:pt x="706008" y="56059"/>
                    <a:pt x="708164" y="53911"/>
                    <a:pt x="711396" y="53911"/>
                  </a:cubicBezTo>
                  <a:lnTo>
                    <a:pt x="735615" y="53911"/>
                  </a:lnTo>
                  <a:cubicBezTo>
                    <a:pt x="738848" y="53911"/>
                    <a:pt x="741003" y="56059"/>
                    <a:pt x="741003" y="59292"/>
                  </a:cubicBezTo>
                  <a:moveTo>
                    <a:pt x="518954" y="158879"/>
                  </a:moveTo>
                  <a:cubicBezTo>
                    <a:pt x="499038" y="158879"/>
                    <a:pt x="485847" y="145956"/>
                    <a:pt x="485847" y="121195"/>
                  </a:cubicBezTo>
                  <a:cubicBezTo>
                    <a:pt x="485847" y="96433"/>
                    <a:pt x="499038" y="83518"/>
                    <a:pt x="517074" y="83518"/>
                  </a:cubicBezTo>
                  <a:cubicBezTo>
                    <a:pt x="536990" y="83518"/>
                    <a:pt x="550173" y="96433"/>
                    <a:pt x="550173" y="121195"/>
                  </a:cubicBezTo>
                  <a:cubicBezTo>
                    <a:pt x="550173" y="145956"/>
                    <a:pt x="536990" y="158879"/>
                    <a:pt x="518954" y="158879"/>
                  </a:cubicBezTo>
                  <a:moveTo>
                    <a:pt x="517074" y="51221"/>
                  </a:moveTo>
                  <a:cubicBezTo>
                    <a:pt x="476699" y="51221"/>
                    <a:pt x="450317" y="80553"/>
                    <a:pt x="450317" y="121195"/>
                  </a:cubicBezTo>
                  <a:cubicBezTo>
                    <a:pt x="450317" y="161837"/>
                    <a:pt x="476699" y="191176"/>
                    <a:pt x="518954" y="191176"/>
                  </a:cubicBezTo>
                  <a:cubicBezTo>
                    <a:pt x="559328" y="191176"/>
                    <a:pt x="585702" y="161837"/>
                    <a:pt x="585702" y="121195"/>
                  </a:cubicBezTo>
                  <a:cubicBezTo>
                    <a:pt x="585702" y="80553"/>
                    <a:pt x="559328" y="51221"/>
                    <a:pt x="517074" y="51221"/>
                  </a:cubicBezTo>
                  <a:moveTo>
                    <a:pt x="424486" y="101813"/>
                  </a:moveTo>
                  <a:lnTo>
                    <a:pt x="424486" y="183097"/>
                  </a:lnTo>
                  <a:cubicBezTo>
                    <a:pt x="424486" y="186330"/>
                    <a:pt x="422331" y="188485"/>
                    <a:pt x="419098" y="188485"/>
                  </a:cubicBezTo>
                  <a:lnTo>
                    <a:pt x="394880" y="188485"/>
                  </a:lnTo>
                  <a:cubicBezTo>
                    <a:pt x="391647" y="188485"/>
                    <a:pt x="389492" y="186330"/>
                    <a:pt x="389492" y="183097"/>
                  </a:cubicBezTo>
                  <a:lnTo>
                    <a:pt x="389492" y="106391"/>
                  </a:lnTo>
                  <a:cubicBezTo>
                    <a:pt x="389492" y="90243"/>
                    <a:pt x="377921" y="83518"/>
                    <a:pt x="363385" y="83518"/>
                  </a:cubicBezTo>
                  <a:cubicBezTo>
                    <a:pt x="355040" y="83518"/>
                    <a:pt x="350470" y="84053"/>
                    <a:pt x="343469" y="85665"/>
                  </a:cubicBezTo>
                  <a:cubicBezTo>
                    <a:pt x="339159" y="86743"/>
                    <a:pt x="337012" y="88631"/>
                    <a:pt x="337012" y="92666"/>
                  </a:cubicBezTo>
                  <a:lnTo>
                    <a:pt x="337012" y="183097"/>
                  </a:lnTo>
                  <a:cubicBezTo>
                    <a:pt x="337012" y="186330"/>
                    <a:pt x="334856" y="188485"/>
                    <a:pt x="331624" y="188485"/>
                  </a:cubicBezTo>
                  <a:lnTo>
                    <a:pt x="307405" y="188485"/>
                  </a:lnTo>
                  <a:cubicBezTo>
                    <a:pt x="304172" y="188485"/>
                    <a:pt x="302017" y="186330"/>
                    <a:pt x="302017" y="183097"/>
                  </a:cubicBezTo>
                  <a:lnTo>
                    <a:pt x="302017" y="71672"/>
                  </a:lnTo>
                  <a:cubicBezTo>
                    <a:pt x="302017" y="65482"/>
                    <a:pt x="304982" y="62249"/>
                    <a:pt x="308750" y="60904"/>
                  </a:cubicBezTo>
                  <a:cubicBezTo>
                    <a:pt x="328399" y="53911"/>
                    <a:pt x="346970" y="51221"/>
                    <a:pt x="362850" y="51221"/>
                  </a:cubicBezTo>
                  <a:cubicBezTo>
                    <a:pt x="404295" y="51221"/>
                    <a:pt x="424486" y="68982"/>
                    <a:pt x="424486" y="101813"/>
                  </a:cubicBezTo>
                  <a:moveTo>
                    <a:pt x="122497" y="167759"/>
                  </a:moveTo>
                  <a:cubicBezTo>
                    <a:pt x="122497" y="172337"/>
                    <a:pt x="121963" y="178528"/>
                    <a:pt x="120342" y="183097"/>
                  </a:cubicBezTo>
                  <a:cubicBezTo>
                    <a:pt x="118997" y="187140"/>
                    <a:pt x="117385" y="188485"/>
                    <a:pt x="113350" y="188485"/>
                  </a:cubicBezTo>
                  <a:lnTo>
                    <a:pt x="89123" y="188485"/>
                  </a:lnTo>
                  <a:cubicBezTo>
                    <a:pt x="86433" y="188485"/>
                    <a:pt x="85088" y="186865"/>
                    <a:pt x="85088" y="184718"/>
                  </a:cubicBezTo>
                  <a:cubicBezTo>
                    <a:pt x="85088" y="184175"/>
                    <a:pt x="85088" y="183640"/>
                    <a:pt x="85356" y="183097"/>
                  </a:cubicBezTo>
                  <a:cubicBezTo>
                    <a:pt x="86433" y="179597"/>
                    <a:pt x="86968" y="177175"/>
                    <a:pt x="86968" y="173140"/>
                  </a:cubicBezTo>
                  <a:cubicBezTo>
                    <a:pt x="86968" y="133559"/>
                    <a:pt x="303" y="155646"/>
                    <a:pt x="303" y="98589"/>
                  </a:cubicBezTo>
                  <a:cubicBezTo>
                    <a:pt x="303" y="69517"/>
                    <a:pt x="23452" y="50144"/>
                    <a:pt x="59517" y="50144"/>
                  </a:cubicBezTo>
                  <a:cubicBezTo>
                    <a:pt x="78623" y="50144"/>
                    <a:pt x="98546" y="54714"/>
                    <a:pt x="115230" y="64404"/>
                  </a:cubicBezTo>
                  <a:cubicBezTo>
                    <a:pt x="117393" y="65490"/>
                    <a:pt x="118462" y="67637"/>
                    <a:pt x="118462" y="69792"/>
                  </a:cubicBezTo>
                  <a:cubicBezTo>
                    <a:pt x="118462" y="71137"/>
                    <a:pt x="118164" y="72710"/>
                    <a:pt x="117385" y="74362"/>
                  </a:cubicBezTo>
                  <a:lnTo>
                    <a:pt x="109039" y="92131"/>
                  </a:lnTo>
                  <a:cubicBezTo>
                    <a:pt x="107962" y="94553"/>
                    <a:pt x="105539" y="95899"/>
                    <a:pt x="103116" y="95899"/>
                  </a:cubicBezTo>
                  <a:cubicBezTo>
                    <a:pt x="101771" y="95899"/>
                    <a:pt x="100426" y="95623"/>
                    <a:pt x="99081" y="94821"/>
                  </a:cubicBezTo>
                  <a:cubicBezTo>
                    <a:pt x="85356" y="87286"/>
                    <a:pt x="72165" y="82708"/>
                    <a:pt x="58439" y="82708"/>
                  </a:cubicBezTo>
                  <a:cubicBezTo>
                    <a:pt x="44179" y="82708"/>
                    <a:pt x="35833" y="87923"/>
                    <a:pt x="35833" y="96166"/>
                  </a:cubicBezTo>
                  <a:cubicBezTo>
                    <a:pt x="35833" y="121368"/>
                    <a:pt x="122497" y="106659"/>
                    <a:pt x="122497" y="167759"/>
                  </a:cubicBezTo>
                  <a:moveTo>
                    <a:pt x="234191" y="149189"/>
                  </a:moveTo>
                  <a:cubicBezTo>
                    <a:pt x="234191" y="153224"/>
                    <a:pt x="232043" y="155111"/>
                    <a:pt x="227466" y="156456"/>
                  </a:cubicBezTo>
                  <a:cubicBezTo>
                    <a:pt x="221543" y="158069"/>
                    <a:pt x="216430" y="158879"/>
                    <a:pt x="209162" y="158879"/>
                  </a:cubicBezTo>
                  <a:cubicBezTo>
                    <a:pt x="191936" y="158879"/>
                    <a:pt x="175788" y="148646"/>
                    <a:pt x="175788" y="121195"/>
                  </a:cubicBezTo>
                  <a:cubicBezTo>
                    <a:pt x="175788" y="93743"/>
                    <a:pt x="191936" y="83518"/>
                    <a:pt x="209162" y="83518"/>
                  </a:cubicBezTo>
                  <a:cubicBezTo>
                    <a:pt x="216430" y="83518"/>
                    <a:pt x="221543" y="84320"/>
                    <a:pt x="227466" y="85941"/>
                  </a:cubicBezTo>
                  <a:cubicBezTo>
                    <a:pt x="232043" y="87286"/>
                    <a:pt x="234191" y="89165"/>
                    <a:pt x="234191" y="93201"/>
                  </a:cubicBezTo>
                  <a:lnTo>
                    <a:pt x="234191" y="149189"/>
                  </a:lnTo>
                  <a:close/>
                  <a:moveTo>
                    <a:pt x="262452" y="61179"/>
                  </a:moveTo>
                  <a:cubicBezTo>
                    <a:pt x="244692" y="54446"/>
                    <a:pt x="228000" y="51221"/>
                    <a:pt x="209430" y="51221"/>
                  </a:cubicBezTo>
                  <a:cubicBezTo>
                    <a:pt x="168795" y="51221"/>
                    <a:pt x="140258" y="78405"/>
                    <a:pt x="140258" y="121195"/>
                  </a:cubicBezTo>
                  <a:cubicBezTo>
                    <a:pt x="140258" y="164527"/>
                    <a:pt x="165020" y="191176"/>
                    <a:pt x="208895" y="191176"/>
                  </a:cubicBezTo>
                  <a:cubicBezTo>
                    <a:pt x="226655" y="191176"/>
                    <a:pt x="243881" y="188210"/>
                    <a:pt x="262452" y="180407"/>
                  </a:cubicBezTo>
                  <a:cubicBezTo>
                    <a:pt x="266763" y="178528"/>
                    <a:pt x="269185" y="175562"/>
                    <a:pt x="269185" y="169639"/>
                  </a:cubicBezTo>
                  <a:lnTo>
                    <a:pt x="269185" y="71940"/>
                  </a:lnTo>
                  <a:cubicBezTo>
                    <a:pt x="269185" y="65749"/>
                    <a:pt x="266763" y="62792"/>
                    <a:pt x="262452" y="61179"/>
                  </a:cubicBezTo>
                </a:path>
              </a:pathLst>
            </a:custGeom>
            <a:grpFill/>
            <a:ln w="7833" cap="flat">
              <a:noFill/>
              <a:prstDash val="solid"/>
              <a:round/>
            </a:ln>
          </p:spPr>
          <p:txBody>
            <a:bodyPr rtlCol="0" anchor="ctr"/>
            <a:lstStyle/>
            <a:p>
              <a:endParaRPr lang="fr-FR" sz="2400"/>
            </a:p>
          </p:txBody>
        </p:sp>
        <p:sp>
          <p:nvSpPr>
            <p:cNvPr id="40" name="Forme libre : forme 10">
              <a:extLst>
                <a:ext uri="{FF2B5EF4-FFF2-40B4-BE49-F238E27FC236}">
                  <a16:creationId xmlns:a16="http://schemas.microsoft.com/office/drawing/2014/main" id="{398D76C0-14BC-45A1-BA5D-05C4DA269827}"/>
                </a:ext>
              </a:extLst>
            </p:cNvPr>
            <p:cNvSpPr/>
            <p:nvPr/>
          </p:nvSpPr>
          <p:spPr>
            <a:xfrm rot="-73896" flipV="1">
              <a:off x="5474877" y="-471733"/>
              <a:ext cx="37949" cy="37711"/>
            </a:xfrm>
            <a:custGeom>
              <a:avLst/>
              <a:gdLst>
                <a:gd name="connsiteX0" fmla="*/ 19483 w 37949"/>
                <a:gd name="connsiteY0" fmla="*/ 17 h 37711"/>
                <a:gd name="connsiteX1" fmla="*/ 38456 w 37949"/>
                <a:gd name="connsiteY1" fmla="*/ 18454 h 37711"/>
                <a:gd name="connsiteX2" fmla="*/ 19491 w 37949"/>
                <a:gd name="connsiteY2" fmla="*/ 37717 h 37711"/>
                <a:gd name="connsiteX3" fmla="*/ 519 w 37949"/>
                <a:gd name="connsiteY3" fmla="*/ 19272 h 37711"/>
                <a:gd name="connsiteX4" fmla="*/ 19483 w 37949"/>
                <a:gd name="connsiteY4" fmla="*/ 17 h 37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949" h="37711">
                  <a:moveTo>
                    <a:pt x="19483" y="17"/>
                  </a:moveTo>
                  <a:cubicBezTo>
                    <a:pt x="30519" y="-219"/>
                    <a:pt x="38212" y="6883"/>
                    <a:pt x="38456" y="18454"/>
                  </a:cubicBezTo>
                  <a:cubicBezTo>
                    <a:pt x="38715" y="30300"/>
                    <a:pt x="31329" y="37457"/>
                    <a:pt x="19491" y="37717"/>
                  </a:cubicBezTo>
                  <a:cubicBezTo>
                    <a:pt x="8188" y="37953"/>
                    <a:pt x="771" y="31118"/>
                    <a:pt x="519" y="19272"/>
                  </a:cubicBezTo>
                  <a:cubicBezTo>
                    <a:pt x="267" y="7701"/>
                    <a:pt x="7378" y="284"/>
                    <a:pt x="19483" y="17"/>
                  </a:cubicBezTo>
                </a:path>
              </a:pathLst>
            </a:custGeom>
            <a:grpFill/>
            <a:ln w="7833" cap="flat">
              <a:noFill/>
              <a:prstDash val="solid"/>
              <a:round/>
            </a:ln>
          </p:spPr>
          <p:txBody>
            <a:bodyPr rtlCol="0" anchor="ctr"/>
            <a:lstStyle/>
            <a:p>
              <a:endParaRPr lang="fr-FR" sz="2400">
                <a:solidFill>
                  <a:schemeClr val="accent2"/>
                </a:solidFill>
              </a:endParaRPr>
            </a:p>
          </p:txBody>
        </p:sp>
        <p:sp>
          <p:nvSpPr>
            <p:cNvPr id="41" name="Forme libre : forme 11">
              <a:extLst>
                <a:ext uri="{FF2B5EF4-FFF2-40B4-BE49-F238E27FC236}">
                  <a16:creationId xmlns:a16="http://schemas.microsoft.com/office/drawing/2014/main" id="{7734F84F-E2B5-42BC-915A-6FEA20143203}"/>
                </a:ext>
              </a:extLst>
            </p:cNvPr>
            <p:cNvSpPr/>
            <p:nvPr userDrawn="1"/>
          </p:nvSpPr>
          <p:spPr>
            <a:xfrm rot="10725025" flipV="1">
              <a:off x="4768103" y="-317778"/>
              <a:ext cx="37406" cy="37169"/>
            </a:xfrm>
            <a:custGeom>
              <a:avLst/>
              <a:gdLst>
                <a:gd name="connsiteX0" fmla="*/ 18717 w 37406"/>
                <a:gd name="connsiteY0" fmla="*/ 130 h 37169"/>
                <a:gd name="connsiteX1" fmla="*/ 37414 w 37406"/>
                <a:gd name="connsiteY1" fmla="*/ 18300 h 37169"/>
                <a:gd name="connsiteX2" fmla="*/ 18717 w 37406"/>
                <a:gd name="connsiteY2" fmla="*/ 37288 h 37169"/>
                <a:gd name="connsiteX3" fmla="*/ 20 w 37406"/>
                <a:gd name="connsiteY3" fmla="*/ 19118 h 37169"/>
                <a:gd name="connsiteX4" fmla="*/ 18717 w 37406"/>
                <a:gd name="connsiteY4" fmla="*/ 130 h 371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406" h="37169">
                  <a:moveTo>
                    <a:pt x="18717" y="130"/>
                  </a:moveTo>
                  <a:cubicBezTo>
                    <a:pt x="29745" y="-106"/>
                    <a:pt x="37162" y="6729"/>
                    <a:pt x="37414" y="18300"/>
                  </a:cubicBezTo>
                  <a:cubicBezTo>
                    <a:pt x="37665" y="29603"/>
                    <a:pt x="30555" y="37028"/>
                    <a:pt x="18717" y="37288"/>
                  </a:cubicBezTo>
                  <a:cubicBezTo>
                    <a:pt x="7681" y="37524"/>
                    <a:pt x="264" y="30421"/>
                    <a:pt x="20" y="19118"/>
                  </a:cubicBezTo>
                  <a:cubicBezTo>
                    <a:pt x="-240" y="7547"/>
                    <a:pt x="6871" y="390"/>
                    <a:pt x="18717" y="130"/>
                  </a:cubicBezTo>
                </a:path>
              </a:pathLst>
            </a:custGeom>
            <a:grpFill/>
            <a:ln w="7833" cap="flat">
              <a:noFill/>
              <a:prstDash val="solid"/>
              <a:round/>
            </a:ln>
          </p:spPr>
          <p:txBody>
            <a:bodyPr rtlCol="0" anchor="ctr"/>
            <a:lstStyle/>
            <a:p>
              <a:endParaRPr lang="fr-FR" sz="2400"/>
            </a:p>
          </p:txBody>
        </p:sp>
      </p:grpSp>
    </p:spTree>
    <p:extLst>
      <p:ext uri="{BB962C8B-B14F-4D97-AF65-F5344CB8AC3E}">
        <p14:creationId xmlns:p14="http://schemas.microsoft.com/office/powerpoint/2010/main" val="23700833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Content and Numbers (Alternative) (Ligh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7276DEF-3CBF-476F-8A84-C6760A5FE884}"/>
              </a:ext>
            </a:extLst>
          </p:cNvPr>
          <p:cNvSpPr/>
          <p:nvPr userDrawn="1"/>
        </p:nvSpPr>
        <p:spPr>
          <a:xfrm>
            <a:off x="0" y="0"/>
            <a:ext cx="3729600" cy="6858000"/>
          </a:xfrm>
          <a:prstGeom prst="rect">
            <a:avLst/>
          </a:prstGeom>
          <a:solidFill>
            <a:srgbClr val="E9E6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noProof="0"/>
          </a:p>
        </p:txBody>
      </p:sp>
      <p:sp>
        <p:nvSpPr>
          <p:cNvPr id="11" name="Espace réservé du numéro de diapositive 10">
            <a:extLst>
              <a:ext uri="{FF2B5EF4-FFF2-40B4-BE49-F238E27FC236}">
                <a16:creationId xmlns:a16="http://schemas.microsoft.com/office/drawing/2014/main" id="{323D7EBE-BC7D-4AC5-AD6B-FCD5D270E1C6}"/>
              </a:ext>
            </a:extLst>
          </p:cNvPr>
          <p:cNvSpPr>
            <a:spLocks noGrp="1"/>
          </p:cNvSpPr>
          <p:nvPr>
            <p:ph type="sldNum" sz="quarter" idx="16"/>
          </p:nvPr>
        </p:nvSpPr>
        <p:spPr/>
        <p:txBody>
          <a:bodyPr/>
          <a:lstStyle/>
          <a:p>
            <a:fld id="{6B54B0F7-55DD-40D6-B7F4-70B586885C0B}" type="slidenum">
              <a:rPr lang="en-US" noProof="0" smtClean="0"/>
              <a:pPr/>
              <a:t>‹#›</a:t>
            </a:fld>
            <a:endParaRPr lang="en-US" noProof="0"/>
          </a:p>
        </p:txBody>
      </p:sp>
      <p:sp>
        <p:nvSpPr>
          <p:cNvPr id="29" name="Espace réservé du texte 4">
            <a:extLst>
              <a:ext uri="{FF2B5EF4-FFF2-40B4-BE49-F238E27FC236}">
                <a16:creationId xmlns:a16="http://schemas.microsoft.com/office/drawing/2014/main" id="{EFA975DA-1F61-4E92-847F-881A6B959F18}"/>
              </a:ext>
            </a:extLst>
          </p:cNvPr>
          <p:cNvSpPr>
            <a:spLocks noGrp="1"/>
          </p:cNvSpPr>
          <p:nvPr>
            <p:ph type="body" sz="quarter" idx="21" hasCustomPrompt="1"/>
          </p:nvPr>
        </p:nvSpPr>
        <p:spPr>
          <a:xfrm>
            <a:off x="4352279" y="2220014"/>
            <a:ext cx="1091851" cy="921277"/>
          </a:xfrm>
        </p:spPr>
        <p:txBody>
          <a:bodyPr>
            <a:spAutoFit/>
          </a:bodyPr>
          <a:lstStyle>
            <a:lvl1pPr algn="l">
              <a:lnSpc>
                <a:spcPct val="110000"/>
              </a:lnSpc>
              <a:defRPr sz="6000" b="0" i="0" cap="all" baseline="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228594" indent="-228594">
              <a:buFontTx/>
              <a:buBlip>
                <a:blip>
                  <a:extLst>
                    <a:ext uri="{96DAC541-7B7A-43D3-8B79-37D633B846F1}">
                      <asvg:svgBlip xmlns:asvg="http://schemas.microsoft.com/office/drawing/2016/SVG/main" r:embed="rId2"/>
                    </a:ext>
                  </a:extLst>
                </a:blip>
              </a:buBlip>
              <a:defRPr sz="1067"/>
            </a:lvl2pPr>
            <a:lvl3pPr>
              <a:lnSpc>
                <a:spcPct val="110000"/>
              </a:lnSpc>
              <a:defRPr sz="1067">
                <a:latin typeface="+mj-lt"/>
              </a:defRPr>
            </a:lvl3pPr>
            <a:lvl4pPr>
              <a:defRPr sz="1333"/>
            </a:lvl4pPr>
            <a:lvl5pPr>
              <a:defRPr sz="1333"/>
            </a:lvl5pPr>
          </a:lstStyle>
          <a:p>
            <a:pPr lvl="0"/>
            <a:r>
              <a:rPr lang="en-US" noProof="0"/>
              <a:t>01</a:t>
            </a:r>
          </a:p>
        </p:txBody>
      </p:sp>
      <p:sp>
        <p:nvSpPr>
          <p:cNvPr id="30" name="Espace réservé du texte 4">
            <a:extLst>
              <a:ext uri="{FF2B5EF4-FFF2-40B4-BE49-F238E27FC236}">
                <a16:creationId xmlns:a16="http://schemas.microsoft.com/office/drawing/2014/main" id="{F6E50AC3-1EA3-493F-A0D3-634DA300E233}"/>
              </a:ext>
            </a:extLst>
          </p:cNvPr>
          <p:cNvSpPr>
            <a:spLocks noGrp="1"/>
          </p:cNvSpPr>
          <p:nvPr>
            <p:ph type="body" sz="quarter" idx="22"/>
          </p:nvPr>
        </p:nvSpPr>
        <p:spPr>
          <a:xfrm>
            <a:off x="4352279" y="1577578"/>
            <a:ext cx="6459117" cy="245708"/>
          </a:xfrm>
        </p:spPr>
        <p:txBody>
          <a:bodyPr wrap="square">
            <a:spAutoFit/>
          </a:bodyPr>
          <a:lstStyle>
            <a:lvl1pPr algn="l">
              <a:lnSpc>
                <a:spcPct val="110000"/>
              </a:lnSpc>
              <a:defRPr sz="1600">
                <a:solidFill>
                  <a:schemeClr val="tx1"/>
                </a:solidFill>
              </a:defRPr>
            </a:lvl1pPr>
            <a:lvl2pPr marL="228594" indent="-228594">
              <a:buFontTx/>
              <a:buBlip>
                <a:blip>
                  <a:extLst>
                    <a:ext uri="{96DAC541-7B7A-43D3-8B79-37D633B846F1}">
                      <asvg:svgBlip xmlns:asvg="http://schemas.microsoft.com/office/drawing/2016/SVG/main" r:embed="rId2"/>
                    </a:ext>
                  </a:extLst>
                </a:blip>
              </a:buBlip>
              <a:defRPr sz="1067"/>
            </a:lvl2pPr>
            <a:lvl3pPr>
              <a:lnSpc>
                <a:spcPct val="110000"/>
              </a:lnSpc>
              <a:defRPr sz="1067">
                <a:latin typeface="+mj-lt"/>
              </a:defRPr>
            </a:lvl3pPr>
            <a:lvl4pPr>
              <a:defRPr sz="1333"/>
            </a:lvl4pPr>
            <a:lvl5pPr>
              <a:defRPr sz="1333"/>
            </a:lvl5pPr>
          </a:lstStyle>
          <a:p>
            <a:pPr lvl="0"/>
            <a:r>
              <a:rPr lang="en-US" noProof="0"/>
              <a:t>Click to edit Master text styles</a:t>
            </a:r>
          </a:p>
        </p:txBody>
      </p:sp>
      <p:sp>
        <p:nvSpPr>
          <p:cNvPr id="31" name="Espace réservé du texte 4">
            <a:extLst>
              <a:ext uri="{FF2B5EF4-FFF2-40B4-BE49-F238E27FC236}">
                <a16:creationId xmlns:a16="http://schemas.microsoft.com/office/drawing/2014/main" id="{0E2314AF-F33D-4B84-8412-DF73ECC51E6B}"/>
              </a:ext>
            </a:extLst>
          </p:cNvPr>
          <p:cNvSpPr>
            <a:spLocks noGrp="1"/>
          </p:cNvSpPr>
          <p:nvPr>
            <p:ph type="body" sz="quarter" idx="25" hasCustomPrompt="1"/>
          </p:nvPr>
        </p:nvSpPr>
        <p:spPr>
          <a:xfrm>
            <a:off x="6253081" y="2220014"/>
            <a:ext cx="1091851" cy="921277"/>
          </a:xfrm>
        </p:spPr>
        <p:txBody>
          <a:bodyPr>
            <a:spAutoFit/>
          </a:bodyPr>
          <a:lstStyle>
            <a:lvl1pPr algn="l">
              <a:lnSpc>
                <a:spcPct val="110000"/>
              </a:lnSpc>
              <a:defRPr sz="6000" b="0" i="0" cap="all" baseline="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228594" indent="-228594">
              <a:buFontTx/>
              <a:buBlip>
                <a:blip>
                  <a:extLst>
                    <a:ext uri="{96DAC541-7B7A-43D3-8B79-37D633B846F1}">
                      <asvg:svgBlip xmlns:asvg="http://schemas.microsoft.com/office/drawing/2016/SVG/main" r:embed="rId2"/>
                    </a:ext>
                  </a:extLst>
                </a:blip>
              </a:buBlip>
              <a:defRPr sz="1067"/>
            </a:lvl2pPr>
            <a:lvl3pPr>
              <a:lnSpc>
                <a:spcPct val="110000"/>
              </a:lnSpc>
              <a:defRPr sz="1067">
                <a:latin typeface="+mj-lt"/>
              </a:defRPr>
            </a:lvl3pPr>
            <a:lvl4pPr>
              <a:defRPr sz="1333"/>
            </a:lvl4pPr>
            <a:lvl5pPr>
              <a:defRPr sz="1333"/>
            </a:lvl5pPr>
          </a:lstStyle>
          <a:p>
            <a:pPr lvl="0"/>
            <a:r>
              <a:rPr lang="en-US" noProof="0"/>
              <a:t>02</a:t>
            </a:r>
          </a:p>
        </p:txBody>
      </p:sp>
      <p:sp>
        <p:nvSpPr>
          <p:cNvPr id="32" name="Espace réservé du texte 4">
            <a:extLst>
              <a:ext uri="{FF2B5EF4-FFF2-40B4-BE49-F238E27FC236}">
                <a16:creationId xmlns:a16="http://schemas.microsoft.com/office/drawing/2014/main" id="{8444AA6E-9EC0-4895-8FC6-4351D2BEE032}"/>
              </a:ext>
            </a:extLst>
          </p:cNvPr>
          <p:cNvSpPr>
            <a:spLocks noGrp="1"/>
          </p:cNvSpPr>
          <p:nvPr>
            <p:ph type="body" sz="quarter" idx="28" hasCustomPrompt="1"/>
          </p:nvPr>
        </p:nvSpPr>
        <p:spPr>
          <a:xfrm>
            <a:off x="8153884" y="2220014"/>
            <a:ext cx="1091851" cy="921277"/>
          </a:xfrm>
        </p:spPr>
        <p:txBody>
          <a:bodyPr>
            <a:spAutoFit/>
          </a:bodyPr>
          <a:lstStyle>
            <a:lvl1pPr algn="l">
              <a:lnSpc>
                <a:spcPct val="110000"/>
              </a:lnSpc>
              <a:defRPr sz="6000" b="0" i="0" cap="all" baseline="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228594" indent="-228594">
              <a:buFontTx/>
              <a:buBlip>
                <a:blip>
                  <a:extLst>
                    <a:ext uri="{96DAC541-7B7A-43D3-8B79-37D633B846F1}">
                      <asvg:svgBlip xmlns:asvg="http://schemas.microsoft.com/office/drawing/2016/SVG/main" r:embed="rId2"/>
                    </a:ext>
                  </a:extLst>
                </a:blip>
              </a:buBlip>
              <a:defRPr sz="1067"/>
            </a:lvl2pPr>
            <a:lvl3pPr>
              <a:lnSpc>
                <a:spcPct val="110000"/>
              </a:lnSpc>
              <a:defRPr sz="1067">
                <a:latin typeface="+mj-lt"/>
              </a:defRPr>
            </a:lvl3pPr>
            <a:lvl4pPr>
              <a:defRPr sz="1333"/>
            </a:lvl4pPr>
            <a:lvl5pPr>
              <a:defRPr sz="1333"/>
            </a:lvl5pPr>
          </a:lstStyle>
          <a:p>
            <a:pPr lvl="0"/>
            <a:r>
              <a:rPr lang="en-US" noProof="0"/>
              <a:t>03</a:t>
            </a:r>
          </a:p>
        </p:txBody>
      </p:sp>
      <p:sp>
        <p:nvSpPr>
          <p:cNvPr id="33" name="Espace réservé du texte 4">
            <a:extLst>
              <a:ext uri="{FF2B5EF4-FFF2-40B4-BE49-F238E27FC236}">
                <a16:creationId xmlns:a16="http://schemas.microsoft.com/office/drawing/2014/main" id="{E3BC2BD0-41C8-4C7A-BC1B-E444A392D03A}"/>
              </a:ext>
            </a:extLst>
          </p:cNvPr>
          <p:cNvSpPr>
            <a:spLocks noGrp="1"/>
          </p:cNvSpPr>
          <p:nvPr>
            <p:ph type="body" sz="quarter" idx="31" hasCustomPrompt="1"/>
          </p:nvPr>
        </p:nvSpPr>
        <p:spPr>
          <a:xfrm>
            <a:off x="10054688" y="2220014"/>
            <a:ext cx="1091851" cy="921277"/>
          </a:xfrm>
        </p:spPr>
        <p:txBody>
          <a:bodyPr>
            <a:spAutoFit/>
          </a:bodyPr>
          <a:lstStyle>
            <a:lvl1pPr algn="l">
              <a:lnSpc>
                <a:spcPct val="110000"/>
              </a:lnSpc>
              <a:defRPr sz="6000" b="0" i="0" cap="all" baseline="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228594" indent="-228594">
              <a:buFontTx/>
              <a:buBlip>
                <a:blip>
                  <a:extLst>
                    <a:ext uri="{96DAC541-7B7A-43D3-8B79-37D633B846F1}">
                      <asvg:svgBlip xmlns:asvg="http://schemas.microsoft.com/office/drawing/2016/SVG/main" r:embed="rId2"/>
                    </a:ext>
                  </a:extLst>
                </a:blip>
              </a:buBlip>
              <a:defRPr sz="1067"/>
            </a:lvl2pPr>
            <a:lvl3pPr>
              <a:lnSpc>
                <a:spcPct val="110000"/>
              </a:lnSpc>
              <a:defRPr sz="1067">
                <a:latin typeface="+mj-lt"/>
              </a:defRPr>
            </a:lvl3pPr>
            <a:lvl4pPr>
              <a:defRPr sz="1333"/>
            </a:lvl4pPr>
            <a:lvl5pPr>
              <a:defRPr sz="1333"/>
            </a:lvl5pPr>
          </a:lstStyle>
          <a:p>
            <a:pPr lvl="0"/>
            <a:r>
              <a:rPr lang="en-US" noProof="0"/>
              <a:t>04</a:t>
            </a:r>
          </a:p>
        </p:txBody>
      </p:sp>
      <p:sp>
        <p:nvSpPr>
          <p:cNvPr id="38" name="Espace réservé du texte 4">
            <a:extLst>
              <a:ext uri="{FF2B5EF4-FFF2-40B4-BE49-F238E27FC236}">
                <a16:creationId xmlns:a16="http://schemas.microsoft.com/office/drawing/2014/main" id="{E6118210-A598-4833-8C53-BBA66CF5796F}"/>
              </a:ext>
            </a:extLst>
          </p:cNvPr>
          <p:cNvSpPr>
            <a:spLocks noGrp="1"/>
          </p:cNvSpPr>
          <p:nvPr>
            <p:ph type="body" sz="quarter" idx="40"/>
          </p:nvPr>
        </p:nvSpPr>
        <p:spPr>
          <a:xfrm>
            <a:off x="4352279" y="3269349"/>
            <a:ext cx="1694284" cy="419247"/>
          </a:xfrm>
        </p:spPr>
        <p:txBody>
          <a:bodyPr/>
          <a:lstStyle>
            <a:lvl1pPr algn="l">
              <a:lnSpc>
                <a:spcPct val="125000"/>
              </a:lnSpc>
              <a:defRPr sz="1600">
                <a:solidFill>
                  <a:schemeClr val="accent2"/>
                </a:solidFill>
              </a:defRPr>
            </a:lvl1pPr>
            <a:lvl2pPr marL="0" indent="0">
              <a:lnSpc>
                <a:spcPts val="1600"/>
              </a:lnSpc>
              <a:spcAft>
                <a:spcPts val="533"/>
              </a:spcAft>
              <a:buFont typeface="Arial" panose="020B0604020202020204" pitchFamily="34" charset="0"/>
              <a:buNone/>
              <a:defRPr sz="1467">
                <a:solidFill>
                  <a:schemeClr val="accent2"/>
                </a:solidFill>
              </a:defRPr>
            </a:lvl2pPr>
            <a:lvl3pPr>
              <a:lnSpc>
                <a:spcPct val="110000"/>
              </a:lnSpc>
              <a:defRPr sz="1067">
                <a:latin typeface="+mj-lt"/>
              </a:defRPr>
            </a:lvl3pPr>
            <a:lvl4pPr>
              <a:defRPr sz="1333"/>
            </a:lvl4pPr>
            <a:lvl5pPr>
              <a:defRPr sz="1333"/>
            </a:lvl5pPr>
          </a:lstStyle>
          <a:p>
            <a:pPr lvl="0"/>
            <a:r>
              <a:rPr lang="en-US" noProof="0"/>
              <a:t>Click to edit Master text styles</a:t>
            </a:r>
          </a:p>
        </p:txBody>
      </p:sp>
      <p:sp>
        <p:nvSpPr>
          <p:cNvPr id="39" name="Espace réservé du texte 4">
            <a:extLst>
              <a:ext uri="{FF2B5EF4-FFF2-40B4-BE49-F238E27FC236}">
                <a16:creationId xmlns:a16="http://schemas.microsoft.com/office/drawing/2014/main" id="{140FC0A1-6231-4649-9573-C6772F9B84BC}"/>
              </a:ext>
            </a:extLst>
          </p:cNvPr>
          <p:cNvSpPr>
            <a:spLocks noGrp="1"/>
          </p:cNvSpPr>
          <p:nvPr>
            <p:ph type="body" sz="quarter" idx="41"/>
          </p:nvPr>
        </p:nvSpPr>
        <p:spPr>
          <a:xfrm>
            <a:off x="4352279" y="3721782"/>
            <a:ext cx="1694284" cy="419247"/>
          </a:xfrm>
        </p:spPr>
        <p:txBody>
          <a:bodyPr/>
          <a:lstStyle>
            <a:lvl1pPr algn="l">
              <a:lnSpc>
                <a:spcPct val="125000"/>
              </a:lnSpc>
              <a:defRPr sz="1067">
                <a:solidFill>
                  <a:schemeClr val="tx1"/>
                </a:solidFill>
              </a:defRPr>
            </a:lvl1pPr>
            <a:lvl2pPr marL="0" indent="0">
              <a:lnSpc>
                <a:spcPts val="1600"/>
              </a:lnSpc>
              <a:spcAft>
                <a:spcPts val="533"/>
              </a:spcAft>
              <a:buFont typeface="Arial" panose="020B0604020202020204" pitchFamily="34" charset="0"/>
              <a:buNone/>
              <a:defRPr sz="933">
                <a:solidFill>
                  <a:schemeClr val="tx1"/>
                </a:solidFill>
              </a:defRPr>
            </a:lvl2pPr>
            <a:lvl3pPr>
              <a:lnSpc>
                <a:spcPct val="110000"/>
              </a:lnSpc>
              <a:defRPr sz="1067">
                <a:latin typeface="+mj-lt"/>
              </a:defRPr>
            </a:lvl3pPr>
            <a:lvl4pPr>
              <a:defRPr sz="1333"/>
            </a:lvl4pPr>
            <a:lvl5pPr>
              <a:defRPr sz="1333"/>
            </a:lvl5pPr>
          </a:lstStyle>
          <a:p>
            <a:pPr lvl="0"/>
            <a:r>
              <a:rPr lang="en-US" noProof="0"/>
              <a:t>Click to edit Master text styles</a:t>
            </a:r>
          </a:p>
        </p:txBody>
      </p:sp>
      <p:sp>
        <p:nvSpPr>
          <p:cNvPr id="40" name="Espace réservé du texte 4">
            <a:extLst>
              <a:ext uri="{FF2B5EF4-FFF2-40B4-BE49-F238E27FC236}">
                <a16:creationId xmlns:a16="http://schemas.microsoft.com/office/drawing/2014/main" id="{2DAC1528-CEDA-41B5-AAAF-B8FF60A576A9}"/>
              </a:ext>
            </a:extLst>
          </p:cNvPr>
          <p:cNvSpPr>
            <a:spLocks noGrp="1"/>
          </p:cNvSpPr>
          <p:nvPr>
            <p:ph type="body" sz="quarter" idx="42"/>
          </p:nvPr>
        </p:nvSpPr>
        <p:spPr>
          <a:xfrm>
            <a:off x="6253082" y="3269349"/>
            <a:ext cx="1694284" cy="419247"/>
          </a:xfrm>
        </p:spPr>
        <p:txBody>
          <a:bodyPr/>
          <a:lstStyle>
            <a:lvl1pPr algn="l">
              <a:lnSpc>
                <a:spcPct val="125000"/>
              </a:lnSpc>
              <a:defRPr sz="1600">
                <a:solidFill>
                  <a:schemeClr val="accent2"/>
                </a:solidFill>
              </a:defRPr>
            </a:lvl1pPr>
            <a:lvl2pPr marL="0" indent="0">
              <a:lnSpc>
                <a:spcPts val="1600"/>
              </a:lnSpc>
              <a:spcAft>
                <a:spcPts val="533"/>
              </a:spcAft>
              <a:buFont typeface="Arial" panose="020B0604020202020204" pitchFamily="34" charset="0"/>
              <a:buNone/>
              <a:defRPr sz="1467">
                <a:solidFill>
                  <a:schemeClr val="accent2"/>
                </a:solidFill>
              </a:defRPr>
            </a:lvl2pPr>
            <a:lvl3pPr>
              <a:lnSpc>
                <a:spcPct val="110000"/>
              </a:lnSpc>
              <a:defRPr sz="1067">
                <a:latin typeface="+mj-lt"/>
              </a:defRPr>
            </a:lvl3pPr>
            <a:lvl4pPr>
              <a:defRPr sz="1333"/>
            </a:lvl4pPr>
            <a:lvl5pPr>
              <a:defRPr sz="1333"/>
            </a:lvl5pPr>
          </a:lstStyle>
          <a:p>
            <a:pPr lvl="0"/>
            <a:r>
              <a:rPr lang="en-US" noProof="0"/>
              <a:t>Click to edit Master text styles</a:t>
            </a:r>
          </a:p>
        </p:txBody>
      </p:sp>
      <p:sp>
        <p:nvSpPr>
          <p:cNvPr id="41" name="Espace réservé du texte 4">
            <a:extLst>
              <a:ext uri="{FF2B5EF4-FFF2-40B4-BE49-F238E27FC236}">
                <a16:creationId xmlns:a16="http://schemas.microsoft.com/office/drawing/2014/main" id="{5FFDA929-E8A8-4AC0-99CE-44C3C6910AE5}"/>
              </a:ext>
            </a:extLst>
          </p:cNvPr>
          <p:cNvSpPr>
            <a:spLocks noGrp="1"/>
          </p:cNvSpPr>
          <p:nvPr>
            <p:ph type="body" sz="quarter" idx="43"/>
          </p:nvPr>
        </p:nvSpPr>
        <p:spPr>
          <a:xfrm>
            <a:off x="6253082" y="3721782"/>
            <a:ext cx="1694284" cy="419247"/>
          </a:xfrm>
        </p:spPr>
        <p:txBody>
          <a:bodyPr/>
          <a:lstStyle>
            <a:lvl1pPr algn="l">
              <a:lnSpc>
                <a:spcPct val="125000"/>
              </a:lnSpc>
              <a:defRPr sz="1067">
                <a:solidFill>
                  <a:schemeClr val="tx1"/>
                </a:solidFill>
              </a:defRPr>
            </a:lvl1pPr>
            <a:lvl2pPr marL="0" indent="0">
              <a:lnSpc>
                <a:spcPts val="1600"/>
              </a:lnSpc>
              <a:spcAft>
                <a:spcPts val="533"/>
              </a:spcAft>
              <a:buFont typeface="Arial" panose="020B0604020202020204" pitchFamily="34" charset="0"/>
              <a:buNone/>
              <a:defRPr sz="933">
                <a:solidFill>
                  <a:schemeClr val="tx1"/>
                </a:solidFill>
              </a:defRPr>
            </a:lvl2pPr>
            <a:lvl3pPr>
              <a:lnSpc>
                <a:spcPct val="110000"/>
              </a:lnSpc>
              <a:defRPr sz="1067">
                <a:latin typeface="+mj-lt"/>
              </a:defRPr>
            </a:lvl3pPr>
            <a:lvl4pPr>
              <a:defRPr sz="1333"/>
            </a:lvl4pPr>
            <a:lvl5pPr>
              <a:defRPr sz="1333"/>
            </a:lvl5pPr>
          </a:lstStyle>
          <a:p>
            <a:pPr lvl="0"/>
            <a:r>
              <a:rPr lang="en-US" noProof="0"/>
              <a:t>Click to edit Master text styles</a:t>
            </a:r>
          </a:p>
        </p:txBody>
      </p:sp>
      <p:sp>
        <p:nvSpPr>
          <p:cNvPr id="42" name="Espace réservé du texte 4">
            <a:extLst>
              <a:ext uri="{FF2B5EF4-FFF2-40B4-BE49-F238E27FC236}">
                <a16:creationId xmlns:a16="http://schemas.microsoft.com/office/drawing/2014/main" id="{9709CCCA-F00B-45D4-9788-1FBC4F09AA09}"/>
              </a:ext>
            </a:extLst>
          </p:cNvPr>
          <p:cNvSpPr>
            <a:spLocks noGrp="1"/>
          </p:cNvSpPr>
          <p:nvPr>
            <p:ph type="body" sz="quarter" idx="44"/>
          </p:nvPr>
        </p:nvSpPr>
        <p:spPr>
          <a:xfrm>
            <a:off x="8153886" y="3269349"/>
            <a:ext cx="1694284" cy="419247"/>
          </a:xfrm>
        </p:spPr>
        <p:txBody>
          <a:bodyPr/>
          <a:lstStyle>
            <a:lvl1pPr algn="l">
              <a:lnSpc>
                <a:spcPct val="125000"/>
              </a:lnSpc>
              <a:defRPr sz="1600">
                <a:solidFill>
                  <a:schemeClr val="accent2"/>
                </a:solidFill>
              </a:defRPr>
            </a:lvl1pPr>
            <a:lvl2pPr marL="0" indent="0">
              <a:lnSpc>
                <a:spcPts val="1600"/>
              </a:lnSpc>
              <a:spcAft>
                <a:spcPts val="533"/>
              </a:spcAft>
              <a:buFont typeface="Arial" panose="020B0604020202020204" pitchFamily="34" charset="0"/>
              <a:buNone/>
              <a:defRPr sz="1467">
                <a:solidFill>
                  <a:schemeClr val="accent2"/>
                </a:solidFill>
              </a:defRPr>
            </a:lvl2pPr>
            <a:lvl3pPr>
              <a:lnSpc>
                <a:spcPct val="110000"/>
              </a:lnSpc>
              <a:defRPr sz="1067">
                <a:latin typeface="+mj-lt"/>
              </a:defRPr>
            </a:lvl3pPr>
            <a:lvl4pPr>
              <a:defRPr sz="1333"/>
            </a:lvl4pPr>
            <a:lvl5pPr>
              <a:defRPr sz="1333"/>
            </a:lvl5pPr>
          </a:lstStyle>
          <a:p>
            <a:pPr lvl="0"/>
            <a:r>
              <a:rPr lang="en-US" noProof="0"/>
              <a:t>Click to edit Master text styles</a:t>
            </a:r>
          </a:p>
        </p:txBody>
      </p:sp>
      <p:sp>
        <p:nvSpPr>
          <p:cNvPr id="43" name="Espace réservé du texte 4">
            <a:extLst>
              <a:ext uri="{FF2B5EF4-FFF2-40B4-BE49-F238E27FC236}">
                <a16:creationId xmlns:a16="http://schemas.microsoft.com/office/drawing/2014/main" id="{B5E93FAA-61CE-40AC-8738-0DE2C5E1F424}"/>
              </a:ext>
            </a:extLst>
          </p:cNvPr>
          <p:cNvSpPr>
            <a:spLocks noGrp="1"/>
          </p:cNvSpPr>
          <p:nvPr>
            <p:ph type="body" sz="quarter" idx="45"/>
          </p:nvPr>
        </p:nvSpPr>
        <p:spPr>
          <a:xfrm>
            <a:off x="8153886" y="3721782"/>
            <a:ext cx="1694284" cy="419247"/>
          </a:xfrm>
        </p:spPr>
        <p:txBody>
          <a:bodyPr/>
          <a:lstStyle>
            <a:lvl1pPr algn="l">
              <a:lnSpc>
                <a:spcPct val="125000"/>
              </a:lnSpc>
              <a:defRPr sz="1067">
                <a:solidFill>
                  <a:schemeClr val="tx1"/>
                </a:solidFill>
              </a:defRPr>
            </a:lvl1pPr>
            <a:lvl2pPr marL="0" indent="0">
              <a:lnSpc>
                <a:spcPts val="1600"/>
              </a:lnSpc>
              <a:spcAft>
                <a:spcPts val="533"/>
              </a:spcAft>
              <a:buFont typeface="Arial" panose="020B0604020202020204" pitchFamily="34" charset="0"/>
              <a:buNone/>
              <a:defRPr sz="933">
                <a:solidFill>
                  <a:schemeClr val="tx1"/>
                </a:solidFill>
              </a:defRPr>
            </a:lvl2pPr>
            <a:lvl3pPr>
              <a:lnSpc>
                <a:spcPct val="110000"/>
              </a:lnSpc>
              <a:defRPr sz="1067">
                <a:latin typeface="+mj-lt"/>
              </a:defRPr>
            </a:lvl3pPr>
            <a:lvl4pPr>
              <a:defRPr sz="1333"/>
            </a:lvl4pPr>
            <a:lvl5pPr>
              <a:defRPr sz="1333"/>
            </a:lvl5pPr>
          </a:lstStyle>
          <a:p>
            <a:pPr lvl="0"/>
            <a:r>
              <a:rPr lang="en-US" noProof="0"/>
              <a:t>Click to edit Master text styles</a:t>
            </a:r>
          </a:p>
        </p:txBody>
      </p:sp>
      <p:sp>
        <p:nvSpPr>
          <p:cNvPr id="44" name="Espace réservé du texte 4">
            <a:extLst>
              <a:ext uri="{FF2B5EF4-FFF2-40B4-BE49-F238E27FC236}">
                <a16:creationId xmlns:a16="http://schemas.microsoft.com/office/drawing/2014/main" id="{14A4C1F7-829A-4567-999B-287472F1F401}"/>
              </a:ext>
            </a:extLst>
          </p:cNvPr>
          <p:cNvSpPr>
            <a:spLocks noGrp="1"/>
          </p:cNvSpPr>
          <p:nvPr>
            <p:ph type="body" sz="quarter" idx="46"/>
          </p:nvPr>
        </p:nvSpPr>
        <p:spPr>
          <a:xfrm>
            <a:off x="10054690" y="3269349"/>
            <a:ext cx="1694284" cy="419247"/>
          </a:xfrm>
        </p:spPr>
        <p:txBody>
          <a:bodyPr/>
          <a:lstStyle>
            <a:lvl1pPr algn="l">
              <a:lnSpc>
                <a:spcPct val="125000"/>
              </a:lnSpc>
              <a:defRPr sz="1600">
                <a:solidFill>
                  <a:schemeClr val="accent2"/>
                </a:solidFill>
              </a:defRPr>
            </a:lvl1pPr>
            <a:lvl2pPr marL="0" indent="0">
              <a:lnSpc>
                <a:spcPts val="1600"/>
              </a:lnSpc>
              <a:spcAft>
                <a:spcPts val="533"/>
              </a:spcAft>
              <a:buFont typeface="Arial" panose="020B0604020202020204" pitchFamily="34" charset="0"/>
              <a:buNone/>
              <a:defRPr sz="1467">
                <a:solidFill>
                  <a:schemeClr val="accent2"/>
                </a:solidFill>
              </a:defRPr>
            </a:lvl2pPr>
            <a:lvl3pPr>
              <a:lnSpc>
                <a:spcPct val="110000"/>
              </a:lnSpc>
              <a:defRPr sz="1067">
                <a:latin typeface="+mj-lt"/>
              </a:defRPr>
            </a:lvl3pPr>
            <a:lvl4pPr>
              <a:defRPr sz="1333"/>
            </a:lvl4pPr>
            <a:lvl5pPr>
              <a:defRPr sz="1333"/>
            </a:lvl5pPr>
          </a:lstStyle>
          <a:p>
            <a:pPr lvl="0"/>
            <a:r>
              <a:rPr lang="en-US" noProof="0"/>
              <a:t>Click to edit Master text styles</a:t>
            </a:r>
          </a:p>
        </p:txBody>
      </p:sp>
      <p:sp>
        <p:nvSpPr>
          <p:cNvPr id="45" name="Espace réservé du texte 4">
            <a:extLst>
              <a:ext uri="{FF2B5EF4-FFF2-40B4-BE49-F238E27FC236}">
                <a16:creationId xmlns:a16="http://schemas.microsoft.com/office/drawing/2014/main" id="{A4030E47-E75C-4A3D-9FAD-95FD358BD577}"/>
              </a:ext>
            </a:extLst>
          </p:cNvPr>
          <p:cNvSpPr>
            <a:spLocks noGrp="1"/>
          </p:cNvSpPr>
          <p:nvPr>
            <p:ph type="body" sz="quarter" idx="47"/>
          </p:nvPr>
        </p:nvSpPr>
        <p:spPr>
          <a:xfrm>
            <a:off x="10054690" y="3721782"/>
            <a:ext cx="1694284" cy="419247"/>
          </a:xfrm>
        </p:spPr>
        <p:txBody>
          <a:bodyPr/>
          <a:lstStyle>
            <a:lvl1pPr algn="l">
              <a:lnSpc>
                <a:spcPct val="125000"/>
              </a:lnSpc>
              <a:defRPr sz="1067">
                <a:solidFill>
                  <a:schemeClr val="tx1"/>
                </a:solidFill>
              </a:defRPr>
            </a:lvl1pPr>
            <a:lvl2pPr marL="0" indent="0">
              <a:lnSpc>
                <a:spcPts val="1600"/>
              </a:lnSpc>
              <a:spcAft>
                <a:spcPts val="533"/>
              </a:spcAft>
              <a:buFont typeface="Arial" panose="020B0604020202020204" pitchFamily="34" charset="0"/>
              <a:buNone/>
              <a:defRPr sz="933">
                <a:solidFill>
                  <a:schemeClr val="tx1"/>
                </a:solidFill>
              </a:defRPr>
            </a:lvl2pPr>
            <a:lvl3pPr>
              <a:lnSpc>
                <a:spcPct val="110000"/>
              </a:lnSpc>
              <a:defRPr sz="1067">
                <a:latin typeface="+mj-lt"/>
              </a:defRPr>
            </a:lvl3pPr>
            <a:lvl4pPr>
              <a:defRPr sz="1333"/>
            </a:lvl4pPr>
            <a:lvl5pPr>
              <a:defRPr sz="1333"/>
            </a:lvl5pPr>
          </a:lstStyle>
          <a:p>
            <a:pPr lvl="0"/>
            <a:r>
              <a:rPr lang="en-US" noProof="0"/>
              <a:t>Click to edit Master text styles</a:t>
            </a:r>
          </a:p>
        </p:txBody>
      </p:sp>
      <p:sp>
        <p:nvSpPr>
          <p:cNvPr id="23" name="Espace réservé du texte 5">
            <a:extLst>
              <a:ext uri="{FF2B5EF4-FFF2-40B4-BE49-F238E27FC236}">
                <a16:creationId xmlns:a16="http://schemas.microsoft.com/office/drawing/2014/main" id="{7FA14FD7-95C9-4327-B716-189176F2E3E3}"/>
              </a:ext>
            </a:extLst>
          </p:cNvPr>
          <p:cNvSpPr>
            <a:spLocks noGrp="1"/>
          </p:cNvSpPr>
          <p:nvPr>
            <p:ph type="body" sz="quarter" idx="18"/>
          </p:nvPr>
        </p:nvSpPr>
        <p:spPr>
          <a:xfrm>
            <a:off x="4033427" y="425183"/>
            <a:ext cx="7715547" cy="164148"/>
          </a:xfrm>
        </p:spPr>
        <p:txBody>
          <a:bodyPr wrap="square" anchor="t" anchorCtr="0">
            <a:spAutoFit/>
          </a:bodyPr>
          <a:lstStyle>
            <a:lvl1pPr algn="l">
              <a:lnSpc>
                <a:spcPct val="100000"/>
              </a:lnSpc>
              <a:spcAft>
                <a:spcPts val="0"/>
              </a:spcAft>
              <a:defRPr lang="fr-FR" sz="1067" b="0" i="0" kern="1200" dirty="0" err="1" smtClean="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algn="l">
              <a:lnSpc>
                <a:spcPct val="100000"/>
              </a:lnSpc>
              <a:spcBef>
                <a:spcPts val="400"/>
              </a:spcBef>
              <a:spcAft>
                <a:spcPts val="0"/>
              </a:spcAft>
              <a:defRPr sz="533" b="0" i="0" cap="all" baseline="0">
                <a:latin typeface="Verdana" panose="020B0604030504040204" pitchFamily="34" charset="0"/>
                <a:ea typeface="Verdana" panose="020B0604030504040204" pitchFamily="34" charset="0"/>
                <a:cs typeface="Verdana" panose="020B0604030504040204" pitchFamily="34" charset="0"/>
              </a:defRPr>
            </a:lvl2pPr>
            <a:lvl3pPr>
              <a:spcBef>
                <a:spcPts val="400"/>
              </a:spcBef>
              <a:tabLst>
                <a:tab pos="836063" algn="l"/>
              </a:tabLst>
              <a:defRPr sz="533"/>
            </a:lvl3pPr>
          </a:lstStyle>
          <a:p>
            <a:pPr lvl="0"/>
            <a:r>
              <a:rPr lang="en-US" noProof="0"/>
              <a:t>Click to edit Master text styles</a:t>
            </a:r>
          </a:p>
        </p:txBody>
      </p:sp>
      <p:sp>
        <p:nvSpPr>
          <p:cNvPr id="24" name="Espace réservé du texte 4">
            <a:extLst>
              <a:ext uri="{FF2B5EF4-FFF2-40B4-BE49-F238E27FC236}">
                <a16:creationId xmlns:a16="http://schemas.microsoft.com/office/drawing/2014/main" id="{CBC1E183-B986-4005-B87A-30E837CB27F1}"/>
              </a:ext>
            </a:extLst>
          </p:cNvPr>
          <p:cNvSpPr>
            <a:spLocks noGrp="1"/>
          </p:cNvSpPr>
          <p:nvPr>
            <p:ph type="body" sz="quarter" idx="48"/>
          </p:nvPr>
        </p:nvSpPr>
        <p:spPr>
          <a:xfrm>
            <a:off x="444974" y="1577577"/>
            <a:ext cx="2824073" cy="492443"/>
          </a:xfrm>
        </p:spPr>
        <p:txBody>
          <a:bodyPr wrap="square">
            <a:spAutoFit/>
          </a:bodyPr>
          <a:lstStyle>
            <a:lvl1pPr>
              <a:lnSpc>
                <a:spcPct val="100000"/>
              </a:lnSpc>
              <a:spcAft>
                <a:spcPts val="0"/>
              </a:spcAft>
              <a:defRPr sz="1600" b="0" i="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0" indent="0">
              <a:spcBef>
                <a:spcPts val="533"/>
              </a:spcBef>
              <a:buFont typeface="Arial" panose="020B0604020202020204" pitchFamily="34" charset="0"/>
              <a:buNone/>
              <a:defRPr sz="1600"/>
            </a:lvl2pPr>
            <a:lvl3pPr>
              <a:lnSpc>
                <a:spcPct val="110000"/>
              </a:lnSpc>
              <a:defRPr lang="en-US" sz="1333" kern="1200" dirty="0" smtClean="0">
                <a:solidFill>
                  <a:schemeClr val="tx1"/>
                </a:solidFill>
                <a:latin typeface="Sanofi Sans 3 Regular"/>
                <a:ea typeface="+mn-ea"/>
                <a:cs typeface="+mn-cs"/>
              </a:defRPr>
            </a:lvl3pPr>
            <a:lvl4pPr>
              <a:defRPr sz="1333"/>
            </a:lvl4pPr>
            <a:lvl5pPr>
              <a:defRPr sz="1333"/>
            </a:lvl5pPr>
          </a:lstStyle>
          <a:p>
            <a:pPr lvl="0"/>
            <a:r>
              <a:rPr lang="en-US" noProof="0"/>
              <a:t>Click to edit Master text styles</a:t>
            </a:r>
          </a:p>
        </p:txBody>
      </p:sp>
      <p:sp>
        <p:nvSpPr>
          <p:cNvPr id="25" name="Text Placeholder 2">
            <a:extLst>
              <a:ext uri="{FF2B5EF4-FFF2-40B4-BE49-F238E27FC236}">
                <a16:creationId xmlns:a16="http://schemas.microsoft.com/office/drawing/2014/main" id="{61183799-5968-4FC4-B6D2-F8DDF1F8685C}"/>
              </a:ext>
            </a:extLst>
          </p:cNvPr>
          <p:cNvSpPr>
            <a:spLocks noGrp="1"/>
          </p:cNvSpPr>
          <p:nvPr>
            <p:ph type="body" sz="quarter" idx="49"/>
          </p:nvPr>
        </p:nvSpPr>
        <p:spPr>
          <a:xfrm>
            <a:off x="442034" y="1943799"/>
            <a:ext cx="2827447" cy="4295223"/>
          </a:xfrm>
        </p:spPr>
        <p:txBody>
          <a:bodyPr/>
          <a:lstStyle>
            <a:lvl1pPr>
              <a:defRPr>
                <a:solidFill>
                  <a:schemeClr val="tx1"/>
                </a:solidFill>
              </a:defRPr>
            </a:lvl1pPr>
            <a:lvl2pPr marL="302392" indent="-302392">
              <a:buFontTx/>
              <a:buBlip>
                <a:blip r:embed="rId3"/>
              </a:buBlip>
              <a:defRPr>
                <a:solidFill>
                  <a:schemeClr val="tx1"/>
                </a:solidFill>
              </a:defRPr>
            </a:lvl2pPr>
            <a:lvl3pPr marL="609585" indent="-302392">
              <a:buFontTx/>
              <a:buBlip>
                <a:blip r:embed="rId3"/>
              </a:buBlip>
              <a:defRPr>
                <a:solidFill>
                  <a:schemeClr val="tx1"/>
                </a:solidFill>
              </a:defRPr>
            </a:lvl3pPr>
            <a:lvl4pPr marL="911977" indent="-302392">
              <a:buFontTx/>
              <a:buBlip>
                <a:blip r:embed="rId3"/>
              </a:buBlip>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1B60C5BA-4E6C-49B9-BC13-AE34B754C3AB}"/>
              </a:ext>
            </a:extLst>
          </p:cNvPr>
          <p:cNvSpPr>
            <a:spLocks noGrp="1"/>
          </p:cNvSpPr>
          <p:nvPr>
            <p:ph type="title"/>
          </p:nvPr>
        </p:nvSpPr>
        <p:spPr>
          <a:xfrm>
            <a:off x="441600" y="710401"/>
            <a:ext cx="2827447" cy="748247"/>
          </a:xfrm>
        </p:spPr>
        <p:txBody>
          <a:bodyPr/>
          <a:lstStyle>
            <a:lvl1pPr>
              <a:defRPr>
                <a:solidFill>
                  <a:schemeClr val="tx1"/>
                </a:solidFill>
              </a:defRPr>
            </a:lvl1pPr>
          </a:lstStyle>
          <a:p>
            <a:r>
              <a:rPr lang="en-US"/>
              <a:t>Click to edit Master title style</a:t>
            </a:r>
            <a:endParaRPr lang="en-US" dirty="0"/>
          </a:p>
        </p:txBody>
      </p:sp>
      <p:grpSp>
        <p:nvGrpSpPr>
          <p:cNvPr id="35" name="Graphique 7">
            <a:extLst>
              <a:ext uri="{FF2B5EF4-FFF2-40B4-BE49-F238E27FC236}">
                <a16:creationId xmlns:a16="http://schemas.microsoft.com/office/drawing/2014/main" id="{5AC15C66-D7EB-4500-A551-9FCE3A2D9B84}"/>
              </a:ext>
            </a:extLst>
          </p:cNvPr>
          <p:cNvGrpSpPr>
            <a:grpSpLocks noChangeAspect="1"/>
          </p:cNvGrpSpPr>
          <p:nvPr userDrawn="1"/>
        </p:nvGrpSpPr>
        <p:grpSpPr>
          <a:xfrm>
            <a:off x="442166" y="6329527"/>
            <a:ext cx="1071853" cy="275084"/>
            <a:chOff x="4768103" y="-471733"/>
            <a:chExt cx="744723" cy="191124"/>
          </a:xfrm>
          <a:solidFill>
            <a:srgbClr val="FFFFFF"/>
          </a:solidFill>
        </p:grpSpPr>
        <p:sp>
          <p:nvSpPr>
            <p:cNvPr id="36" name="Forme libre : forme 9">
              <a:extLst>
                <a:ext uri="{FF2B5EF4-FFF2-40B4-BE49-F238E27FC236}">
                  <a16:creationId xmlns:a16="http://schemas.microsoft.com/office/drawing/2014/main" id="{DAF98B67-E81F-4FBA-B764-933BBFE9CB5D}"/>
                </a:ext>
              </a:extLst>
            </p:cNvPr>
            <p:cNvSpPr/>
            <p:nvPr userDrawn="1"/>
          </p:nvSpPr>
          <p:spPr>
            <a:xfrm>
              <a:off x="4770087" y="-471716"/>
              <a:ext cx="740699" cy="191096"/>
            </a:xfrm>
            <a:custGeom>
              <a:avLst/>
              <a:gdLst>
                <a:gd name="connsiteX0" fmla="*/ 689325 w 740699"/>
                <a:gd name="connsiteY0" fmla="*/ 7347 h 191096"/>
                <a:gd name="connsiteX1" fmla="*/ 688790 w 740699"/>
                <a:gd name="connsiteY1" fmla="*/ 10847 h 191096"/>
                <a:gd name="connsiteX2" fmla="*/ 686092 w 740699"/>
                <a:gd name="connsiteY2" fmla="*/ 24840 h 191096"/>
                <a:gd name="connsiteX3" fmla="*/ 680980 w 740699"/>
                <a:gd name="connsiteY3" fmla="*/ 29953 h 191096"/>
                <a:gd name="connsiteX4" fmla="*/ 667797 w 740699"/>
                <a:gd name="connsiteY4" fmla="*/ 28608 h 191096"/>
                <a:gd name="connsiteX5" fmla="*/ 646528 w 740699"/>
                <a:gd name="connsiteY5" fmla="*/ 50946 h 191096"/>
                <a:gd name="connsiteX6" fmla="*/ 646528 w 740699"/>
                <a:gd name="connsiteY6" fmla="*/ 53911 h 191096"/>
                <a:gd name="connsiteX7" fmla="*/ 680712 w 740699"/>
                <a:gd name="connsiteY7" fmla="*/ 53911 h 191096"/>
                <a:gd name="connsiteX8" fmla="*/ 686092 w 740699"/>
                <a:gd name="connsiteY8" fmla="*/ 59559 h 191096"/>
                <a:gd name="connsiteX9" fmla="*/ 686092 w 740699"/>
                <a:gd name="connsiteY9" fmla="*/ 78130 h 191096"/>
                <a:gd name="connsiteX10" fmla="*/ 680712 w 740699"/>
                <a:gd name="connsiteY10" fmla="*/ 83518 h 191096"/>
                <a:gd name="connsiteX11" fmla="*/ 646528 w 740699"/>
                <a:gd name="connsiteY11" fmla="*/ 83518 h 191096"/>
                <a:gd name="connsiteX12" fmla="*/ 646528 w 740699"/>
                <a:gd name="connsiteY12" fmla="*/ 183097 h 191096"/>
                <a:gd name="connsiteX13" fmla="*/ 641148 w 740699"/>
                <a:gd name="connsiteY13" fmla="*/ 188485 h 191096"/>
                <a:gd name="connsiteX14" fmla="*/ 617197 w 740699"/>
                <a:gd name="connsiteY14" fmla="*/ 188485 h 191096"/>
                <a:gd name="connsiteX15" fmla="*/ 611809 w 740699"/>
                <a:gd name="connsiteY15" fmla="*/ 183097 h 191096"/>
                <a:gd name="connsiteX16" fmla="*/ 611809 w 740699"/>
                <a:gd name="connsiteY16" fmla="*/ 56602 h 191096"/>
                <a:gd name="connsiteX17" fmla="*/ 666987 w 740699"/>
                <a:gd name="connsiteY17" fmla="*/ 79 h 191096"/>
                <a:gd name="connsiteX18" fmla="*/ 683945 w 740699"/>
                <a:gd name="connsiteY18" fmla="*/ 1966 h 191096"/>
                <a:gd name="connsiteX19" fmla="*/ 689325 w 740699"/>
                <a:gd name="connsiteY19" fmla="*/ 7347 h 191096"/>
                <a:gd name="connsiteX20" fmla="*/ 741003 w 740699"/>
                <a:gd name="connsiteY20" fmla="*/ 59292 h 191096"/>
                <a:gd name="connsiteX21" fmla="*/ 741003 w 740699"/>
                <a:gd name="connsiteY21" fmla="*/ 183097 h 191096"/>
                <a:gd name="connsiteX22" fmla="*/ 735615 w 740699"/>
                <a:gd name="connsiteY22" fmla="*/ 188485 h 191096"/>
                <a:gd name="connsiteX23" fmla="*/ 711396 w 740699"/>
                <a:gd name="connsiteY23" fmla="*/ 188485 h 191096"/>
                <a:gd name="connsiteX24" fmla="*/ 706008 w 740699"/>
                <a:gd name="connsiteY24" fmla="*/ 183097 h 191096"/>
                <a:gd name="connsiteX25" fmla="*/ 706008 w 740699"/>
                <a:gd name="connsiteY25" fmla="*/ 59292 h 191096"/>
                <a:gd name="connsiteX26" fmla="*/ 711396 w 740699"/>
                <a:gd name="connsiteY26" fmla="*/ 53911 h 191096"/>
                <a:gd name="connsiteX27" fmla="*/ 735615 w 740699"/>
                <a:gd name="connsiteY27" fmla="*/ 53911 h 191096"/>
                <a:gd name="connsiteX28" fmla="*/ 741003 w 740699"/>
                <a:gd name="connsiteY28" fmla="*/ 59292 h 191096"/>
                <a:gd name="connsiteX29" fmla="*/ 518954 w 740699"/>
                <a:gd name="connsiteY29" fmla="*/ 158879 h 191096"/>
                <a:gd name="connsiteX30" fmla="*/ 485847 w 740699"/>
                <a:gd name="connsiteY30" fmla="*/ 121195 h 191096"/>
                <a:gd name="connsiteX31" fmla="*/ 517074 w 740699"/>
                <a:gd name="connsiteY31" fmla="*/ 83518 h 191096"/>
                <a:gd name="connsiteX32" fmla="*/ 550173 w 740699"/>
                <a:gd name="connsiteY32" fmla="*/ 121195 h 191096"/>
                <a:gd name="connsiteX33" fmla="*/ 518954 w 740699"/>
                <a:gd name="connsiteY33" fmla="*/ 158879 h 191096"/>
                <a:gd name="connsiteX34" fmla="*/ 517074 w 740699"/>
                <a:gd name="connsiteY34" fmla="*/ 51221 h 191096"/>
                <a:gd name="connsiteX35" fmla="*/ 450317 w 740699"/>
                <a:gd name="connsiteY35" fmla="*/ 121195 h 191096"/>
                <a:gd name="connsiteX36" fmla="*/ 518954 w 740699"/>
                <a:gd name="connsiteY36" fmla="*/ 191176 h 191096"/>
                <a:gd name="connsiteX37" fmla="*/ 585702 w 740699"/>
                <a:gd name="connsiteY37" fmla="*/ 121195 h 191096"/>
                <a:gd name="connsiteX38" fmla="*/ 517074 w 740699"/>
                <a:gd name="connsiteY38" fmla="*/ 51221 h 191096"/>
                <a:gd name="connsiteX39" fmla="*/ 424486 w 740699"/>
                <a:gd name="connsiteY39" fmla="*/ 101813 h 191096"/>
                <a:gd name="connsiteX40" fmla="*/ 424486 w 740699"/>
                <a:gd name="connsiteY40" fmla="*/ 183097 h 191096"/>
                <a:gd name="connsiteX41" fmla="*/ 419098 w 740699"/>
                <a:gd name="connsiteY41" fmla="*/ 188485 h 191096"/>
                <a:gd name="connsiteX42" fmla="*/ 394880 w 740699"/>
                <a:gd name="connsiteY42" fmla="*/ 188485 h 191096"/>
                <a:gd name="connsiteX43" fmla="*/ 389492 w 740699"/>
                <a:gd name="connsiteY43" fmla="*/ 183097 h 191096"/>
                <a:gd name="connsiteX44" fmla="*/ 389492 w 740699"/>
                <a:gd name="connsiteY44" fmla="*/ 106391 h 191096"/>
                <a:gd name="connsiteX45" fmla="*/ 363385 w 740699"/>
                <a:gd name="connsiteY45" fmla="*/ 83518 h 191096"/>
                <a:gd name="connsiteX46" fmla="*/ 343469 w 740699"/>
                <a:gd name="connsiteY46" fmla="*/ 85665 h 191096"/>
                <a:gd name="connsiteX47" fmla="*/ 337012 w 740699"/>
                <a:gd name="connsiteY47" fmla="*/ 92666 h 191096"/>
                <a:gd name="connsiteX48" fmla="*/ 337012 w 740699"/>
                <a:gd name="connsiteY48" fmla="*/ 183097 h 191096"/>
                <a:gd name="connsiteX49" fmla="*/ 331624 w 740699"/>
                <a:gd name="connsiteY49" fmla="*/ 188485 h 191096"/>
                <a:gd name="connsiteX50" fmla="*/ 307405 w 740699"/>
                <a:gd name="connsiteY50" fmla="*/ 188485 h 191096"/>
                <a:gd name="connsiteX51" fmla="*/ 302017 w 740699"/>
                <a:gd name="connsiteY51" fmla="*/ 183097 h 191096"/>
                <a:gd name="connsiteX52" fmla="*/ 302017 w 740699"/>
                <a:gd name="connsiteY52" fmla="*/ 71672 h 191096"/>
                <a:gd name="connsiteX53" fmla="*/ 308750 w 740699"/>
                <a:gd name="connsiteY53" fmla="*/ 60904 h 191096"/>
                <a:gd name="connsiteX54" fmla="*/ 362850 w 740699"/>
                <a:gd name="connsiteY54" fmla="*/ 51221 h 191096"/>
                <a:gd name="connsiteX55" fmla="*/ 424486 w 740699"/>
                <a:gd name="connsiteY55" fmla="*/ 101813 h 191096"/>
                <a:gd name="connsiteX56" fmla="*/ 122497 w 740699"/>
                <a:gd name="connsiteY56" fmla="*/ 167759 h 191096"/>
                <a:gd name="connsiteX57" fmla="*/ 120342 w 740699"/>
                <a:gd name="connsiteY57" fmla="*/ 183097 h 191096"/>
                <a:gd name="connsiteX58" fmla="*/ 113350 w 740699"/>
                <a:gd name="connsiteY58" fmla="*/ 188485 h 191096"/>
                <a:gd name="connsiteX59" fmla="*/ 89123 w 740699"/>
                <a:gd name="connsiteY59" fmla="*/ 188485 h 191096"/>
                <a:gd name="connsiteX60" fmla="*/ 85088 w 740699"/>
                <a:gd name="connsiteY60" fmla="*/ 184718 h 191096"/>
                <a:gd name="connsiteX61" fmla="*/ 85356 w 740699"/>
                <a:gd name="connsiteY61" fmla="*/ 183097 h 191096"/>
                <a:gd name="connsiteX62" fmla="*/ 86968 w 740699"/>
                <a:gd name="connsiteY62" fmla="*/ 173140 h 191096"/>
                <a:gd name="connsiteX63" fmla="*/ 303 w 740699"/>
                <a:gd name="connsiteY63" fmla="*/ 98589 h 191096"/>
                <a:gd name="connsiteX64" fmla="*/ 59517 w 740699"/>
                <a:gd name="connsiteY64" fmla="*/ 50144 h 191096"/>
                <a:gd name="connsiteX65" fmla="*/ 115230 w 740699"/>
                <a:gd name="connsiteY65" fmla="*/ 64404 h 191096"/>
                <a:gd name="connsiteX66" fmla="*/ 118462 w 740699"/>
                <a:gd name="connsiteY66" fmla="*/ 69792 h 191096"/>
                <a:gd name="connsiteX67" fmla="*/ 117385 w 740699"/>
                <a:gd name="connsiteY67" fmla="*/ 74362 h 191096"/>
                <a:gd name="connsiteX68" fmla="*/ 109039 w 740699"/>
                <a:gd name="connsiteY68" fmla="*/ 92131 h 191096"/>
                <a:gd name="connsiteX69" fmla="*/ 103116 w 740699"/>
                <a:gd name="connsiteY69" fmla="*/ 95899 h 191096"/>
                <a:gd name="connsiteX70" fmla="*/ 99081 w 740699"/>
                <a:gd name="connsiteY70" fmla="*/ 94821 h 191096"/>
                <a:gd name="connsiteX71" fmla="*/ 58439 w 740699"/>
                <a:gd name="connsiteY71" fmla="*/ 82708 h 191096"/>
                <a:gd name="connsiteX72" fmla="*/ 35833 w 740699"/>
                <a:gd name="connsiteY72" fmla="*/ 96166 h 191096"/>
                <a:gd name="connsiteX73" fmla="*/ 122497 w 740699"/>
                <a:gd name="connsiteY73" fmla="*/ 167759 h 191096"/>
                <a:gd name="connsiteX74" fmla="*/ 234191 w 740699"/>
                <a:gd name="connsiteY74" fmla="*/ 149189 h 191096"/>
                <a:gd name="connsiteX75" fmla="*/ 227466 w 740699"/>
                <a:gd name="connsiteY75" fmla="*/ 156456 h 191096"/>
                <a:gd name="connsiteX76" fmla="*/ 209162 w 740699"/>
                <a:gd name="connsiteY76" fmla="*/ 158879 h 191096"/>
                <a:gd name="connsiteX77" fmla="*/ 175788 w 740699"/>
                <a:gd name="connsiteY77" fmla="*/ 121195 h 191096"/>
                <a:gd name="connsiteX78" fmla="*/ 209162 w 740699"/>
                <a:gd name="connsiteY78" fmla="*/ 83518 h 191096"/>
                <a:gd name="connsiteX79" fmla="*/ 227466 w 740699"/>
                <a:gd name="connsiteY79" fmla="*/ 85941 h 191096"/>
                <a:gd name="connsiteX80" fmla="*/ 234191 w 740699"/>
                <a:gd name="connsiteY80" fmla="*/ 93201 h 191096"/>
                <a:gd name="connsiteX81" fmla="*/ 234191 w 740699"/>
                <a:gd name="connsiteY81" fmla="*/ 149189 h 191096"/>
                <a:gd name="connsiteX82" fmla="*/ 262452 w 740699"/>
                <a:gd name="connsiteY82" fmla="*/ 61179 h 191096"/>
                <a:gd name="connsiteX83" fmla="*/ 209430 w 740699"/>
                <a:gd name="connsiteY83" fmla="*/ 51221 h 191096"/>
                <a:gd name="connsiteX84" fmla="*/ 140258 w 740699"/>
                <a:gd name="connsiteY84" fmla="*/ 121195 h 191096"/>
                <a:gd name="connsiteX85" fmla="*/ 208895 w 740699"/>
                <a:gd name="connsiteY85" fmla="*/ 191176 h 191096"/>
                <a:gd name="connsiteX86" fmla="*/ 262452 w 740699"/>
                <a:gd name="connsiteY86" fmla="*/ 180407 h 191096"/>
                <a:gd name="connsiteX87" fmla="*/ 269185 w 740699"/>
                <a:gd name="connsiteY87" fmla="*/ 169639 h 191096"/>
                <a:gd name="connsiteX88" fmla="*/ 269185 w 740699"/>
                <a:gd name="connsiteY88" fmla="*/ 71940 h 191096"/>
                <a:gd name="connsiteX89" fmla="*/ 262452 w 740699"/>
                <a:gd name="connsiteY89" fmla="*/ 61179 h 191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740699" h="191096">
                  <a:moveTo>
                    <a:pt x="689325" y="7347"/>
                  </a:moveTo>
                  <a:cubicBezTo>
                    <a:pt x="689325" y="8511"/>
                    <a:pt x="689026" y="9604"/>
                    <a:pt x="688790" y="10847"/>
                  </a:cubicBezTo>
                  <a:lnTo>
                    <a:pt x="686092" y="24840"/>
                  </a:lnTo>
                  <a:cubicBezTo>
                    <a:pt x="685558" y="28073"/>
                    <a:pt x="684213" y="29953"/>
                    <a:pt x="680980" y="29953"/>
                  </a:cubicBezTo>
                  <a:cubicBezTo>
                    <a:pt x="678974" y="29953"/>
                    <a:pt x="673177" y="28608"/>
                    <a:pt x="667797" y="28608"/>
                  </a:cubicBezTo>
                  <a:cubicBezTo>
                    <a:pt x="652993" y="28608"/>
                    <a:pt x="646528" y="36143"/>
                    <a:pt x="646528" y="50946"/>
                  </a:cubicBezTo>
                  <a:lnTo>
                    <a:pt x="646528" y="53911"/>
                  </a:lnTo>
                  <a:lnTo>
                    <a:pt x="680712" y="53911"/>
                  </a:lnTo>
                  <a:cubicBezTo>
                    <a:pt x="684213" y="53911"/>
                    <a:pt x="686092" y="56059"/>
                    <a:pt x="686092" y="59559"/>
                  </a:cubicBezTo>
                  <a:lnTo>
                    <a:pt x="686092" y="78130"/>
                  </a:lnTo>
                  <a:cubicBezTo>
                    <a:pt x="686092" y="81363"/>
                    <a:pt x="684213" y="83518"/>
                    <a:pt x="680712" y="83518"/>
                  </a:cubicBezTo>
                  <a:lnTo>
                    <a:pt x="646528" y="83518"/>
                  </a:lnTo>
                  <a:lnTo>
                    <a:pt x="646528" y="183097"/>
                  </a:lnTo>
                  <a:cubicBezTo>
                    <a:pt x="646528" y="186330"/>
                    <a:pt x="644380" y="188485"/>
                    <a:pt x="641148" y="188485"/>
                  </a:cubicBezTo>
                  <a:lnTo>
                    <a:pt x="617197" y="188485"/>
                  </a:lnTo>
                  <a:cubicBezTo>
                    <a:pt x="613964" y="188485"/>
                    <a:pt x="611809" y="186330"/>
                    <a:pt x="611809" y="183097"/>
                  </a:cubicBezTo>
                  <a:lnTo>
                    <a:pt x="611809" y="56602"/>
                  </a:lnTo>
                  <a:cubicBezTo>
                    <a:pt x="611809" y="17839"/>
                    <a:pt x="633612" y="79"/>
                    <a:pt x="666987" y="79"/>
                  </a:cubicBezTo>
                  <a:cubicBezTo>
                    <a:pt x="672729" y="79"/>
                    <a:pt x="678557" y="621"/>
                    <a:pt x="683945" y="1966"/>
                  </a:cubicBezTo>
                  <a:cubicBezTo>
                    <a:pt x="687713" y="2769"/>
                    <a:pt x="689325" y="4358"/>
                    <a:pt x="689325" y="7347"/>
                  </a:cubicBezTo>
                  <a:moveTo>
                    <a:pt x="741003" y="59292"/>
                  </a:moveTo>
                  <a:lnTo>
                    <a:pt x="741003" y="183097"/>
                  </a:lnTo>
                  <a:cubicBezTo>
                    <a:pt x="741003" y="186330"/>
                    <a:pt x="738848" y="188485"/>
                    <a:pt x="735615" y="188485"/>
                  </a:cubicBezTo>
                  <a:lnTo>
                    <a:pt x="711396" y="188485"/>
                  </a:lnTo>
                  <a:cubicBezTo>
                    <a:pt x="708164" y="188485"/>
                    <a:pt x="706008" y="186330"/>
                    <a:pt x="706008" y="183097"/>
                  </a:cubicBezTo>
                  <a:lnTo>
                    <a:pt x="706008" y="59292"/>
                  </a:lnTo>
                  <a:cubicBezTo>
                    <a:pt x="706008" y="56059"/>
                    <a:pt x="708164" y="53911"/>
                    <a:pt x="711396" y="53911"/>
                  </a:cubicBezTo>
                  <a:lnTo>
                    <a:pt x="735615" y="53911"/>
                  </a:lnTo>
                  <a:cubicBezTo>
                    <a:pt x="738848" y="53911"/>
                    <a:pt x="741003" y="56059"/>
                    <a:pt x="741003" y="59292"/>
                  </a:cubicBezTo>
                  <a:moveTo>
                    <a:pt x="518954" y="158879"/>
                  </a:moveTo>
                  <a:cubicBezTo>
                    <a:pt x="499038" y="158879"/>
                    <a:pt x="485847" y="145956"/>
                    <a:pt x="485847" y="121195"/>
                  </a:cubicBezTo>
                  <a:cubicBezTo>
                    <a:pt x="485847" y="96433"/>
                    <a:pt x="499038" y="83518"/>
                    <a:pt x="517074" y="83518"/>
                  </a:cubicBezTo>
                  <a:cubicBezTo>
                    <a:pt x="536990" y="83518"/>
                    <a:pt x="550173" y="96433"/>
                    <a:pt x="550173" y="121195"/>
                  </a:cubicBezTo>
                  <a:cubicBezTo>
                    <a:pt x="550173" y="145956"/>
                    <a:pt x="536990" y="158879"/>
                    <a:pt x="518954" y="158879"/>
                  </a:cubicBezTo>
                  <a:moveTo>
                    <a:pt x="517074" y="51221"/>
                  </a:moveTo>
                  <a:cubicBezTo>
                    <a:pt x="476699" y="51221"/>
                    <a:pt x="450317" y="80553"/>
                    <a:pt x="450317" y="121195"/>
                  </a:cubicBezTo>
                  <a:cubicBezTo>
                    <a:pt x="450317" y="161837"/>
                    <a:pt x="476699" y="191176"/>
                    <a:pt x="518954" y="191176"/>
                  </a:cubicBezTo>
                  <a:cubicBezTo>
                    <a:pt x="559328" y="191176"/>
                    <a:pt x="585702" y="161837"/>
                    <a:pt x="585702" y="121195"/>
                  </a:cubicBezTo>
                  <a:cubicBezTo>
                    <a:pt x="585702" y="80553"/>
                    <a:pt x="559328" y="51221"/>
                    <a:pt x="517074" y="51221"/>
                  </a:cubicBezTo>
                  <a:moveTo>
                    <a:pt x="424486" y="101813"/>
                  </a:moveTo>
                  <a:lnTo>
                    <a:pt x="424486" y="183097"/>
                  </a:lnTo>
                  <a:cubicBezTo>
                    <a:pt x="424486" y="186330"/>
                    <a:pt x="422331" y="188485"/>
                    <a:pt x="419098" y="188485"/>
                  </a:cubicBezTo>
                  <a:lnTo>
                    <a:pt x="394880" y="188485"/>
                  </a:lnTo>
                  <a:cubicBezTo>
                    <a:pt x="391647" y="188485"/>
                    <a:pt x="389492" y="186330"/>
                    <a:pt x="389492" y="183097"/>
                  </a:cubicBezTo>
                  <a:lnTo>
                    <a:pt x="389492" y="106391"/>
                  </a:lnTo>
                  <a:cubicBezTo>
                    <a:pt x="389492" y="90243"/>
                    <a:pt x="377921" y="83518"/>
                    <a:pt x="363385" y="83518"/>
                  </a:cubicBezTo>
                  <a:cubicBezTo>
                    <a:pt x="355040" y="83518"/>
                    <a:pt x="350470" y="84053"/>
                    <a:pt x="343469" y="85665"/>
                  </a:cubicBezTo>
                  <a:cubicBezTo>
                    <a:pt x="339159" y="86743"/>
                    <a:pt x="337012" y="88631"/>
                    <a:pt x="337012" y="92666"/>
                  </a:cubicBezTo>
                  <a:lnTo>
                    <a:pt x="337012" y="183097"/>
                  </a:lnTo>
                  <a:cubicBezTo>
                    <a:pt x="337012" y="186330"/>
                    <a:pt x="334856" y="188485"/>
                    <a:pt x="331624" y="188485"/>
                  </a:cubicBezTo>
                  <a:lnTo>
                    <a:pt x="307405" y="188485"/>
                  </a:lnTo>
                  <a:cubicBezTo>
                    <a:pt x="304172" y="188485"/>
                    <a:pt x="302017" y="186330"/>
                    <a:pt x="302017" y="183097"/>
                  </a:cubicBezTo>
                  <a:lnTo>
                    <a:pt x="302017" y="71672"/>
                  </a:lnTo>
                  <a:cubicBezTo>
                    <a:pt x="302017" y="65482"/>
                    <a:pt x="304982" y="62249"/>
                    <a:pt x="308750" y="60904"/>
                  </a:cubicBezTo>
                  <a:cubicBezTo>
                    <a:pt x="328399" y="53911"/>
                    <a:pt x="346970" y="51221"/>
                    <a:pt x="362850" y="51221"/>
                  </a:cubicBezTo>
                  <a:cubicBezTo>
                    <a:pt x="404295" y="51221"/>
                    <a:pt x="424486" y="68982"/>
                    <a:pt x="424486" y="101813"/>
                  </a:cubicBezTo>
                  <a:moveTo>
                    <a:pt x="122497" y="167759"/>
                  </a:moveTo>
                  <a:cubicBezTo>
                    <a:pt x="122497" y="172337"/>
                    <a:pt x="121963" y="178528"/>
                    <a:pt x="120342" y="183097"/>
                  </a:cubicBezTo>
                  <a:cubicBezTo>
                    <a:pt x="118997" y="187140"/>
                    <a:pt x="117385" y="188485"/>
                    <a:pt x="113350" y="188485"/>
                  </a:cubicBezTo>
                  <a:lnTo>
                    <a:pt x="89123" y="188485"/>
                  </a:lnTo>
                  <a:cubicBezTo>
                    <a:pt x="86433" y="188485"/>
                    <a:pt x="85088" y="186865"/>
                    <a:pt x="85088" y="184718"/>
                  </a:cubicBezTo>
                  <a:cubicBezTo>
                    <a:pt x="85088" y="184175"/>
                    <a:pt x="85088" y="183640"/>
                    <a:pt x="85356" y="183097"/>
                  </a:cubicBezTo>
                  <a:cubicBezTo>
                    <a:pt x="86433" y="179597"/>
                    <a:pt x="86968" y="177175"/>
                    <a:pt x="86968" y="173140"/>
                  </a:cubicBezTo>
                  <a:cubicBezTo>
                    <a:pt x="86968" y="133559"/>
                    <a:pt x="303" y="155646"/>
                    <a:pt x="303" y="98589"/>
                  </a:cubicBezTo>
                  <a:cubicBezTo>
                    <a:pt x="303" y="69517"/>
                    <a:pt x="23452" y="50144"/>
                    <a:pt x="59517" y="50144"/>
                  </a:cubicBezTo>
                  <a:cubicBezTo>
                    <a:pt x="78623" y="50144"/>
                    <a:pt x="98546" y="54714"/>
                    <a:pt x="115230" y="64404"/>
                  </a:cubicBezTo>
                  <a:cubicBezTo>
                    <a:pt x="117393" y="65490"/>
                    <a:pt x="118462" y="67637"/>
                    <a:pt x="118462" y="69792"/>
                  </a:cubicBezTo>
                  <a:cubicBezTo>
                    <a:pt x="118462" y="71137"/>
                    <a:pt x="118164" y="72710"/>
                    <a:pt x="117385" y="74362"/>
                  </a:cubicBezTo>
                  <a:lnTo>
                    <a:pt x="109039" y="92131"/>
                  </a:lnTo>
                  <a:cubicBezTo>
                    <a:pt x="107962" y="94553"/>
                    <a:pt x="105539" y="95899"/>
                    <a:pt x="103116" y="95899"/>
                  </a:cubicBezTo>
                  <a:cubicBezTo>
                    <a:pt x="101771" y="95899"/>
                    <a:pt x="100426" y="95623"/>
                    <a:pt x="99081" y="94821"/>
                  </a:cubicBezTo>
                  <a:cubicBezTo>
                    <a:pt x="85356" y="87286"/>
                    <a:pt x="72165" y="82708"/>
                    <a:pt x="58439" y="82708"/>
                  </a:cubicBezTo>
                  <a:cubicBezTo>
                    <a:pt x="44179" y="82708"/>
                    <a:pt x="35833" y="87923"/>
                    <a:pt x="35833" y="96166"/>
                  </a:cubicBezTo>
                  <a:cubicBezTo>
                    <a:pt x="35833" y="121368"/>
                    <a:pt x="122497" y="106659"/>
                    <a:pt x="122497" y="167759"/>
                  </a:cubicBezTo>
                  <a:moveTo>
                    <a:pt x="234191" y="149189"/>
                  </a:moveTo>
                  <a:cubicBezTo>
                    <a:pt x="234191" y="153224"/>
                    <a:pt x="232043" y="155111"/>
                    <a:pt x="227466" y="156456"/>
                  </a:cubicBezTo>
                  <a:cubicBezTo>
                    <a:pt x="221543" y="158069"/>
                    <a:pt x="216430" y="158879"/>
                    <a:pt x="209162" y="158879"/>
                  </a:cubicBezTo>
                  <a:cubicBezTo>
                    <a:pt x="191936" y="158879"/>
                    <a:pt x="175788" y="148646"/>
                    <a:pt x="175788" y="121195"/>
                  </a:cubicBezTo>
                  <a:cubicBezTo>
                    <a:pt x="175788" y="93743"/>
                    <a:pt x="191936" y="83518"/>
                    <a:pt x="209162" y="83518"/>
                  </a:cubicBezTo>
                  <a:cubicBezTo>
                    <a:pt x="216430" y="83518"/>
                    <a:pt x="221543" y="84320"/>
                    <a:pt x="227466" y="85941"/>
                  </a:cubicBezTo>
                  <a:cubicBezTo>
                    <a:pt x="232043" y="87286"/>
                    <a:pt x="234191" y="89165"/>
                    <a:pt x="234191" y="93201"/>
                  </a:cubicBezTo>
                  <a:lnTo>
                    <a:pt x="234191" y="149189"/>
                  </a:lnTo>
                  <a:close/>
                  <a:moveTo>
                    <a:pt x="262452" y="61179"/>
                  </a:moveTo>
                  <a:cubicBezTo>
                    <a:pt x="244692" y="54446"/>
                    <a:pt x="228000" y="51221"/>
                    <a:pt x="209430" y="51221"/>
                  </a:cubicBezTo>
                  <a:cubicBezTo>
                    <a:pt x="168795" y="51221"/>
                    <a:pt x="140258" y="78405"/>
                    <a:pt x="140258" y="121195"/>
                  </a:cubicBezTo>
                  <a:cubicBezTo>
                    <a:pt x="140258" y="164527"/>
                    <a:pt x="165020" y="191176"/>
                    <a:pt x="208895" y="191176"/>
                  </a:cubicBezTo>
                  <a:cubicBezTo>
                    <a:pt x="226655" y="191176"/>
                    <a:pt x="243881" y="188210"/>
                    <a:pt x="262452" y="180407"/>
                  </a:cubicBezTo>
                  <a:cubicBezTo>
                    <a:pt x="266763" y="178528"/>
                    <a:pt x="269185" y="175562"/>
                    <a:pt x="269185" y="169639"/>
                  </a:cubicBezTo>
                  <a:lnTo>
                    <a:pt x="269185" y="71940"/>
                  </a:lnTo>
                  <a:cubicBezTo>
                    <a:pt x="269185" y="65749"/>
                    <a:pt x="266763" y="62792"/>
                    <a:pt x="262452" y="61179"/>
                  </a:cubicBezTo>
                </a:path>
              </a:pathLst>
            </a:custGeom>
            <a:solidFill>
              <a:schemeClr val="tx1"/>
            </a:solidFill>
            <a:ln w="7833" cap="flat">
              <a:noFill/>
              <a:prstDash val="solid"/>
              <a:round/>
            </a:ln>
          </p:spPr>
          <p:txBody>
            <a:bodyPr rtlCol="0" anchor="ctr"/>
            <a:lstStyle/>
            <a:p>
              <a:endParaRPr lang="fr-FR" sz="2400"/>
            </a:p>
          </p:txBody>
        </p:sp>
        <p:sp>
          <p:nvSpPr>
            <p:cNvPr id="37" name="Forme libre : forme 10">
              <a:extLst>
                <a:ext uri="{FF2B5EF4-FFF2-40B4-BE49-F238E27FC236}">
                  <a16:creationId xmlns:a16="http://schemas.microsoft.com/office/drawing/2014/main" id="{C543963D-5473-4E97-AA1B-110116F53F39}"/>
                </a:ext>
              </a:extLst>
            </p:cNvPr>
            <p:cNvSpPr/>
            <p:nvPr/>
          </p:nvSpPr>
          <p:spPr>
            <a:xfrm rot="-73896" flipV="1">
              <a:off x="5474877" y="-471733"/>
              <a:ext cx="37949" cy="37711"/>
            </a:xfrm>
            <a:custGeom>
              <a:avLst/>
              <a:gdLst>
                <a:gd name="connsiteX0" fmla="*/ 19483 w 37949"/>
                <a:gd name="connsiteY0" fmla="*/ 17 h 37711"/>
                <a:gd name="connsiteX1" fmla="*/ 38456 w 37949"/>
                <a:gd name="connsiteY1" fmla="*/ 18454 h 37711"/>
                <a:gd name="connsiteX2" fmla="*/ 19491 w 37949"/>
                <a:gd name="connsiteY2" fmla="*/ 37717 h 37711"/>
                <a:gd name="connsiteX3" fmla="*/ 519 w 37949"/>
                <a:gd name="connsiteY3" fmla="*/ 19272 h 37711"/>
                <a:gd name="connsiteX4" fmla="*/ 19483 w 37949"/>
                <a:gd name="connsiteY4" fmla="*/ 17 h 37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949" h="37711">
                  <a:moveTo>
                    <a:pt x="19483" y="17"/>
                  </a:moveTo>
                  <a:cubicBezTo>
                    <a:pt x="30519" y="-219"/>
                    <a:pt x="38212" y="6883"/>
                    <a:pt x="38456" y="18454"/>
                  </a:cubicBezTo>
                  <a:cubicBezTo>
                    <a:pt x="38715" y="30300"/>
                    <a:pt x="31329" y="37457"/>
                    <a:pt x="19491" y="37717"/>
                  </a:cubicBezTo>
                  <a:cubicBezTo>
                    <a:pt x="8188" y="37953"/>
                    <a:pt x="771" y="31118"/>
                    <a:pt x="519" y="19272"/>
                  </a:cubicBezTo>
                  <a:cubicBezTo>
                    <a:pt x="267" y="7701"/>
                    <a:pt x="7378" y="284"/>
                    <a:pt x="19483" y="17"/>
                  </a:cubicBezTo>
                </a:path>
              </a:pathLst>
            </a:custGeom>
            <a:solidFill>
              <a:schemeClr val="accent2"/>
            </a:solidFill>
            <a:ln w="7833" cap="flat">
              <a:noFill/>
              <a:prstDash val="solid"/>
              <a:round/>
            </a:ln>
          </p:spPr>
          <p:txBody>
            <a:bodyPr rtlCol="0" anchor="ctr"/>
            <a:lstStyle/>
            <a:p>
              <a:endParaRPr lang="fr-FR" sz="2400">
                <a:solidFill>
                  <a:schemeClr val="accent2"/>
                </a:solidFill>
              </a:endParaRPr>
            </a:p>
          </p:txBody>
        </p:sp>
        <p:sp>
          <p:nvSpPr>
            <p:cNvPr id="47" name="Forme libre : forme 11">
              <a:extLst>
                <a:ext uri="{FF2B5EF4-FFF2-40B4-BE49-F238E27FC236}">
                  <a16:creationId xmlns:a16="http://schemas.microsoft.com/office/drawing/2014/main" id="{3C560FE1-3142-4294-8909-8B9B8E77CFF7}"/>
                </a:ext>
              </a:extLst>
            </p:cNvPr>
            <p:cNvSpPr/>
            <p:nvPr userDrawn="1"/>
          </p:nvSpPr>
          <p:spPr>
            <a:xfrm rot="10725025" flipV="1">
              <a:off x="4768103" y="-317778"/>
              <a:ext cx="37406" cy="37169"/>
            </a:xfrm>
            <a:custGeom>
              <a:avLst/>
              <a:gdLst>
                <a:gd name="connsiteX0" fmla="*/ 18717 w 37406"/>
                <a:gd name="connsiteY0" fmla="*/ 130 h 37169"/>
                <a:gd name="connsiteX1" fmla="*/ 37414 w 37406"/>
                <a:gd name="connsiteY1" fmla="*/ 18300 h 37169"/>
                <a:gd name="connsiteX2" fmla="*/ 18717 w 37406"/>
                <a:gd name="connsiteY2" fmla="*/ 37288 h 37169"/>
                <a:gd name="connsiteX3" fmla="*/ 20 w 37406"/>
                <a:gd name="connsiteY3" fmla="*/ 19118 h 37169"/>
                <a:gd name="connsiteX4" fmla="*/ 18717 w 37406"/>
                <a:gd name="connsiteY4" fmla="*/ 130 h 371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406" h="37169">
                  <a:moveTo>
                    <a:pt x="18717" y="130"/>
                  </a:moveTo>
                  <a:cubicBezTo>
                    <a:pt x="29745" y="-106"/>
                    <a:pt x="37162" y="6729"/>
                    <a:pt x="37414" y="18300"/>
                  </a:cubicBezTo>
                  <a:cubicBezTo>
                    <a:pt x="37665" y="29603"/>
                    <a:pt x="30555" y="37028"/>
                    <a:pt x="18717" y="37288"/>
                  </a:cubicBezTo>
                  <a:cubicBezTo>
                    <a:pt x="7681" y="37524"/>
                    <a:pt x="264" y="30421"/>
                    <a:pt x="20" y="19118"/>
                  </a:cubicBezTo>
                  <a:cubicBezTo>
                    <a:pt x="-240" y="7547"/>
                    <a:pt x="6871" y="390"/>
                    <a:pt x="18717" y="130"/>
                  </a:cubicBezTo>
                </a:path>
              </a:pathLst>
            </a:custGeom>
            <a:solidFill>
              <a:schemeClr val="accent2"/>
            </a:solidFill>
            <a:ln w="7833" cap="flat">
              <a:noFill/>
              <a:prstDash val="solid"/>
              <a:round/>
            </a:ln>
          </p:spPr>
          <p:txBody>
            <a:bodyPr rtlCol="0" anchor="ctr"/>
            <a:lstStyle/>
            <a:p>
              <a:endParaRPr lang="fr-FR" sz="2400"/>
            </a:p>
          </p:txBody>
        </p:sp>
      </p:grpSp>
    </p:spTree>
    <p:extLst>
      <p:ext uri="{BB962C8B-B14F-4D97-AF65-F5344CB8AC3E}">
        <p14:creationId xmlns:p14="http://schemas.microsoft.com/office/powerpoint/2010/main" val="31199043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Content and Numbers (Alternative) (Purpl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7276DEF-3CBF-476F-8A84-C6760A5FE884}"/>
              </a:ext>
            </a:extLst>
          </p:cNvPr>
          <p:cNvSpPr/>
          <p:nvPr userDrawn="1"/>
        </p:nvSpPr>
        <p:spPr>
          <a:xfrm>
            <a:off x="0" y="0"/>
            <a:ext cx="37296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noProof="0"/>
          </a:p>
        </p:txBody>
      </p:sp>
      <p:sp>
        <p:nvSpPr>
          <p:cNvPr id="11" name="Espace réservé du numéro de diapositive 10">
            <a:extLst>
              <a:ext uri="{FF2B5EF4-FFF2-40B4-BE49-F238E27FC236}">
                <a16:creationId xmlns:a16="http://schemas.microsoft.com/office/drawing/2014/main" id="{323D7EBE-BC7D-4AC5-AD6B-FCD5D270E1C6}"/>
              </a:ext>
            </a:extLst>
          </p:cNvPr>
          <p:cNvSpPr>
            <a:spLocks noGrp="1"/>
          </p:cNvSpPr>
          <p:nvPr>
            <p:ph type="sldNum" sz="quarter" idx="16"/>
          </p:nvPr>
        </p:nvSpPr>
        <p:spPr/>
        <p:txBody>
          <a:bodyPr/>
          <a:lstStyle/>
          <a:p>
            <a:fld id="{6B54B0F7-55DD-40D6-B7F4-70B586885C0B}" type="slidenum">
              <a:rPr lang="en-US" noProof="0" smtClean="0"/>
              <a:pPr/>
              <a:t>‹#›</a:t>
            </a:fld>
            <a:endParaRPr lang="en-US" noProof="0"/>
          </a:p>
        </p:txBody>
      </p:sp>
      <p:sp>
        <p:nvSpPr>
          <p:cNvPr id="29" name="Espace réservé du texte 4">
            <a:extLst>
              <a:ext uri="{FF2B5EF4-FFF2-40B4-BE49-F238E27FC236}">
                <a16:creationId xmlns:a16="http://schemas.microsoft.com/office/drawing/2014/main" id="{EFA975DA-1F61-4E92-847F-881A6B959F18}"/>
              </a:ext>
            </a:extLst>
          </p:cNvPr>
          <p:cNvSpPr>
            <a:spLocks noGrp="1"/>
          </p:cNvSpPr>
          <p:nvPr>
            <p:ph type="body" sz="quarter" idx="21" hasCustomPrompt="1"/>
          </p:nvPr>
        </p:nvSpPr>
        <p:spPr>
          <a:xfrm>
            <a:off x="4352279" y="2220014"/>
            <a:ext cx="1091851" cy="921277"/>
          </a:xfrm>
        </p:spPr>
        <p:txBody>
          <a:bodyPr>
            <a:spAutoFit/>
          </a:bodyPr>
          <a:lstStyle>
            <a:lvl1pPr algn="l">
              <a:lnSpc>
                <a:spcPct val="110000"/>
              </a:lnSpc>
              <a:defRPr sz="6000" b="0" i="0" cap="all" baseline="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228594" indent="-228594">
              <a:buFontTx/>
              <a:buBlip>
                <a:blip>
                  <a:extLst>
                    <a:ext uri="{96DAC541-7B7A-43D3-8B79-37D633B846F1}">
                      <asvg:svgBlip xmlns:asvg="http://schemas.microsoft.com/office/drawing/2016/SVG/main" r:embed="rId2"/>
                    </a:ext>
                  </a:extLst>
                </a:blip>
              </a:buBlip>
              <a:defRPr sz="1067"/>
            </a:lvl2pPr>
            <a:lvl3pPr>
              <a:lnSpc>
                <a:spcPct val="110000"/>
              </a:lnSpc>
              <a:defRPr sz="1067">
                <a:latin typeface="+mj-lt"/>
              </a:defRPr>
            </a:lvl3pPr>
            <a:lvl4pPr>
              <a:defRPr sz="1333"/>
            </a:lvl4pPr>
            <a:lvl5pPr>
              <a:defRPr sz="1333"/>
            </a:lvl5pPr>
          </a:lstStyle>
          <a:p>
            <a:pPr lvl="0"/>
            <a:r>
              <a:rPr lang="en-US" noProof="0"/>
              <a:t>01</a:t>
            </a:r>
          </a:p>
        </p:txBody>
      </p:sp>
      <p:sp>
        <p:nvSpPr>
          <p:cNvPr id="30" name="Espace réservé du texte 4">
            <a:extLst>
              <a:ext uri="{FF2B5EF4-FFF2-40B4-BE49-F238E27FC236}">
                <a16:creationId xmlns:a16="http://schemas.microsoft.com/office/drawing/2014/main" id="{F6E50AC3-1EA3-493F-A0D3-634DA300E233}"/>
              </a:ext>
            </a:extLst>
          </p:cNvPr>
          <p:cNvSpPr>
            <a:spLocks noGrp="1"/>
          </p:cNvSpPr>
          <p:nvPr>
            <p:ph type="body" sz="quarter" idx="22"/>
          </p:nvPr>
        </p:nvSpPr>
        <p:spPr>
          <a:xfrm>
            <a:off x="4352279" y="1577578"/>
            <a:ext cx="6459117" cy="245708"/>
          </a:xfrm>
        </p:spPr>
        <p:txBody>
          <a:bodyPr wrap="square">
            <a:spAutoFit/>
          </a:bodyPr>
          <a:lstStyle>
            <a:lvl1pPr algn="l">
              <a:lnSpc>
                <a:spcPct val="110000"/>
              </a:lnSpc>
              <a:defRPr sz="1600">
                <a:solidFill>
                  <a:schemeClr val="tx1"/>
                </a:solidFill>
              </a:defRPr>
            </a:lvl1pPr>
            <a:lvl2pPr marL="228594" indent="-228594">
              <a:buFontTx/>
              <a:buBlip>
                <a:blip>
                  <a:extLst>
                    <a:ext uri="{96DAC541-7B7A-43D3-8B79-37D633B846F1}">
                      <asvg:svgBlip xmlns:asvg="http://schemas.microsoft.com/office/drawing/2016/SVG/main" r:embed="rId2"/>
                    </a:ext>
                  </a:extLst>
                </a:blip>
              </a:buBlip>
              <a:defRPr sz="1067"/>
            </a:lvl2pPr>
            <a:lvl3pPr>
              <a:lnSpc>
                <a:spcPct val="110000"/>
              </a:lnSpc>
              <a:defRPr sz="1067">
                <a:latin typeface="+mj-lt"/>
              </a:defRPr>
            </a:lvl3pPr>
            <a:lvl4pPr>
              <a:defRPr sz="1333"/>
            </a:lvl4pPr>
            <a:lvl5pPr>
              <a:defRPr sz="1333"/>
            </a:lvl5pPr>
          </a:lstStyle>
          <a:p>
            <a:pPr lvl="0"/>
            <a:r>
              <a:rPr lang="en-US" noProof="0"/>
              <a:t>Click to edit Master text styles</a:t>
            </a:r>
          </a:p>
        </p:txBody>
      </p:sp>
      <p:sp>
        <p:nvSpPr>
          <p:cNvPr id="31" name="Espace réservé du texte 4">
            <a:extLst>
              <a:ext uri="{FF2B5EF4-FFF2-40B4-BE49-F238E27FC236}">
                <a16:creationId xmlns:a16="http://schemas.microsoft.com/office/drawing/2014/main" id="{0E2314AF-F33D-4B84-8412-DF73ECC51E6B}"/>
              </a:ext>
            </a:extLst>
          </p:cNvPr>
          <p:cNvSpPr>
            <a:spLocks noGrp="1"/>
          </p:cNvSpPr>
          <p:nvPr>
            <p:ph type="body" sz="quarter" idx="25" hasCustomPrompt="1"/>
          </p:nvPr>
        </p:nvSpPr>
        <p:spPr>
          <a:xfrm>
            <a:off x="6253081" y="2220014"/>
            <a:ext cx="1091851" cy="921277"/>
          </a:xfrm>
        </p:spPr>
        <p:txBody>
          <a:bodyPr>
            <a:spAutoFit/>
          </a:bodyPr>
          <a:lstStyle>
            <a:lvl1pPr algn="l">
              <a:lnSpc>
                <a:spcPct val="110000"/>
              </a:lnSpc>
              <a:defRPr sz="6000" b="0" i="0" cap="all" baseline="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228594" indent="-228594">
              <a:buFontTx/>
              <a:buBlip>
                <a:blip>
                  <a:extLst>
                    <a:ext uri="{96DAC541-7B7A-43D3-8B79-37D633B846F1}">
                      <asvg:svgBlip xmlns:asvg="http://schemas.microsoft.com/office/drawing/2016/SVG/main" r:embed="rId2"/>
                    </a:ext>
                  </a:extLst>
                </a:blip>
              </a:buBlip>
              <a:defRPr sz="1067"/>
            </a:lvl2pPr>
            <a:lvl3pPr>
              <a:lnSpc>
                <a:spcPct val="110000"/>
              </a:lnSpc>
              <a:defRPr sz="1067">
                <a:latin typeface="+mj-lt"/>
              </a:defRPr>
            </a:lvl3pPr>
            <a:lvl4pPr>
              <a:defRPr sz="1333"/>
            </a:lvl4pPr>
            <a:lvl5pPr>
              <a:defRPr sz="1333"/>
            </a:lvl5pPr>
          </a:lstStyle>
          <a:p>
            <a:pPr lvl="0"/>
            <a:r>
              <a:rPr lang="en-US" noProof="0"/>
              <a:t>02</a:t>
            </a:r>
          </a:p>
        </p:txBody>
      </p:sp>
      <p:sp>
        <p:nvSpPr>
          <p:cNvPr id="32" name="Espace réservé du texte 4">
            <a:extLst>
              <a:ext uri="{FF2B5EF4-FFF2-40B4-BE49-F238E27FC236}">
                <a16:creationId xmlns:a16="http://schemas.microsoft.com/office/drawing/2014/main" id="{8444AA6E-9EC0-4895-8FC6-4351D2BEE032}"/>
              </a:ext>
            </a:extLst>
          </p:cNvPr>
          <p:cNvSpPr>
            <a:spLocks noGrp="1"/>
          </p:cNvSpPr>
          <p:nvPr>
            <p:ph type="body" sz="quarter" idx="28" hasCustomPrompt="1"/>
          </p:nvPr>
        </p:nvSpPr>
        <p:spPr>
          <a:xfrm>
            <a:off x="8153884" y="2220014"/>
            <a:ext cx="1091851" cy="921277"/>
          </a:xfrm>
        </p:spPr>
        <p:txBody>
          <a:bodyPr>
            <a:spAutoFit/>
          </a:bodyPr>
          <a:lstStyle>
            <a:lvl1pPr algn="l">
              <a:lnSpc>
                <a:spcPct val="110000"/>
              </a:lnSpc>
              <a:defRPr sz="6000" b="0" i="0" cap="all" baseline="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228594" indent="-228594">
              <a:buFontTx/>
              <a:buBlip>
                <a:blip>
                  <a:extLst>
                    <a:ext uri="{96DAC541-7B7A-43D3-8B79-37D633B846F1}">
                      <asvg:svgBlip xmlns:asvg="http://schemas.microsoft.com/office/drawing/2016/SVG/main" r:embed="rId2"/>
                    </a:ext>
                  </a:extLst>
                </a:blip>
              </a:buBlip>
              <a:defRPr sz="1067"/>
            </a:lvl2pPr>
            <a:lvl3pPr>
              <a:lnSpc>
                <a:spcPct val="110000"/>
              </a:lnSpc>
              <a:defRPr sz="1067">
                <a:latin typeface="+mj-lt"/>
              </a:defRPr>
            </a:lvl3pPr>
            <a:lvl4pPr>
              <a:defRPr sz="1333"/>
            </a:lvl4pPr>
            <a:lvl5pPr>
              <a:defRPr sz="1333"/>
            </a:lvl5pPr>
          </a:lstStyle>
          <a:p>
            <a:pPr lvl="0"/>
            <a:r>
              <a:rPr lang="en-US" noProof="0"/>
              <a:t>03</a:t>
            </a:r>
          </a:p>
        </p:txBody>
      </p:sp>
      <p:sp>
        <p:nvSpPr>
          <p:cNvPr id="33" name="Espace réservé du texte 4">
            <a:extLst>
              <a:ext uri="{FF2B5EF4-FFF2-40B4-BE49-F238E27FC236}">
                <a16:creationId xmlns:a16="http://schemas.microsoft.com/office/drawing/2014/main" id="{E3BC2BD0-41C8-4C7A-BC1B-E444A392D03A}"/>
              </a:ext>
            </a:extLst>
          </p:cNvPr>
          <p:cNvSpPr>
            <a:spLocks noGrp="1"/>
          </p:cNvSpPr>
          <p:nvPr>
            <p:ph type="body" sz="quarter" idx="31" hasCustomPrompt="1"/>
          </p:nvPr>
        </p:nvSpPr>
        <p:spPr>
          <a:xfrm>
            <a:off x="10054688" y="2220014"/>
            <a:ext cx="1091851" cy="921277"/>
          </a:xfrm>
        </p:spPr>
        <p:txBody>
          <a:bodyPr>
            <a:spAutoFit/>
          </a:bodyPr>
          <a:lstStyle>
            <a:lvl1pPr algn="l">
              <a:lnSpc>
                <a:spcPct val="110000"/>
              </a:lnSpc>
              <a:defRPr sz="6000" b="0" i="0" cap="all" baseline="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228594" indent="-228594">
              <a:buFontTx/>
              <a:buBlip>
                <a:blip>
                  <a:extLst>
                    <a:ext uri="{96DAC541-7B7A-43D3-8B79-37D633B846F1}">
                      <asvg:svgBlip xmlns:asvg="http://schemas.microsoft.com/office/drawing/2016/SVG/main" r:embed="rId2"/>
                    </a:ext>
                  </a:extLst>
                </a:blip>
              </a:buBlip>
              <a:defRPr sz="1067"/>
            </a:lvl2pPr>
            <a:lvl3pPr>
              <a:lnSpc>
                <a:spcPct val="110000"/>
              </a:lnSpc>
              <a:defRPr sz="1067">
                <a:latin typeface="+mj-lt"/>
              </a:defRPr>
            </a:lvl3pPr>
            <a:lvl4pPr>
              <a:defRPr sz="1333"/>
            </a:lvl4pPr>
            <a:lvl5pPr>
              <a:defRPr sz="1333"/>
            </a:lvl5pPr>
          </a:lstStyle>
          <a:p>
            <a:pPr lvl="0"/>
            <a:r>
              <a:rPr lang="en-US" noProof="0"/>
              <a:t>04</a:t>
            </a:r>
          </a:p>
        </p:txBody>
      </p:sp>
      <p:sp>
        <p:nvSpPr>
          <p:cNvPr id="38" name="Espace réservé du texte 4">
            <a:extLst>
              <a:ext uri="{FF2B5EF4-FFF2-40B4-BE49-F238E27FC236}">
                <a16:creationId xmlns:a16="http://schemas.microsoft.com/office/drawing/2014/main" id="{E6118210-A598-4833-8C53-BBA66CF5796F}"/>
              </a:ext>
            </a:extLst>
          </p:cNvPr>
          <p:cNvSpPr>
            <a:spLocks noGrp="1"/>
          </p:cNvSpPr>
          <p:nvPr>
            <p:ph type="body" sz="quarter" idx="40"/>
          </p:nvPr>
        </p:nvSpPr>
        <p:spPr>
          <a:xfrm>
            <a:off x="4352279" y="3269349"/>
            <a:ext cx="1694284" cy="419247"/>
          </a:xfrm>
        </p:spPr>
        <p:txBody>
          <a:bodyPr/>
          <a:lstStyle>
            <a:lvl1pPr algn="l">
              <a:lnSpc>
                <a:spcPct val="125000"/>
              </a:lnSpc>
              <a:defRPr sz="1600">
                <a:solidFill>
                  <a:schemeClr val="accent2"/>
                </a:solidFill>
              </a:defRPr>
            </a:lvl1pPr>
            <a:lvl2pPr marL="0" indent="0">
              <a:lnSpc>
                <a:spcPts val="1600"/>
              </a:lnSpc>
              <a:spcAft>
                <a:spcPts val="533"/>
              </a:spcAft>
              <a:buFont typeface="Arial" panose="020B0604020202020204" pitchFamily="34" charset="0"/>
              <a:buNone/>
              <a:defRPr sz="1467">
                <a:solidFill>
                  <a:schemeClr val="accent2"/>
                </a:solidFill>
              </a:defRPr>
            </a:lvl2pPr>
            <a:lvl3pPr>
              <a:lnSpc>
                <a:spcPct val="110000"/>
              </a:lnSpc>
              <a:defRPr sz="1067">
                <a:latin typeface="+mj-lt"/>
              </a:defRPr>
            </a:lvl3pPr>
            <a:lvl4pPr>
              <a:defRPr sz="1333"/>
            </a:lvl4pPr>
            <a:lvl5pPr>
              <a:defRPr sz="1333"/>
            </a:lvl5pPr>
          </a:lstStyle>
          <a:p>
            <a:pPr lvl="0"/>
            <a:r>
              <a:rPr lang="en-US" noProof="0"/>
              <a:t>Click to edit Master text styles</a:t>
            </a:r>
          </a:p>
        </p:txBody>
      </p:sp>
      <p:sp>
        <p:nvSpPr>
          <p:cNvPr id="39" name="Espace réservé du texte 4">
            <a:extLst>
              <a:ext uri="{FF2B5EF4-FFF2-40B4-BE49-F238E27FC236}">
                <a16:creationId xmlns:a16="http://schemas.microsoft.com/office/drawing/2014/main" id="{140FC0A1-6231-4649-9573-C6772F9B84BC}"/>
              </a:ext>
            </a:extLst>
          </p:cNvPr>
          <p:cNvSpPr>
            <a:spLocks noGrp="1"/>
          </p:cNvSpPr>
          <p:nvPr>
            <p:ph type="body" sz="quarter" idx="41"/>
          </p:nvPr>
        </p:nvSpPr>
        <p:spPr>
          <a:xfrm>
            <a:off x="4352279" y="3721782"/>
            <a:ext cx="1694284" cy="419247"/>
          </a:xfrm>
        </p:spPr>
        <p:txBody>
          <a:bodyPr/>
          <a:lstStyle>
            <a:lvl1pPr algn="l">
              <a:lnSpc>
                <a:spcPct val="125000"/>
              </a:lnSpc>
              <a:defRPr sz="1067">
                <a:solidFill>
                  <a:schemeClr val="tx1"/>
                </a:solidFill>
              </a:defRPr>
            </a:lvl1pPr>
            <a:lvl2pPr marL="0" indent="0">
              <a:lnSpc>
                <a:spcPts val="1600"/>
              </a:lnSpc>
              <a:spcAft>
                <a:spcPts val="533"/>
              </a:spcAft>
              <a:buFont typeface="Arial" panose="020B0604020202020204" pitchFamily="34" charset="0"/>
              <a:buNone/>
              <a:defRPr sz="933">
                <a:solidFill>
                  <a:schemeClr val="tx1"/>
                </a:solidFill>
              </a:defRPr>
            </a:lvl2pPr>
            <a:lvl3pPr>
              <a:lnSpc>
                <a:spcPct val="110000"/>
              </a:lnSpc>
              <a:defRPr sz="1067">
                <a:latin typeface="+mj-lt"/>
              </a:defRPr>
            </a:lvl3pPr>
            <a:lvl4pPr>
              <a:defRPr sz="1333"/>
            </a:lvl4pPr>
            <a:lvl5pPr>
              <a:defRPr sz="1333"/>
            </a:lvl5pPr>
          </a:lstStyle>
          <a:p>
            <a:pPr lvl="0"/>
            <a:r>
              <a:rPr lang="en-US" noProof="0"/>
              <a:t>Click to edit Master text styles</a:t>
            </a:r>
          </a:p>
        </p:txBody>
      </p:sp>
      <p:sp>
        <p:nvSpPr>
          <p:cNvPr id="40" name="Espace réservé du texte 4">
            <a:extLst>
              <a:ext uri="{FF2B5EF4-FFF2-40B4-BE49-F238E27FC236}">
                <a16:creationId xmlns:a16="http://schemas.microsoft.com/office/drawing/2014/main" id="{2DAC1528-CEDA-41B5-AAAF-B8FF60A576A9}"/>
              </a:ext>
            </a:extLst>
          </p:cNvPr>
          <p:cNvSpPr>
            <a:spLocks noGrp="1"/>
          </p:cNvSpPr>
          <p:nvPr>
            <p:ph type="body" sz="quarter" idx="42"/>
          </p:nvPr>
        </p:nvSpPr>
        <p:spPr>
          <a:xfrm>
            <a:off x="6253082" y="3269349"/>
            <a:ext cx="1694284" cy="419247"/>
          </a:xfrm>
        </p:spPr>
        <p:txBody>
          <a:bodyPr/>
          <a:lstStyle>
            <a:lvl1pPr algn="l">
              <a:lnSpc>
                <a:spcPct val="125000"/>
              </a:lnSpc>
              <a:defRPr sz="1600">
                <a:solidFill>
                  <a:schemeClr val="accent2"/>
                </a:solidFill>
              </a:defRPr>
            </a:lvl1pPr>
            <a:lvl2pPr marL="0" indent="0">
              <a:lnSpc>
                <a:spcPts val="1600"/>
              </a:lnSpc>
              <a:spcAft>
                <a:spcPts val="533"/>
              </a:spcAft>
              <a:buFont typeface="Arial" panose="020B0604020202020204" pitchFamily="34" charset="0"/>
              <a:buNone/>
              <a:defRPr sz="1467">
                <a:solidFill>
                  <a:schemeClr val="accent2"/>
                </a:solidFill>
              </a:defRPr>
            </a:lvl2pPr>
            <a:lvl3pPr>
              <a:lnSpc>
                <a:spcPct val="110000"/>
              </a:lnSpc>
              <a:defRPr sz="1067">
                <a:latin typeface="+mj-lt"/>
              </a:defRPr>
            </a:lvl3pPr>
            <a:lvl4pPr>
              <a:defRPr sz="1333"/>
            </a:lvl4pPr>
            <a:lvl5pPr>
              <a:defRPr sz="1333"/>
            </a:lvl5pPr>
          </a:lstStyle>
          <a:p>
            <a:pPr lvl="0"/>
            <a:r>
              <a:rPr lang="en-US" noProof="0"/>
              <a:t>Click to edit Master text styles</a:t>
            </a:r>
          </a:p>
        </p:txBody>
      </p:sp>
      <p:sp>
        <p:nvSpPr>
          <p:cNvPr id="41" name="Espace réservé du texte 4">
            <a:extLst>
              <a:ext uri="{FF2B5EF4-FFF2-40B4-BE49-F238E27FC236}">
                <a16:creationId xmlns:a16="http://schemas.microsoft.com/office/drawing/2014/main" id="{5FFDA929-E8A8-4AC0-99CE-44C3C6910AE5}"/>
              </a:ext>
            </a:extLst>
          </p:cNvPr>
          <p:cNvSpPr>
            <a:spLocks noGrp="1"/>
          </p:cNvSpPr>
          <p:nvPr>
            <p:ph type="body" sz="quarter" idx="43"/>
          </p:nvPr>
        </p:nvSpPr>
        <p:spPr>
          <a:xfrm>
            <a:off x="6253082" y="3721782"/>
            <a:ext cx="1694284" cy="419247"/>
          </a:xfrm>
        </p:spPr>
        <p:txBody>
          <a:bodyPr/>
          <a:lstStyle>
            <a:lvl1pPr algn="l">
              <a:lnSpc>
                <a:spcPct val="125000"/>
              </a:lnSpc>
              <a:defRPr sz="1067">
                <a:solidFill>
                  <a:schemeClr val="tx1"/>
                </a:solidFill>
              </a:defRPr>
            </a:lvl1pPr>
            <a:lvl2pPr marL="0" indent="0">
              <a:lnSpc>
                <a:spcPts val="1600"/>
              </a:lnSpc>
              <a:spcAft>
                <a:spcPts val="533"/>
              </a:spcAft>
              <a:buFont typeface="Arial" panose="020B0604020202020204" pitchFamily="34" charset="0"/>
              <a:buNone/>
              <a:defRPr sz="933">
                <a:solidFill>
                  <a:schemeClr val="tx1"/>
                </a:solidFill>
              </a:defRPr>
            </a:lvl2pPr>
            <a:lvl3pPr>
              <a:lnSpc>
                <a:spcPct val="110000"/>
              </a:lnSpc>
              <a:defRPr sz="1067">
                <a:latin typeface="+mj-lt"/>
              </a:defRPr>
            </a:lvl3pPr>
            <a:lvl4pPr>
              <a:defRPr sz="1333"/>
            </a:lvl4pPr>
            <a:lvl5pPr>
              <a:defRPr sz="1333"/>
            </a:lvl5pPr>
          </a:lstStyle>
          <a:p>
            <a:pPr lvl="0"/>
            <a:r>
              <a:rPr lang="en-US" noProof="0"/>
              <a:t>Click to edit Master text styles</a:t>
            </a:r>
          </a:p>
        </p:txBody>
      </p:sp>
      <p:sp>
        <p:nvSpPr>
          <p:cNvPr id="42" name="Espace réservé du texte 4">
            <a:extLst>
              <a:ext uri="{FF2B5EF4-FFF2-40B4-BE49-F238E27FC236}">
                <a16:creationId xmlns:a16="http://schemas.microsoft.com/office/drawing/2014/main" id="{9709CCCA-F00B-45D4-9788-1FBC4F09AA09}"/>
              </a:ext>
            </a:extLst>
          </p:cNvPr>
          <p:cNvSpPr>
            <a:spLocks noGrp="1"/>
          </p:cNvSpPr>
          <p:nvPr>
            <p:ph type="body" sz="quarter" idx="44"/>
          </p:nvPr>
        </p:nvSpPr>
        <p:spPr>
          <a:xfrm>
            <a:off x="8153886" y="3269349"/>
            <a:ext cx="1694284" cy="419247"/>
          </a:xfrm>
        </p:spPr>
        <p:txBody>
          <a:bodyPr/>
          <a:lstStyle>
            <a:lvl1pPr algn="l">
              <a:lnSpc>
                <a:spcPct val="125000"/>
              </a:lnSpc>
              <a:defRPr sz="1600">
                <a:solidFill>
                  <a:schemeClr val="accent2"/>
                </a:solidFill>
              </a:defRPr>
            </a:lvl1pPr>
            <a:lvl2pPr marL="0" indent="0">
              <a:lnSpc>
                <a:spcPts val="1600"/>
              </a:lnSpc>
              <a:spcAft>
                <a:spcPts val="533"/>
              </a:spcAft>
              <a:buFont typeface="Arial" panose="020B0604020202020204" pitchFamily="34" charset="0"/>
              <a:buNone/>
              <a:defRPr sz="1467">
                <a:solidFill>
                  <a:schemeClr val="accent2"/>
                </a:solidFill>
              </a:defRPr>
            </a:lvl2pPr>
            <a:lvl3pPr>
              <a:lnSpc>
                <a:spcPct val="110000"/>
              </a:lnSpc>
              <a:defRPr sz="1067">
                <a:latin typeface="+mj-lt"/>
              </a:defRPr>
            </a:lvl3pPr>
            <a:lvl4pPr>
              <a:defRPr sz="1333"/>
            </a:lvl4pPr>
            <a:lvl5pPr>
              <a:defRPr sz="1333"/>
            </a:lvl5pPr>
          </a:lstStyle>
          <a:p>
            <a:pPr lvl="0"/>
            <a:r>
              <a:rPr lang="en-US" noProof="0"/>
              <a:t>Click to edit Master text styles</a:t>
            </a:r>
          </a:p>
        </p:txBody>
      </p:sp>
      <p:sp>
        <p:nvSpPr>
          <p:cNvPr id="43" name="Espace réservé du texte 4">
            <a:extLst>
              <a:ext uri="{FF2B5EF4-FFF2-40B4-BE49-F238E27FC236}">
                <a16:creationId xmlns:a16="http://schemas.microsoft.com/office/drawing/2014/main" id="{B5E93FAA-61CE-40AC-8738-0DE2C5E1F424}"/>
              </a:ext>
            </a:extLst>
          </p:cNvPr>
          <p:cNvSpPr>
            <a:spLocks noGrp="1"/>
          </p:cNvSpPr>
          <p:nvPr>
            <p:ph type="body" sz="quarter" idx="45"/>
          </p:nvPr>
        </p:nvSpPr>
        <p:spPr>
          <a:xfrm>
            <a:off x="8153886" y="3721782"/>
            <a:ext cx="1694284" cy="419247"/>
          </a:xfrm>
        </p:spPr>
        <p:txBody>
          <a:bodyPr/>
          <a:lstStyle>
            <a:lvl1pPr algn="l">
              <a:lnSpc>
                <a:spcPct val="125000"/>
              </a:lnSpc>
              <a:defRPr sz="1067">
                <a:solidFill>
                  <a:schemeClr val="tx1"/>
                </a:solidFill>
              </a:defRPr>
            </a:lvl1pPr>
            <a:lvl2pPr marL="0" indent="0">
              <a:lnSpc>
                <a:spcPts val="1600"/>
              </a:lnSpc>
              <a:spcAft>
                <a:spcPts val="533"/>
              </a:spcAft>
              <a:buFont typeface="Arial" panose="020B0604020202020204" pitchFamily="34" charset="0"/>
              <a:buNone/>
              <a:defRPr sz="933">
                <a:solidFill>
                  <a:schemeClr val="tx1"/>
                </a:solidFill>
              </a:defRPr>
            </a:lvl2pPr>
            <a:lvl3pPr>
              <a:lnSpc>
                <a:spcPct val="110000"/>
              </a:lnSpc>
              <a:defRPr sz="1067">
                <a:latin typeface="+mj-lt"/>
              </a:defRPr>
            </a:lvl3pPr>
            <a:lvl4pPr>
              <a:defRPr sz="1333"/>
            </a:lvl4pPr>
            <a:lvl5pPr>
              <a:defRPr sz="1333"/>
            </a:lvl5pPr>
          </a:lstStyle>
          <a:p>
            <a:pPr lvl="0"/>
            <a:r>
              <a:rPr lang="en-US" noProof="0"/>
              <a:t>Click to edit Master text styles</a:t>
            </a:r>
          </a:p>
        </p:txBody>
      </p:sp>
      <p:sp>
        <p:nvSpPr>
          <p:cNvPr id="44" name="Espace réservé du texte 4">
            <a:extLst>
              <a:ext uri="{FF2B5EF4-FFF2-40B4-BE49-F238E27FC236}">
                <a16:creationId xmlns:a16="http://schemas.microsoft.com/office/drawing/2014/main" id="{14A4C1F7-829A-4567-999B-287472F1F401}"/>
              </a:ext>
            </a:extLst>
          </p:cNvPr>
          <p:cNvSpPr>
            <a:spLocks noGrp="1"/>
          </p:cNvSpPr>
          <p:nvPr>
            <p:ph type="body" sz="quarter" idx="46"/>
          </p:nvPr>
        </p:nvSpPr>
        <p:spPr>
          <a:xfrm>
            <a:off x="10054690" y="3269349"/>
            <a:ext cx="1694284" cy="419247"/>
          </a:xfrm>
        </p:spPr>
        <p:txBody>
          <a:bodyPr/>
          <a:lstStyle>
            <a:lvl1pPr algn="l">
              <a:lnSpc>
                <a:spcPct val="125000"/>
              </a:lnSpc>
              <a:defRPr sz="1600">
                <a:solidFill>
                  <a:schemeClr val="accent2"/>
                </a:solidFill>
              </a:defRPr>
            </a:lvl1pPr>
            <a:lvl2pPr marL="0" indent="0">
              <a:lnSpc>
                <a:spcPts val="1600"/>
              </a:lnSpc>
              <a:spcAft>
                <a:spcPts val="533"/>
              </a:spcAft>
              <a:buFont typeface="Arial" panose="020B0604020202020204" pitchFamily="34" charset="0"/>
              <a:buNone/>
              <a:defRPr sz="1467">
                <a:solidFill>
                  <a:schemeClr val="accent2"/>
                </a:solidFill>
              </a:defRPr>
            </a:lvl2pPr>
            <a:lvl3pPr>
              <a:lnSpc>
                <a:spcPct val="110000"/>
              </a:lnSpc>
              <a:defRPr sz="1067">
                <a:latin typeface="+mj-lt"/>
              </a:defRPr>
            </a:lvl3pPr>
            <a:lvl4pPr>
              <a:defRPr sz="1333"/>
            </a:lvl4pPr>
            <a:lvl5pPr>
              <a:defRPr sz="1333"/>
            </a:lvl5pPr>
          </a:lstStyle>
          <a:p>
            <a:pPr lvl="0"/>
            <a:r>
              <a:rPr lang="en-US" noProof="0"/>
              <a:t>Click to edit Master text styles</a:t>
            </a:r>
          </a:p>
        </p:txBody>
      </p:sp>
      <p:sp>
        <p:nvSpPr>
          <p:cNvPr id="45" name="Espace réservé du texte 4">
            <a:extLst>
              <a:ext uri="{FF2B5EF4-FFF2-40B4-BE49-F238E27FC236}">
                <a16:creationId xmlns:a16="http://schemas.microsoft.com/office/drawing/2014/main" id="{A4030E47-E75C-4A3D-9FAD-95FD358BD577}"/>
              </a:ext>
            </a:extLst>
          </p:cNvPr>
          <p:cNvSpPr>
            <a:spLocks noGrp="1"/>
          </p:cNvSpPr>
          <p:nvPr>
            <p:ph type="body" sz="quarter" idx="47"/>
          </p:nvPr>
        </p:nvSpPr>
        <p:spPr>
          <a:xfrm>
            <a:off x="10054690" y="3721782"/>
            <a:ext cx="1694284" cy="419247"/>
          </a:xfrm>
        </p:spPr>
        <p:txBody>
          <a:bodyPr/>
          <a:lstStyle>
            <a:lvl1pPr algn="l">
              <a:lnSpc>
                <a:spcPct val="125000"/>
              </a:lnSpc>
              <a:defRPr sz="1067">
                <a:solidFill>
                  <a:schemeClr val="tx1"/>
                </a:solidFill>
              </a:defRPr>
            </a:lvl1pPr>
            <a:lvl2pPr marL="0" indent="0">
              <a:lnSpc>
                <a:spcPts val="1600"/>
              </a:lnSpc>
              <a:spcAft>
                <a:spcPts val="533"/>
              </a:spcAft>
              <a:buFont typeface="Arial" panose="020B0604020202020204" pitchFamily="34" charset="0"/>
              <a:buNone/>
              <a:defRPr sz="933">
                <a:solidFill>
                  <a:schemeClr val="tx1"/>
                </a:solidFill>
              </a:defRPr>
            </a:lvl2pPr>
            <a:lvl3pPr>
              <a:lnSpc>
                <a:spcPct val="110000"/>
              </a:lnSpc>
              <a:defRPr sz="1067">
                <a:latin typeface="+mj-lt"/>
              </a:defRPr>
            </a:lvl3pPr>
            <a:lvl4pPr>
              <a:defRPr sz="1333"/>
            </a:lvl4pPr>
            <a:lvl5pPr>
              <a:defRPr sz="1333"/>
            </a:lvl5pPr>
          </a:lstStyle>
          <a:p>
            <a:pPr lvl="0"/>
            <a:r>
              <a:rPr lang="en-US" noProof="0"/>
              <a:t>Click to edit Master text styles</a:t>
            </a:r>
          </a:p>
        </p:txBody>
      </p:sp>
      <p:sp>
        <p:nvSpPr>
          <p:cNvPr id="23" name="Espace réservé du texte 5">
            <a:extLst>
              <a:ext uri="{FF2B5EF4-FFF2-40B4-BE49-F238E27FC236}">
                <a16:creationId xmlns:a16="http://schemas.microsoft.com/office/drawing/2014/main" id="{7FA14FD7-95C9-4327-B716-189176F2E3E3}"/>
              </a:ext>
            </a:extLst>
          </p:cNvPr>
          <p:cNvSpPr>
            <a:spLocks noGrp="1"/>
          </p:cNvSpPr>
          <p:nvPr>
            <p:ph type="body" sz="quarter" idx="18"/>
          </p:nvPr>
        </p:nvSpPr>
        <p:spPr>
          <a:xfrm>
            <a:off x="4033427" y="425183"/>
            <a:ext cx="7715547" cy="164148"/>
          </a:xfrm>
        </p:spPr>
        <p:txBody>
          <a:bodyPr wrap="square" anchor="t" anchorCtr="0">
            <a:spAutoFit/>
          </a:bodyPr>
          <a:lstStyle>
            <a:lvl1pPr algn="l">
              <a:lnSpc>
                <a:spcPct val="100000"/>
              </a:lnSpc>
              <a:spcAft>
                <a:spcPts val="0"/>
              </a:spcAft>
              <a:defRPr lang="fr-FR" sz="1067" b="0" i="0" kern="1200" dirty="0" err="1" smtClean="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algn="l">
              <a:lnSpc>
                <a:spcPct val="100000"/>
              </a:lnSpc>
              <a:spcBef>
                <a:spcPts val="400"/>
              </a:spcBef>
              <a:spcAft>
                <a:spcPts val="0"/>
              </a:spcAft>
              <a:defRPr sz="533" b="0" i="0" cap="all" baseline="0">
                <a:latin typeface="Verdana" panose="020B0604030504040204" pitchFamily="34" charset="0"/>
                <a:ea typeface="Verdana" panose="020B0604030504040204" pitchFamily="34" charset="0"/>
                <a:cs typeface="Verdana" panose="020B0604030504040204" pitchFamily="34" charset="0"/>
              </a:defRPr>
            </a:lvl2pPr>
            <a:lvl3pPr>
              <a:spcBef>
                <a:spcPts val="400"/>
              </a:spcBef>
              <a:tabLst>
                <a:tab pos="836063" algn="l"/>
              </a:tabLst>
              <a:defRPr sz="533"/>
            </a:lvl3pPr>
          </a:lstStyle>
          <a:p>
            <a:pPr lvl="0"/>
            <a:r>
              <a:rPr lang="en-US" noProof="0"/>
              <a:t>Click to edit Master text styles</a:t>
            </a:r>
          </a:p>
        </p:txBody>
      </p:sp>
      <p:grpSp>
        <p:nvGrpSpPr>
          <p:cNvPr id="35" name="Graphique 7">
            <a:extLst>
              <a:ext uri="{FF2B5EF4-FFF2-40B4-BE49-F238E27FC236}">
                <a16:creationId xmlns:a16="http://schemas.microsoft.com/office/drawing/2014/main" id="{8670D0AF-4A05-41F5-A174-F1DCC172E6C4}"/>
              </a:ext>
            </a:extLst>
          </p:cNvPr>
          <p:cNvGrpSpPr>
            <a:grpSpLocks noChangeAspect="1"/>
          </p:cNvGrpSpPr>
          <p:nvPr userDrawn="1"/>
        </p:nvGrpSpPr>
        <p:grpSpPr>
          <a:xfrm>
            <a:off x="442166" y="6329527"/>
            <a:ext cx="1071853" cy="275084"/>
            <a:chOff x="4768103" y="-471733"/>
            <a:chExt cx="744723" cy="191124"/>
          </a:xfrm>
          <a:solidFill>
            <a:schemeClr val="bg1"/>
          </a:solidFill>
        </p:grpSpPr>
        <p:sp>
          <p:nvSpPr>
            <p:cNvPr id="36" name="Forme libre : forme 9">
              <a:extLst>
                <a:ext uri="{FF2B5EF4-FFF2-40B4-BE49-F238E27FC236}">
                  <a16:creationId xmlns:a16="http://schemas.microsoft.com/office/drawing/2014/main" id="{674A82B9-E907-49FC-BC51-EE0E71572E6B}"/>
                </a:ext>
              </a:extLst>
            </p:cNvPr>
            <p:cNvSpPr/>
            <p:nvPr userDrawn="1"/>
          </p:nvSpPr>
          <p:spPr>
            <a:xfrm>
              <a:off x="4770087" y="-471716"/>
              <a:ext cx="740699" cy="191096"/>
            </a:xfrm>
            <a:custGeom>
              <a:avLst/>
              <a:gdLst>
                <a:gd name="connsiteX0" fmla="*/ 689325 w 740699"/>
                <a:gd name="connsiteY0" fmla="*/ 7347 h 191096"/>
                <a:gd name="connsiteX1" fmla="*/ 688790 w 740699"/>
                <a:gd name="connsiteY1" fmla="*/ 10847 h 191096"/>
                <a:gd name="connsiteX2" fmla="*/ 686092 w 740699"/>
                <a:gd name="connsiteY2" fmla="*/ 24840 h 191096"/>
                <a:gd name="connsiteX3" fmla="*/ 680980 w 740699"/>
                <a:gd name="connsiteY3" fmla="*/ 29953 h 191096"/>
                <a:gd name="connsiteX4" fmla="*/ 667797 w 740699"/>
                <a:gd name="connsiteY4" fmla="*/ 28608 h 191096"/>
                <a:gd name="connsiteX5" fmla="*/ 646528 w 740699"/>
                <a:gd name="connsiteY5" fmla="*/ 50946 h 191096"/>
                <a:gd name="connsiteX6" fmla="*/ 646528 w 740699"/>
                <a:gd name="connsiteY6" fmla="*/ 53911 h 191096"/>
                <a:gd name="connsiteX7" fmla="*/ 680712 w 740699"/>
                <a:gd name="connsiteY7" fmla="*/ 53911 h 191096"/>
                <a:gd name="connsiteX8" fmla="*/ 686092 w 740699"/>
                <a:gd name="connsiteY8" fmla="*/ 59559 h 191096"/>
                <a:gd name="connsiteX9" fmla="*/ 686092 w 740699"/>
                <a:gd name="connsiteY9" fmla="*/ 78130 h 191096"/>
                <a:gd name="connsiteX10" fmla="*/ 680712 w 740699"/>
                <a:gd name="connsiteY10" fmla="*/ 83518 h 191096"/>
                <a:gd name="connsiteX11" fmla="*/ 646528 w 740699"/>
                <a:gd name="connsiteY11" fmla="*/ 83518 h 191096"/>
                <a:gd name="connsiteX12" fmla="*/ 646528 w 740699"/>
                <a:gd name="connsiteY12" fmla="*/ 183097 h 191096"/>
                <a:gd name="connsiteX13" fmla="*/ 641148 w 740699"/>
                <a:gd name="connsiteY13" fmla="*/ 188485 h 191096"/>
                <a:gd name="connsiteX14" fmla="*/ 617197 w 740699"/>
                <a:gd name="connsiteY14" fmla="*/ 188485 h 191096"/>
                <a:gd name="connsiteX15" fmla="*/ 611809 w 740699"/>
                <a:gd name="connsiteY15" fmla="*/ 183097 h 191096"/>
                <a:gd name="connsiteX16" fmla="*/ 611809 w 740699"/>
                <a:gd name="connsiteY16" fmla="*/ 56602 h 191096"/>
                <a:gd name="connsiteX17" fmla="*/ 666987 w 740699"/>
                <a:gd name="connsiteY17" fmla="*/ 79 h 191096"/>
                <a:gd name="connsiteX18" fmla="*/ 683945 w 740699"/>
                <a:gd name="connsiteY18" fmla="*/ 1966 h 191096"/>
                <a:gd name="connsiteX19" fmla="*/ 689325 w 740699"/>
                <a:gd name="connsiteY19" fmla="*/ 7347 h 191096"/>
                <a:gd name="connsiteX20" fmla="*/ 741003 w 740699"/>
                <a:gd name="connsiteY20" fmla="*/ 59292 h 191096"/>
                <a:gd name="connsiteX21" fmla="*/ 741003 w 740699"/>
                <a:gd name="connsiteY21" fmla="*/ 183097 h 191096"/>
                <a:gd name="connsiteX22" fmla="*/ 735615 w 740699"/>
                <a:gd name="connsiteY22" fmla="*/ 188485 h 191096"/>
                <a:gd name="connsiteX23" fmla="*/ 711396 w 740699"/>
                <a:gd name="connsiteY23" fmla="*/ 188485 h 191096"/>
                <a:gd name="connsiteX24" fmla="*/ 706008 w 740699"/>
                <a:gd name="connsiteY24" fmla="*/ 183097 h 191096"/>
                <a:gd name="connsiteX25" fmla="*/ 706008 w 740699"/>
                <a:gd name="connsiteY25" fmla="*/ 59292 h 191096"/>
                <a:gd name="connsiteX26" fmla="*/ 711396 w 740699"/>
                <a:gd name="connsiteY26" fmla="*/ 53911 h 191096"/>
                <a:gd name="connsiteX27" fmla="*/ 735615 w 740699"/>
                <a:gd name="connsiteY27" fmla="*/ 53911 h 191096"/>
                <a:gd name="connsiteX28" fmla="*/ 741003 w 740699"/>
                <a:gd name="connsiteY28" fmla="*/ 59292 h 191096"/>
                <a:gd name="connsiteX29" fmla="*/ 518954 w 740699"/>
                <a:gd name="connsiteY29" fmla="*/ 158879 h 191096"/>
                <a:gd name="connsiteX30" fmla="*/ 485847 w 740699"/>
                <a:gd name="connsiteY30" fmla="*/ 121195 h 191096"/>
                <a:gd name="connsiteX31" fmla="*/ 517074 w 740699"/>
                <a:gd name="connsiteY31" fmla="*/ 83518 h 191096"/>
                <a:gd name="connsiteX32" fmla="*/ 550173 w 740699"/>
                <a:gd name="connsiteY32" fmla="*/ 121195 h 191096"/>
                <a:gd name="connsiteX33" fmla="*/ 518954 w 740699"/>
                <a:gd name="connsiteY33" fmla="*/ 158879 h 191096"/>
                <a:gd name="connsiteX34" fmla="*/ 517074 w 740699"/>
                <a:gd name="connsiteY34" fmla="*/ 51221 h 191096"/>
                <a:gd name="connsiteX35" fmla="*/ 450317 w 740699"/>
                <a:gd name="connsiteY35" fmla="*/ 121195 h 191096"/>
                <a:gd name="connsiteX36" fmla="*/ 518954 w 740699"/>
                <a:gd name="connsiteY36" fmla="*/ 191176 h 191096"/>
                <a:gd name="connsiteX37" fmla="*/ 585702 w 740699"/>
                <a:gd name="connsiteY37" fmla="*/ 121195 h 191096"/>
                <a:gd name="connsiteX38" fmla="*/ 517074 w 740699"/>
                <a:gd name="connsiteY38" fmla="*/ 51221 h 191096"/>
                <a:gd name="connsiteX39" fmla="*/ 424486 w 740699"/>
                <a:gd name="connsiteY39" fmla="*/ 101813 h 191096"/>
                <a:gd name="connsiteX40" fmla="*/ 424486 w 740699"/>
                <a:gd name="connsiteY40" fmla="*/ 183097 h 191096"/>
                <a:gd name="connsiteX41" fmla="*/ 419098 w 740699"/>
                <a:gd name="connsiteY41" fmla="*/ 188485 h 191096"/>
                <a:gd name="connsiteX42" fmla="*/ 394880 w 740699"/>
                <a:gd name="connsiteY42" fmla="*/ 188485 h 191096"/>
                <a:gd name="connsiteX43" fmla="*/ 389492 w 740699"/>
                <a:gd name="connsiteY43" fmla="*/ 183097 h 191096"/>
                <a:gd name="connsiteX44" fmla="*/ 389492 w 740699"/>
                <a:gd name="connsiteY44" fmla="*/ 106391 h 191096"/>
                <a:gd name="connsiteX45" fmla="*/ 363385 w 740699"/>
                <a:gd name="connsiteY45" fmla="*/ 83518 h 191096"/>
                <a:gd name="connsiteX46" fmla="*/ 343469 w 740699"/>
                <a:gd name="connsiteY46" fmla="*/ 85665 h 191096"/>
                <a:gd name="connsiteX47" fmla="*/ 337012 w 740699"/>
                <a:gd name="connsiteY47" fmla="*/ 92666 h 191096"/>
                <a:gd name="connsiteX48" fmla="*/ 337012 w 740699"/>
                <a:gd name="connsiteY48" fmla="*/ 183097 h 191096"/>
                <a:gd name="connsiteX49" fmla="*/ 331624 w 740699"/>
                <a:gd name="connsiteY49" fmla="*/ 188485 h 191096"/>
                <a:gd name="connsiteX50" fmla="*/ 307405 w 740699"/>
                <a:gd name="connsiteY50" fmla="*/ 188485 h 191096"/>
                <a:gd name="connsiteX51" fmla="*/ 302017 w 740699"/>
                <a:gd name="connsiteY51" fmla="*/ 183097 h 191096"/>
                <a:gd name="connsiteX52" fmla="*/ 302017 w 740699"/>
                <a:gd name="connsiteY52" fmla="*/ 71672 h 191096"/>
                <a:gd name="connsiteX53" fmla="*/ 308750 w 740699"/>
                <a:gd name="connsiteY53" fmla="*/ 60904 h 191096"/>
                <a:gd name="connsiteX54" fmla="*/ 362850 w 740699"/>
                <a:gd name="connsiteY54" fmla="*/ 51221 h 191096"/>
                <a:gd name="connsiteX55" fmla="*/ 424486 w 740699"/>
                <a:gd name="connsiteY55" fmla="*/ 101813 h 191096"/>
                <a:gd name="connsiteX56" fmla="*/ 122497 w 740699"/>
                <a:gd name="connsiteY56" fmla="*/ 167759 h 191096"/>
                <a:gd name="connsiteX57" fmla="*/ 120342 w 740699"/>
                <a:gd name="connsiteY57" fmla="*/ 183097 h 191096"/>
                <a:gd name="connsiteX58" fmla="*/ 113350 w 740699"/>
                <a:gd name="connsiteY58" fmla="*/ 188485 h 191096"/>
                <a:gd name="connsiteX59" fmla="*/ 89123 w 740699"/>
                <a:gd name="connsiteY59" fmla="*/ 188485 h 191096"/>
                <a:gd name="connsiteX60" fmla="*/ 85088 w 740699"/>
                <a:gd name="connsiteY60" fmla="*/ 184718 h 191096"/>
                <a:gd name="connsiteX61" fmla="*/ 85356 w 740699"/>
                <a:gd name="connsiteY61" fmla="*/ 183097 h 191096"/>
                <a:gd name="connsiteX62" fmla="*/ 86968 w 740699"/>
                <a:gd name="connsiteY62" fmla="*/ 173140 h 191096"/>
                <a:gd name="connsiteX63" fmla="*/ 303 w 740699"/>
                <a:gd name="connsiteY63" fmla="*/ 98589 h 191096"/>
                <a:gd name="connsiteX64" fmla="*/ 59517 w 740699"/>
                <a:gd name="connsiteY64" fmla="*/ 50144 h 191096"/>
                <a:gd name="connsiteX65" fmla="*/ 115230 w 740699"/>
                <a:gd name="connsiteY65" fmla="*/ 64404 h 191096"/>
                <a:gd name="connsiteX66" fmla="*/ 118462 w 740699"/>
                <a:gd name="connsiteY66" fmla="*/ 69792 h 191096"/>
                <a:gd name="connsiteX67" fmla="*/ 117385 w 740699"/>
                <a:gd name="connsiteY67" fmla="*/ 74362 h 191096"/>
                <a:gd name="connsiteX68" fmla="*/ 109039 w 740699"/>
                <a:gd name="connsiteY68" fmla="*/ 92131 h 191096"/>
                <a:gd name="connsiteX69" fmla="*/ 103116 w 740699"/>
                <a:gd name="connsiteY69" fmla="*/ 95899 h 191096"/>
                <a:gd name="connsiteX70" fmla="*/ 99081 w 740699"/>
                <a:gd name="connsiteY70" fmla="*/ 94821 h 191096"/>
                <a:gd name="connsiteX71" fmla="*/ 58439 w 740699"/>
                <a:gd name="connsiteY71" fmla="*/ 82708 h 191096"/>
                <a:gd name="connsiteX72" fmla="*/ 35833 w 740699"/>
                <a:gd name="connsiteY72" fmla="*/ 96166 h 191096"/>
                <a:gd name="connsiteX73" fmla="*/ 122497 w 740699"/>
                <a:gd name="connsiteY73" fmla="*/ 167759 h 191096"/>
                <a:gd name="connsiteX74" fmla="*/ 234191 w 740699"/>
                <a:gd name="connsiteY74" fmla="*/ 149189 h 191096"/>
                <a:gd name="connsiteX75" fmla="*/ 227466 w 740699"/>
                <a:gd name="connsiteY75" fmla="*/ 156456 h 191096"/>
                <a:gd name="connsiteX76" fmla="*/ 209162 w 740699"/>
                <a:gd name="connsiteY76" fmla="*/ 158879 h 191096"/>
                <a:gd name="connsiteX77" fmla="*/ 175788 w 740699"/>
                <a:gd name="connsiteY77" fmla="*/ 121195 h 191096"/>
                <a:gd name="connsiteX78" fmla="*/ 209162 w 740699"/>
                <a:gd name="connsiteY78" fmla="*/ 83518 h 191096"/>
                <a:gd name="connsiteX79" fmla="*/ 227466 w 740699"/>
                <a:gd name="connsiteY79" fmla="*/ 85941 h 191096"/>
                <a:gd name="connsiteX80" fmla="*/ 234191 w 740699"/>
                <a:gd name="connsiteY80" fmla="*/ 93201 h 191096"/>
                <a:gd name="connsiteX81" fmla="*/ 234191 w 740699"/>
                <a:gd name="connsiteY81" fmla="*/ 149189 h 191096"/>
                <a:gd name="connsiteX82" fmla="*/ 262452 w 740699"/>
                <a:gd name="connsiteY82" fmla="*/ 61179 h 191096"/>
                <a:gd name="connsiteX83" fmla="*/ 209430 w 740699"/>
                <a:gd name="connsiteY83" fmla="*/ 51221 h 191096"/>
                <a:gd name="connsiteX84" fmla="*/ 140258 w 740699"/>
                <a:gd name="connsiteY84" fmla="*/ 121195 h 191096"/>
                <a:gd name="connsiteX85" fmla="*/ 208895 w 740699"/>
                <a:gd name="connsiteY85" fmla="*/ 191176 h 191096"/>
                <a:gd name="connsiteX86" fmla="*/ 262452 w 740699"/>
                <a:gd name="connsiteY86" fmla="*/ 180407 h 191096"/>
                <a:gd name="connsiteX87" fmla="*/ 269185 w 740699"/>
                <a:gd name="connsiteY87" fmla="*/ 169639 h 191096"/>
                <a:gd name="connsiteX88" fmla="*/ 269185 w 740699"/>
                <a:gd name="connsiteY88" fmla="*/ 71940 h 191096"/>
                <a:gd name="connsiteX89" fmla="*/ 262452 w 740699"/>
                <a:gd name="connsiteY89" fmla="*/ 61179 h 191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740699" h="191096">
                  <a:moveTo>
                    <a:pt x="689325" y="7347"/>
                  </a:moveTo>
                  <a:cubicBezTo>
                    <a:pt x="689325" y="8511"/>
                    <a:pt x="689026" y="9604"/>
                    <a:pt x="688790" y="10847"/>
                  </a:cubicBezTo>
                  <a:lnTo>
                    <a:pt x="686092" y="24840"/>
                  </a:lnTo>
                  <a:cubicBezTo>
                    <a:pt x="685558" y="28073"/>
                    <a:pt x="684213" y="29953"/>
                    <a:pt x="680980" y="29953"/>
                  </a:cubicBezTo>
                  <a:cubicBezTo>
                    <a:pt x="678974" y="29953"/>
                    <a:pt x="673177" y="28608"/>
                    <a:pt x="667797" y="28608"/>
                  </a:cubicBezTo>
                  <a:cubicBezTo>
                    <a:pt x="652993" y="28608"/>
                    <a:pt x="646528" y="36143"/>
                    <a:pt x="646528" y="50946"/>
                  </a:cubicBezTo>
                  <a:lnTo>
                    <a:pt x="646528" y="53911"/>
                  </a:lnTo>
                  <a:lnTo>
                    <a:pt x="680712" y="53911"/>
                  </a:lnTo>
                  <a:cubicBezTo>
                    <a:pt x="684213" y="53911"/>
                    <a:pt x="686092" y="56059"/>
                    <a:pt x="686092" y="59559"/>
                  </a:cubicBezTo>
                  <a:lnTo>
                    <a:pt x="686092" y="78130"/>
                  </a:lnTo>
                  <a:cubicBezTo>
                    <a:pt x="686092" y="81363"/>
                    <a:pt x="684213" y="83518"/>
                    <a:pt x="680712" y="83518"/>
                  </a:cubicBezTo>
                  <a:lnTo>
                    <a:pt x="646528" y="83518"/>
                  </a:lnTo>
                  <a:lnTo>
                    <a:pt x="646528" y="183097"/>
                  </a:lnTo>
                  <a:cubicBezTo>
                    <a:pt x="646528" y="186330"/>
                    <a:pt x="644380" y="188485"/>
                    <a:pt x="641148" y="188485"/>
                  </a:cubicBezTo>
                  <a:lnTo>
                    <a:pt x="617197" y="188485"/>
                  </a:lnTo>
                  <a:cubicBezTo>
                    <a:pt x="613964" y="188485"/>
                    <a:pt x="611809" y="186330"/>
                    <a:pt x="611809" y="183097"/>
                  </a:cubicBezTo>
                  <a:lnTo>
                    <a:pt x="611809" y="56602"/>
                  </a:lnTo>
                  <a:cubicBezTo>
                    <a:pt x="611809" y="17839"/>
                    <a:pt x="633612" y="79"/>
                    <a:pt x="666987" y="79"/>
                  </a:cubicBezTo>
                  <a:cubicBezTo>
                    <a:pt x="672729" y="79"/>
                    <a:pt x="678557" y="621"/>
                    <a:pt x="683945" y="1966"/>
                  </a:cubicBezTo>
                  <a:cubicBezTo>
                    <a:pt x="687713" y="2769"/>
                    <a:pt x="689325" y="4358"/>
                    <a:pt x="689325" y="7347"/>
                  </a:cubicBezTo>
                  <a:moveTo>
                    <a:pt x="741003" y="59292"/>
                  </a:moveTo>
                  <a:lnTo>
                    <a:pt x="741003" y="183097"/>
                  </a:lnTo>
                  <a:cubicBezTo>
                    <a:pt x="741003" y="186330"/>
                    <a:pt x="738848" y="188485"/>
                    <a:pt x="735615" y="188485"/>
                  </a:cubicBezTo>
                  <a:lnTo>
                    <a:pt x="711396" y="188485"/>
                  </a:lnTo>
                  <a:cubicBezTo>
                    <a:pt x="708164" y="188485"/>
                    <a:pt x="706008" y="186330"/>
                    <a:pt x="706008" y="183097"/>
                  </a:cubicBezTo>
                  <a:lnTo>
                    <a:pt x="706008" y="59292"/>
                  </a:lnTo>
                  <a:cubicBezTo>
                    <a:pt x="706008" y="56059"/>
                    <a:pt x="708164" y="53911"/>
                    <a:pt x="711396" y="53911"/>
                  </a:cubicBezTo>
                  <a:lnTo>
                    <a:pt x="735615" y="53911"/>
                  </a:lnTo>
                  <a:cubicBezTo>
                    <a:pt x="738848" y="53911"/>
                    <a:pt x="741003" y="56059"/>
                    <a:pt x="741003" y="59292"/>
                  </a:cubicBezTo>
                  <a:moveTo>
                    <a:pt x="518954" y="158879"/>
                  </a:moveTo>
                  <a:cubicBezTo>
                    <a:pt x="499038" y="158879"/>
                    <a:pt x="485847" y="145956"/>
                    <a:pt x="485847" y="121195"/>
                  </a:cubicBezTo>
                  <a:cubicBezTo>
                    <a:pt x="485847" y="96433"/>
                    <a:pt x="499038" y="83518"/>
                    <a:pt x="517074" y="83518"/>
                  </a:cubicBezTo>
                  <a:cubicBezTo>
                    <a:pt x="536990" y="83518"/>
                    <a:pt x="550173" y="96433"/>
                    <a:pt x="550173" y="121195"/>
                  </a:cubicBezTo>
                  <a:cubicBezTo>
                    <a:pt x="550173" y="145956"/>
                    <a:pt x="536990" y="158879"/>
                    <a:pt x="518954" y="158879"/>
                  </a:cubicBezTo>
                  <a:moveTo>
                    <a:pt x="517074" y="51221"/>
                  </a:moveTo>
                  <a:cubicBezTo>
                    <a:pt x="476699" y="51221"/>
                    <a:pt x="450317" y="80553"/>
                    <a:pt x="450317" y="121195"/>
                  </a:cubicBezTo>
                  <a:cubicBezTo>
                    <a:pt x="450317" y="161837"/>
                    <a:pt x="476699" y="191176"/>
                    <a:pt x="518954" y="191176"/>
                  </a:cubicBezTo>
                  <a:cubicBezTo>
                    <a:pt x="559328" y="191176"/>
                    <a:pt x="585702" y="161837"/>
                    <a:pt x="585702" y="121195"/>
                  </a:cubicBezTo>
                  <a:cubicBezTo>
                    <a:pt x="585702" y="80553"/>
                    <a:pt x="559328" y="51221"/>
                    <a:pt x="517074" y="51221"/>
                  </a:cubicBezTo>
                  <a:moveTo>
                    <a:pt x="424486" y="101813"/>
                  </a:moveTo>
                  <a:lnTo>
                    <a:pt x="424486" y="183097"/>
                  </a:lnTo>
                  <a:cubicBezTo>
                    <a:pt x="424486" y="186330"/>
                    <a:pt x="422331" y="188485"/>
                    <a:pt x="419098" y="188485"/>
                  </a:cubicBezTo>
                  <a:lnTo>
                    <a:pt x="394880" y="188485"/>
                  </a:lnTo>
                  <a:cubicBezTo>
                    <a:pt x="391647" y="188485"/>
                    <a:pt x="389492" y="186330"/>
                    <a:pt x="389492" y="183097"/>
                  </a:cubicBezTo>
                  <a:lnTo>
                    <a:pt x="389492" y="106391"/>
                  </a:lnTo>
                  <a:cubicBezTo>
                    <a:pt x="389492" y="90243"/>
                    <a:pt x="377921" y="83518"/>
                    <a:pt x="363385" y="83518"/>
                  </a:cubicBezTo>
                  <a:cubicBezTo>
                    <a:pt x="355040" y="83518"/>
                    <a:pt x="350470" y="84053"/>
                    <a:pt x="343469" y="85665"/>
                  </a:cubicBezTo>
                  <a:cubicBezTo>
                    <a:pt x="339159" y="86743"/>
                    <a:pt x="337012" y="88631"/>
                    <a:pt x="337012" y="92666"/>
                  </a:cubicBezTo>
                  <a:lnTo>
                    <a:pt x="337012" y="183097"/>
                  </a:lnTo>
                  <a:cubicBezTo>
                    <a:pt x="337012" y="186330"/>
                    <a:pt x="334856" y="188485"/>
                    <a:pt x="331624" y="188485"/>
                  </a:cubicBezTo>
                  <a:lnTo>
                    <a:pt x="307405" y="188485"/>
                  </a:lnTo>
                  <a:cubicBezTo>
                    <a:pt x="304172" y="188485"/>
                    <a:pt x="302017" y="186330"/>
                    <a:pt x="302017" y="183097"/>
                  </a:cubicBezTo>
                  <a:lnTo>
                    <a:pt x="302017" y="71672"/>
                  </a:lnTo>
                  <a:cubicBezTo>
                    <a:pt x="302017" y="65482"/>
                    <a:pt x="304982" y="62249"/>
                    <a:pt x="308750" y="60904"/>
                  </a:cubicBezTo>
                  <a:cubicBezTo>
                    <a:pt x="328399" y="53911"/>
                    <a:pt x="346970" y="51221"/>
                    <a:pt x="362850" y="51221"/>
                  </a:cubicBezTo>
                  <a:cubicBezTo>
                    <a:pt x="404295" y="51221"/>
                    <a:pt x="424486" y="68982"/>
                    <a:pt x="424486" y="101813"/>
                  </a:cubicBezTo>
                  <a:moveTo>
                    <a:pt x="122497" y="167759"/>
                  </a:moveTo>
                  <a:cubicBezTo>
                    <a:pt x="122497" y="172337"/>
                    <a:pt x="121963" y="178528"/>
                    <a:pt x="120342" y="183097"/>
                  </a:cubicBezTo>
                  <a:cubicBezTo>
                    <a:pt x="118997" y="187140"/>
                    <a:pt x="117385" y="188485"/>
                    <a:pt x="113350" y="188485"/>
                  </a:cubicBezTo>
                  <a:lnTo>
                    <a:pt x="89123" y="188485"/>
                  </a:lnTo>
                  <a:cubicBezTo>
                    <a:pt x="86433" y="188485"/>
                    <a:pt x="85088" y="186865"/>
                    <a:pt x="85088" y="184718"/>
                  </a:cubicBezTo>
                  <a:cubicBezTo>
                    <a:pt x="85088" y="184175"/>
                    <a:pt x="85088" y="183640"/>
                    <a:pt x="85356" y="183097"/>
                  </a:cubicBezTo>
                  <a:cubicBezTo>
                    <a:pt x="86433" y="179597"/>
                    <a:pt x="86968" y="177175"/>
                    <a:pt x="86968" y="173140"/>
                  </a:cubicBezTo>
                  <a:cubicBezTo>
                    <a:pt x="86968" y="133559"/>
                    <a:pt x="303" y="155646"/>
                    <a:pt x="303" y="98589"/>
                  </a:cubicBezTo>
                  <a:cubicBezTo>
                    <a:pt x="303" y="69517"/>
                    <a:pt x="23452" y="50144"/>
                    <a:pt x="59517" y="50144"/>
                  </a:cubicBezTo>
                  <a:cubicBezTo>
                    <a:pt x="78623" y="50144"/>
                    <a:pt x="98546" y="54714"/>
                    <a:pt x="115230" y="64404"/>
                  </a:cubicBezTo>
                  <a:cubicBezTo>
                    <a:pt x="117393" y="65490"/>
                    <a:pt x="118462" y="67637"/>
                    <a:pt x="118462" y="69792"/>
                  </a:cubicBezTo>
                  <a:cubicBezTo>
                    <a:pt x="118462" y="71137"/>
                    <a:pt x="118164" y="72710"/>
                    <a:pt x="117385" y="74362"/>
                  </a:cubicBezTo>
                  <a:lnTo>
                    <a:pt x="109039" y="92131"/>
                  </a:lnTo>
                  <a:cubicBezTo>
                    <a:pt x="107962" y="94553"/>
                    <a:pt x="105539" y="95899"/>
                    <a:pt x="103116" y="95899"/>
                  </a:cubicBezTo>
                  <a:cubicBezTo>
                    <a:pt x="101771" y="95899"/>
                    <a:pt x="100426" y="95623"/>
                    <a:pt x="99081" y="94821"/>
                  </a:cubicBezTo>
                  <a:cubicBezTo>
                    <a:pt x="85356" y="87286"/>
                    <a:pt x="72165" y="82708"/>
                    <a:pt x="58439" y="82708"/>
                  </a:cubicBezTo>
                  <a:cubicBezTo>
                    <a:pt x="44179" y="82708"/>
                    <a:pt x="35833" y="87923"/>
                    <a:pt x="35833" y="96166"/>
                  </a:cubicBezTo>
                  <a:cubicBezTo>
                    <a:pt x="35833" y="121368"/>
                    <a:pt x="122497" y="106659"/>
                    <a:pt x="122497" y="167759"/>
                  </a:cubicBezTo>
                  <a:moveTo>
                    <a:pt x="234191" y="149189"/>
                  </a:moveTo>
                  <a:cubicBezTo>
                    <a:pt x="234191" y="153224"/>
                    <a:pt x="232043" y="155111"/>
                    <a:pt x="227466" y="156456"/>
                  </a:cubicBezTo>
                  <a:cubicBezTo>
                    <a:pt x="221543" y="158069"/>
                    <a:pt x="216430" y="158879"/>
                    <a:pt x="209162" y="158879"/>
                  </a:cubicBezTo>
                  <a:cubicBezTo>
                    <a:pt x="191936" y="158879"/>
                    <a:pt x="175788" y="148646"/>
                    <a:pt x="175788" y="121195"/>
                  </a:cubicBezTo>
                  <a:cubicBezTo>
                    <a:pt x="175788" y="93743"/>
                    <a:pt x="191936" y="83518"/>
                    <a:pt x="209162" y="83518"/>
                  </a:cubicBezTo>
                  <a:cubicBezTo>
                    <a:pt x="216430" y="83518"/>
                    <a:pt x="221543" y="84320"/>
                    <a:pt x="227466" y="85941"/>
                  </a:cubicBezTo>
                  <a:cubicBezTo>
                    <a:pt x="232043" y="87286"/>
                    <a:pt x="234191" y="89165"/>
                    <a:pt x="234191" y="93201"/>
                  </a:cubicBezTo>
                  <a:lnTo>
                    <a:pt x="234191" y="149189"/>
                  </a:lnTo>
                  <a:close/>
                  <a:moveTo>
                    <a:pt x="262452" y="61179"/>
                  </a:moveTo>
                  <a:cubicBezTo>
                    <a:pt x="244692" y="54446"/>
                    <a:pt x="228000" y="51221"/>
                    <a:pt x="209430" y="51221"/>
                  </a:cubicBezTo>
                  <a:cubicBezTo>
                    <a:pt x="168795" y="51221"/>
                    <a:pt x="140258" y="78405"/>
                    <a:pt x="140258" y="121195"/>
                  </a:cubicBezTo>
                  <a:cubicBezTo>
                    <a:pt x="140258" y="164527"/>
                    <a:pt x="165020" y="191176"/>
                    <a:pt x="208895" y="191176"/>
                  </a:cubicBezTo>
                  <a:cubicBezTo>
                    <a:pt x="226655" y="191176"/>
                    <a:pt x="243881" y="188210"/>
                    <a:pt x="262452" y="180407"/>
                  </a:cubicBezTo>
                  <a:cubicBezTo>
                    <a:pt x="266763" y="178528"/>
                    <a:pt x="269185" y="175562"/>
                    <a:pt x="269185" y="169639"/>
                  </a:cubicBezTo>
                  <a:lnTo>
                    <a:pt x="269185" y="71940"/>
                  </a:lnTo>
                  <a:cubicBezTo>
                    <a:pt x="269185" y="65749"/>
                    <a:pt x="266763" y="62792"/>
                    <a:pt x="262452" y="61179"/>
                  </a:cubicBezTo>
                </a:path>
              </a:pathLst>
            </a:custGeom>
            <a:grpFill/>
            <a:ln w="7833" cap="flat">
              <a:noFill/>
              <a:prstDash val="solid"/>
              <a:round/>
            </a:ln>
          </p:spPr>
          <p:txBody>
            <a:bodyPr rtlCol="0" anchor="ctr"/>
            <a:lstStyle/>
            <a:p>
              <a:endParaRPr lang="fr-FR" sz="2400"/>
            </a:p>
          </p:txBody>
        </p:sp>
        <p:sp>
          <p:nvSpPr>
            <p:cNvPr id="37" name="Forme libre : forme 10">
              <a:extLst>
                <a:ext uri="{FF2B5EF4-FFF2-40B4-BE49-F238E27FC236}">
                  <a16:creationId xmlns:a16="http://schemas.microsoft.com/office/drawing/2014/main" id="{365977A4-5832-45CF-A184-D4324C135EEC}"/>
                </a:ext>
              </a:extLst>
            </p:cNvPr>
            <p:cNvSpPr/>
            <p:nvPr/>
          </p:nvSpPr>
          <p:spPr>
            <a:xfrm rot="-73896" flipV="1">
              <a:off x="5474877" y="-471733"/>
              <a:ext cx="37949" cy="37711"/>
            </a:xfrm>
            <a:custGeom>
              <a:avLst/>
              <a:gdLst>
                <a:gd name="connsiteX0" fmla="*/ 19483 w 37949"/>
                <a:gd name="connsiteY0" fmla="*/ 17 h 37711"/>
                <a:gd name="connsiteX1" fmla="*/ 38456 w 37949"/>
                <a:gd name="connsiteY1" fmla="*/ 18454 h 37711"/>
                <a:gd name="connsiteX2" fmla="*/ 19491 w 37949"/>
                <a:gd name="connsiteY2" fmla="*/ 37717 h 37711"/>
                <a:gd name="connsiteX3" fmla="*/ 519 w 37949"/>
                <a:gd name="connsiteY3" fmla="*/ 19272 h 37711"/>
                <a:gd name="connsiteX4" fmla="*/ 19483 w 37949"/>
                <a:gd name="connsiteY4" fmla="*/ 17 h 37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949" h="37711">
                  <a:moveTo>
                    <a:pt x="19483" y="17"/>
                  </a:moveTo>
                  <a:cubicBezTo>
                    <a:pt x="30519" y="-219"/>
                    <a:pt x="38212" y="6883"/>
                    <a:pt x="38456" y="18454"/>
                  </a:cubicBezTo>
                  <a:cubicBezTo>
                    <a:pt x="38715" y="30300"/>
                    <a:pt x="31329" y="37457"/>
                    <a:pt x="19491" y="37717"/>
                  </a:cubicBezTo>
                  <a:cubicBezTo>
                    <a:pt x="8188" y="37953"/>
                    <a:pt x="771" y="31118"/>
                    <a:pt x="519" y="19272"/>
                  </a:cubicBezTo>
                  <a:cubicBezTo>
                    <a:pt x="267" y="7701"/>
                    <a:pt x="7378" y="284"/>
                    <a:pt x="19483" y="17"/>
                  </a:cubicBezTo>
                </a:path>
              </a:pathLst>
            </a:custGeom>
            <a:grpFill/>
            <a:ln w="7833" cap="flat">
              <a:noFill/>
              <a:prstDash val="solid"/>
              <a:round/>
            </a:ln>
          </p:spPr>
          <p:txBody>
            <a:bodyPr rtlCol="0" anchor="ctr"/>
            <a:lstStyle/>
            <a:p>
              <a:endParaRPr lang="fr-FR" sz="2400">
                <a:solidFill>
                  <a:schemeClr val="accent2"/>
                </a:solidFill>
              </a:endParaRPr>
            </a:p>
          </p:txBody>
        </p:sp>
        <p:sp>
          <p:nvSpPr>
            <p:cNvPr id="47" name="Forme libre : forme 11">
              <a:extLst>
                <a:ext uri="{FF2B5EF4-FFF2-40B4-BE49-F238E27FC236}">
                  <a16:creationId xmlns:a16="http://schemas.microsoft.com/office/drawing/2014/main" id="{5471ED42-9DE8-447E-9480-04E42DA17FEA}"/>
                </a:ext>
              </a:extLst>
            </p:cNvPr>
            <p:cNvSpPr/>
            <p:nvPr userDrawn="1"/>
          </p:nvSpPr>
          <p:spPr>
            <a:xfrm rot="10725025" flipV="1">
              <a:off x="4768103" y="-317778"/>
              <a:ext cx="37406" cy="37169"/>
            </a:xfrm>
            <a:custGeom>
              <a:avLst/>
              <a:gdLst>
                <a:gd name="connsiteX0" fmla="*/ 18717 w 37406"/>
                <a:gd name="connsiteY0" fmla="*/ 130 h 37169"/>
                <a:gd name="connsiteX1" fmla="*/ 37414 w 37406"/>
                <a:gd name="connsiteY1" fmla="*/ 18300 h 37169"/>
                <a:gd name="connsiteX2" fmla="*/ 18717 w 37406"/>
                <a:gd name="connsiteY2" fmla="*/ 37288 h 37169"/>
                <a:gd name="connsiteX3" fmla="*/ 20 w 37406"/>
                <a:gd name="connsiteY3" fmla="*/ 19118 h 37169"/>
                <a:gd name="connsiteX4" fmla="*/ 18717 w 37406"/>
                <a:gd name="connsiteY4" fmla="*/ 130 h 371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406" h="37169">
                  <a:moveTo>
                    <a:pt x="18717" y="130"/>
                  </a:moveTo>
                  <a:cubicBezTo>
                    <a:pt x="29745" y="-106"/>
                    <a:pt x="37162" y="6729"/>
                    <a:pt x="37414" y="18300"/>
                  </a:cubicBezTo>
                  <a:cubicBezTo>
                    <a:pt x="37665" y="29603"/>
                    <a:pt x="30555" y="37028"/>
                    <a:pt x="18717" y="37288"/>
                  </a:cubicBezTo>
                  <a:cubicBezTo>
                    <a:pt x="7681" y="37524"/>
                    <a:pt x="264" y="30421"/>
                    <a:pt x="20" y="19118"/>
                  </a:cubicBezTo>
                  <a:cubicBezTo>
                    <a:pt x="-240" y="7547"/>
                    <a:pt x="6871" y="390"/>
                    <a:pt x="18717" y="130"/>
                  </a:cubicBezTo>
                </a:path>
              </a:pathLst>
            </a:custGeom>
            <a:grpFill/>
            <a:ln w="7833" cap="flat">
              <a:noFill/>
              <a:prstDash val="solid"/>
              <a:round/>
            </a:ln>
          </p:spPr>
          <p:txBody>
            <a:bodyPr rtlCol="0" anchor="ctr"/>
            <a:lstStyle/>
            <a:p>
              <a:endParaRPr lang="fr-FR" sz="2400"/>
            </a:p>
          </p:txBody>
        </p:sp>
      </p:grpSp>
      <p:sp>
        <p:nvSpPr>
          <p:cNvPr id="26" name="Espace réservé du texte 4">
            <a:extLst>
              <a:ext uri="{FF2B5EF4-FFF2-40B4-BE49-F238E27FC236}">
                <a16:creationId xmlns:a16="http://schemas.microsoft.com/office/drawing/2014/main" id="{BEB64EF3-BB46-4060-851B-3BDF171213C2}"/>
              </a:ext>
            </a:extLst>
          </p:cNvPr>
          <p:cNvSpPr>
            <a:spLocks noGrp="1"/>
          </p:cNvSpPr>
          <p:nvPr>
            <p:ph type="body" sz="quarter" idx="48"/>
          </p:nvPr>
        </p:nvSpPr>
        <p:spPr>
          <a:xfrm>
            <a:off x="444974" y="1577577"/>
            <a:ext cx="2824073" cy="492443"/>
          </a:xfrm>
        </p:spPr>
        <p:txBody>
          <a:bodyPr wrap="square">
            <a:spAutoFit/>
          </a:bodyPr>
          <a:lstStyle>
            <a:lvl1pPr>
              <a:lnSpc>
                <a:spcPct val="100000"/>
              </a:lnSpc>
              <a:spcAft>
                <a:spcPts val="0"/>
              </a:spcAft>
              <a:defRPr sz="1600" b="0" i="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0" indent="0">
              <a:spcBef>
                <a:spcPts val="533"/>
              </a:spcBef>
              <a:buFont typeface="Arial" panose="020B0604020202020204" pitchFamily="34" charset="0"/>
              <a:buNone/>
              <a:defRPr sz="1600"/>
            </a:lvl2pPr>
            <a:lvl3pPr>
              <a:lnSpc>
                <a:spcPct val="110000"/>
              </a:lnSpc>
              <a:defRPr lang="en-US" sz="1333" kern="1200" dirty="0" smtClean="0">
                <a:solidFill>
                  <a:schemeClr val="tx1"/>
                </a:solidFill>
                <a:latin typeface="Sanofi Sans 3 Regular"/>
                <a:ea typeface="+mn-ea"/>
                <a:cs typeface="+mn-cs"/>
              </a:defRPr>
            </a:lvl3pPr>
            <a:lvl4pPr>
              <a:defRPr sz="1333"/>
            </a:lvl4pPr>
            <a:lvl5pPr>
              <a:defRPr sz="1333"/>
            </a:lvl5pPr>
          </a:lstStyle>
          <a:p>
            <a:pPr lvl="0"/>
            <a:r>
              <a:rPr lang="en-US" noProof="0"/>
              <a:t>Click to edit Master text styles</a:t>
            </a:r>
          </a:p>
        </p:txBody>
      </p:sp>
      <p:sp>
        <p:nvSpPr>
          <p:cNvPr id="27" name="Text Placeholder 2">
            <a:extLst>
              <a:ext uri="{FF2B5EF4-FFF2-40B4-BE49-F238E27FC236}">
                <a16:creationId xmlns:a16="http://schemas.microsoft.com/office/drawing/2014/main" id="{855E673C-6C7F-4EB7-A0E8-9C04C7963949}"/>
              </a:ext>
            </a:extLst>
          </p:cNvPr>
          <p:cNvSpPr>
            <a:spLocks noGrp="1"/>
          </p:cNvSpPr>
          <p:nvPr>
            <p:ph type="body" sz="quarter" idx="49"/>
          </p:nvPr>
        </p:nvSpPr>
        <p:spPr>
          <a:xfrm>
            <a:off x="442035" y="1943799"/>
            <a:ext cx="2827013" cy="4295223"/>
          </a:xfrm>
        </p:spPr>
        <p:txBody>
          <a:bodyPr/>
          <a:lstStyle>
            <a:lvl1pPr>
              <a:defRPr>
                <a:solidFill>
                  <a:schemeClr val="tx1"/>
                </a:solidFill>
              </a:defRPr>
            </a:lvl1pPr>
            <a:lvl2pPr marL="302392" indent="-302392">
              <a:buFontTx/>
              <a:buBlip>
                <a:blip>
                  <a:extLst>
                    <a:ext uri="{96DAC541-7B7A-43D3-8B79-37D633B846F1}">
                      <asvg:svgBlip xmlns:asvg="http://schemas.microsoft.com/office/drawing/2016/SVG/main" r:embed="rId3"/>
                    </a:ext>
                  </a:extLst>
                </a:blip>
              </a:buBlip>
              <a:defRPr>
                <a:solidFill>
                  <a:schemeClr val="tx1"/>
                </a:solidFill>
              </a:defRPr>
            </a:lvl2pPr>
            <a:lvl3pPr marL="609585" indent="-302392">
              <a:buFontTx/>
              <a:buBlip>
                <a:blip>
                  <a:extLst>
                    <a:ext uri="{96DAC541-7B7A-43D3-8B79-37D633B846F1}">
                      <asvg:svgBlip xmlns:asvg="http://schemas.microsoft.com/office/drawing/2016/SVG/main" r:embed="rId3"/>
                    </a:ext>
                  </a:extLst>
                </a:blip>
              </a:buBlip>
              <a:defRPr>
                <a:solidFill>
                  <a:schemeClr val="tx1"/>
                </a:solidFill>
              </a:defRPr>
            </a:lvl3pPr>
            <a:lvl4pPr marL="911977" indent="-302392">
              <a:buFontTx/>
              <a:buBlip>
                <a:blip>
                  <a:extLst>
                    <a:ext uri="{96DAC541-7B7A-43D3-8B79-37D633B846F1}">
                      <asvg:svgBlip xmlns:asvg="http://schemas.microsoft.com/office/drawing/2016/SVG/main" r:embed="rId3"/>
                    </a:ext>
                  </a:extLst>
                </a:blip>
              </a:buBlip>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8" name="Title 1">
            <a:extLst>
              <a:ext uri="{FF2B5EF4-FFF2-40B4-BE49-F238E27FC236}">
                <a16:creationId xmlns:a16="http://schemas.microsoft.com/office/drawing/2014/main" id="{30FF51BB-965D-4F61-9692-EE296D3C6611}"/>
              </a:ext>
            </a:extLst>
          </p:cNvPr>
          <p:cNvSpPr>
            <a:spLocks noGrp="1"/>
          </p:cNvSpPr>
          <p:nvPr>
            <p:ph type="title"/>
          </p:nvPr>
        </p:nvSpPr>
        <p:spPr>
          <a:xfrm>
            <a:off x="441600" y="710401"/>
            <a:ext cx="2827447" cy="748247"/>
          </a:xfrm>
        </p:spPr>
        <p:txBody>
          <a:bodyPr/>
          <a:lstStyle>
            <a:lvl1pPr>
              <a:defRPr>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25637149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Content and Numbers (Alternativ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7276DEF-3CBF-476F-8A84-C6760A5FE884}"/>
              </a:ext>
            </a:extLst>
          </p:cNvPr>
          <p:cNvSpPr/>
          <p:nvPr userDrawn="1"/>
        </p:nvSpPr>
        <p:spPr>
          <a:xfrm>
            <a:off x="0" y="0"/>
            <a:ext cx="37296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noProof="0"/>
          </a:p>
        </p:txBody>
      </p:sp>
      <p:sp>
        <p:nvSpPr>
          <p:cNvPr id="11" name="Espace réservé du numéro de diapositive 10">
            <a:extLst>
              <a:ext uri="{FF2B5EF4-FFF2-40B4-BE49-F238E27FC236}">
                <a16:creationId xmlns:a16="http://schemas.microsoft.com/office/drawing/2014/main" id="{323D7EBE-BC7D-4AC5-AD6B-FCD5D270E1C6}"/>
              </a:ext>
            </a:extLst>
          </p:cNvPr>
          <p:cNvSpPr>
            <a:spLocks noGrp="1"/>
          </p:cNvSpPr>
          <p:nvPr>
            <p:ph type="sldNum" sz="quarter" idx="16"/>
          </p:nvPr>
        </p:nvSpPr>
        <p:spPr/>
        <p:txBody>
          <a:bodyPr/>
          <a:lstStyle/>
          <a:p>
            <a:fld id="{6B54B0F7-55DD-40D6-B7F4-70B586885C0B}" type="slidenum">
              <a:rPr lang="en-US" noProof="0" smtClean="0"/>
              <a:pPr/>
              <a:t>‹#›</a:t>
            </a:fld>
            <a:endParaRPr lang="en-US" noProof="0"/>
          </a:p>
        </p:txBody>
      </p:sp>
      <p:sp>
        <p:nvSpPr>
          <p:cNvPr id="29" name="Espace réservé du texte 4">
            <a:extLst>
              <a:ext uri="{FF2B5EF4-FFF2-40B4-BE49-F238E27FC236}">
                <a16:creationId xmlns:a16="http://schemas.microsoft.com/office/drawing/2014/main" id="{EFA975DA-1F61-4E92-847F-881A6B959F18}"/>
              </a:ext>
            </a:extLst>
          </p:cNvPr>
          <p:cNvSpPr>
            <a:spLocks noGrp="1"/>
          </p:cNvSpPr>
          <p:nvPr>
            <p:ph type="body" sz="quarter" idx="21" hasCustomPrompt="1"/>
          </p:nvPr>
        </p:nvSpPr>
        <p:spPr>
          <a:xfrm>
            <a:off x="4352279" y="2220014"/>
            <a:ext cx="1091851" cy="921277"/>
          </a:xfrm>
        </p:spPr>
        <p:txBody>
          <a:bodyPr>
            <a:spAutoFit/>
          </a:bodyPr>
          <a:lstStyle>
            <a:lvl1pPr algn="l">
              <a:lnSpc>
                <a:spcPct val="110000"/>
              </a:lnSpc>
              <a:defRPr sz="6000" b="0" i="0" cap="all" baseline="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228594" indent="-228594">
              <a:buFontTx/>
              <a:buBlip>
                <a:blip>
                  <a:extLst>
                    <a:ext uri="{96DAC541-7B7A-43D3-8B79-37D633B846F1}">
                      <asvg:svgBlip xmlns:asvg="http://schemas.microsoft.com/office/drawing/2016/SVG/main" r:embed="rId2"/>
                    </a:ext>
                  </a:extLst>
                </a:blip>
              </a:buBlip>
              <a:defRPr sz="1067"/>
            </a:lvl2pPr>
            <a:lvl3pPr>
              <a:lnSpc>
                <a:spcPct val="110000"/>
              </a:lnSpc>
              <a:defRPr sz="1067">
                <a:latin typeface="+mj-lt"/>
              </a:defRPr>
            </a:lvl3pPr>
            <a:lvl4pPr>
              <a:defRPr sz="1333"/>
            </a:lvl4pPr>
            <a:lvl5pPr>
              <a:defRPr sz="1333"/>
            </a:lvl5pPr>
          </a:lstStyle>
          <a:p>
            <a:pPr lvl="0"/>
            <a:r>
              <a:rPr lang="en-US" noProof="0"/>
              <a:t>01</a:t>
            </a:r>
          </a:p>
        </p:txBody>
      </p:sp>
      <p:sp>
        <p:nvSpPr>
          <p:cNvPr id="30" name="Espace réservé du texte 4">
            <a:extLst>
              <a:ext uri="{FF2B5EF4-FFF2-40B4-BE49-F238E27FC236}">
                <a16:creationId xmlns:a16="http://schemas.microsoft.com/office/drawing/2014/main" id="{F6E50AC3-1EA3-493F-A0D3-634DA300E233}"/>
              </a:ext>
            </a:extLst>
          </p:cNvPr>
          <p:cNvSpPr>
            <a:spLocks noGrp="1"/>
          </p:cNvSpPr>
          <p:nvPr>
            <p:ph type="body" sz="quarter" idx="22"/>
          </p:nvPr>
        </p:nvSpPr>
        <p:spPr>
          <a:xfrm>
            <a:off x="4352279" y="1577578"/>
            <a:ext cx="6459117" cy="245708"/>
          </a:xfrm>
        </p:spPr>
        <p:txBody>
          <a:bodyPr wrap="square">
            <a:spAutoFit/>
          </a:bodyPr>
          <a:lstStyle>
            <a:lvl1pPr algn="l">
              <a:lnSpc>
                <a:spcPct val="110000"/>
              </a:lnSpc>
              <a:defRPr sz="1600">
                <a:solidFill>
                  <a:schemeClr val="tx1"/>
                </a:solidFill>
              </a:defRPr>
            </a:lvl1pPr>
            <a:lvl2pPr marL="228594" indent="-228594">
              <a:buFontTx/>
              <a:buBlip>
                <a:blip>
                  <a:extLst>
                    <a:ext uri="{96DAC541-7B7A-43D3-8B79-37D633B846F1}">
                      <asvg:svgBlip xmlns:asvg="http://schemas.microsoft.com/office/drawing/2016/SVG/main" r:embed="rId2"/>
                    </a:ext>
                  </a:extLst>
                </a:blip>
              </a:buBlip>
              <a:defRPr sz="1067"/>
            </a:lvl2pPr>
            <a:lvl3pPr>
              <a:lnSpc>
                <a:spcPct val="110000"/>
              </a:lnSpc>
              <a:defRPr sz="1067">
                <a:latin typeface="+mj-lt"/>
              </a:defRPr>
            </a:lvl3pPr>
            <a:lvl4pPr>
              <a:defRPr sz="1333"/>
            </a:lvl4pPr>
            <a:lvl5pPr>
              <a:defRPr sz="1333"/>
            </a:lvl5pPr>
          </a:lstStyle>
          <a:p>
            <a:pPr lvl="0"/>
            <a:r>
              <a:rPr lang="en-US" noProof="0"/>
              <a:t>Click to edit Master text styles</a:t>
            </a:r>
          </a:p>
        </p:txBody>
      </p:sp>
      <p:sp>
        <p:nvSpPr>
          <p:cNvPr id="31" name="Espace réservé du texte 4">
            <a:extLst>
              <a:ext uri="{FF2B5EF4-FFF2-40B4-BE49-F238E27FC236}">
                <a16:creationId xmlns:a16="http://schemas.microsoft.com/office/drawing/2014/main" id="{0E2314AF-F33D-4B84-8412-DF73ECC51E6B}"/>
              </a:ext>
            </a:extLst>
          </p:cNvPr>
          <p:cNvSpPr>
            <a:spLocks noGrp="1"/>
          </p:cNvSpPr>
          <p:nvPr>
            <p:ph type="body" sz="quarter" idx="25" hasCustomPrompt="1"/>
          </p:nvPr>
        </p:nvSpPr>
        <p:spPr>
          <a:xfrm>
            <a:off x="6253081" y="2220014"/>
            <a:ext cx="1091851" cy="921277"/>
          </a:xfrm>
        </p:spPr>
        <p:txBody>
          <a:bodyPr>
            <a:spAutoFit/>
          </a:bodyPr>
          <a:lstStyle>
            <a:lvl1pPr algn="l">
              <a:lnSpc>
                <a:spcPct val="110000"/>
              </a:lnSpc>
              <a:defRPr sz="6000" b="0" i="0" cap="all" baseline="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228594" indent="-228594">
              <a:buFontTx/>
              <a:buBlip>
                <a:blip>
                  <a:extLst>
                    <a:ext uri="{96DAC541-7B7A-43D3-8B79-37D633B846F1}">
                      <asvg:svgBlip xmlns:asvg="http://schemas.microsoft.com/office/drawing/2016/SVG/main" r:embed="rId2"/>
                    </a:ext>
                  </a:extLst>
                </a:blip>
              </a:buBlip>
              <a:defRPr sz="1067"/>
            </a:lvl2pPr>
            <a:lvl3pPr>
              <a:lnSpc>
                <a:spcPct val="110000"/>
              </a:lnSpc>
              <a:defRPr sz="1067">
                <a:latin typeface="+mj-lt"/>
              </a:defRPr>
            </a:lvl3pPr>
            <a:lvl4pPr>
              <a:defRPr sz="1333"/>
            </a:lvl4pPr>
            <a:lvl5pPr>
              <a:defRPr sz="1333"/>
            </a:lvl5pPr>
          </a:lstStyle>
          <a:p>
            <a:pPr lvl="0"/>
            <a:r>
              <a:rPr lang="en-US" noProof="0"/>
              <a:t>02</a:t>
            </a:r>
          </a:p>
        </p:txBody>
      </p:sp>
      <p:sp>
        <p:nvSpPr>
          <p:cNvPr id="32" name="Espace réservé du texte 4">
            <a:extLst>
              <a:ext uri="{FF2B5EF4-FFF2-40B4-BE49-F238E27FC236}">
                <a16:creationId xmlns:a16="http://schemas.microsoft.com/office/drawing/2014/main" id="{8444AA6E-9EC0-4895-8FC6-4351D2BEE032}"/>
              </a:ext>
            </a:extLst>
          </p:cNvPr>
          <p:cNvSpPr>
            <a:spLocks noGrp="1"/>
          </p:cNvSpPr>
          <p:nvPr>
            <p:ph type="body" sz="quarter" idx="28" hasCustomPrompt="1"/>
          </p:nvPr>
        </p:nvSpPr>
        <p:spPr>
          <a:xfrm>
            <a:off x="8153884" y="2220014"/>
            <a:ext cx="1091851" cy="921277"/>
          </a:xfrm>
        </p:spPr>
        <p:txBody>
          <a:bodyPr>
            <a:spAutoFit/>
          </a:bodyPr>
          <a:lstStyle>
            <a:lvl1pPr algn="l">
              <a:lnSpc>
                <a:spcPct val="110000"/>
              </a:lnSpc>
              <a:defRPr sz="6000" b="0" i="0" cap="all" baseline="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228594" indent="-228594">
              <a:buFontTx/>
              <a:buBlip>
                <a:blip>
                  <a:extLst>
                    <a:ext uri="{96DAC541-7B7A-43D3-8B79-37D633B846F1}">
                      <asvg:svgBlip xmlns:asvg="http://schemas.microsoft.com/office/drawing/2016/SVG/main" r:embed="rId2"/>
                    </a:ext>
                  </a:extLst>
                </a:blip>
              </a:buBlip>
              <a:defRPr sz="1067"/>
            </a:lvl2pPr>
            <a:lvl3pPr>
              <a:lnSpc>
                <a:spcPct val="110000"/>
              </a:lnSpc>
              <a:defRPr sz="1067">
                <a:latin typeface="+mj-lt"/>
              </a:defRPr>
            </a:lvl3pPr>
            <a:lvl4pPr>
              <a:defRPr sz="1333"/>
            </a:lvl4pPr>
            <a:lvl5pPr>
              <a:defRPr sz="1333"/>
            </a:lvl5pPr>
          </a:lstStyle>
          <a:p>
            <a:pPr lvl="0"/>
            <a:r>
              <a:rPr lang="en-US" noProof="0"/>
              <a:t>03</a:t>
            </a:r>
          </a:p>
        </p:txBody>
      </p:sp>
      <p:sp>
        <p:nvSpPr>
          <p:cNvPr id="33" name="Espace réservé du texte 4">
            <a:extLst>
              <a:ext uri="{FF2B5EF4-FFF2-40B4-BE49-F238E27FC236}">
                <a16:creationId xmlns:a16="http://schemas.microsoft.com/office/drawing/2014/main" id="{E3BC2BD0-41C8-4C7A-BC1B-E444A392D03A}"/>
              </a:ext>
            </a:extLst>
          </p:cNvPr>
          <p:cNvSpPr>
            <a:spLocks noGrp="1"/>
          </p:cNvSpPr>
          <p:nvPr>
            <p:ph type="body" sz="quarter" idx="31" hasCustomPrompt="1"/>
          </p:nvPr>
        </p:nvSpPr>
        <p:spPr>
          <a:xfrm>
            <a:off x="10054688" y="2220014"/>
            <a:ext cx="1091851" cy="921277"/>
          </a:xfrm>
        </p:spPr>
        <p:txBody>
          <a:bodyPr>
            <a:spAutoFit/>
          </a:bodyPr>
          <a:lstStyle>
            <a:lvl1pPr algn="l">
              <a:lnSpc>
                <a:spcPct val="110000"/>
              </a:lnSpc>
              <a:defRPr sz="6000" b="0" i="0" cap="all" baseline="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228594" indent="-228594">
              <a:buFontTx/>
              <a:buBlip>
                <a:blip>
                  <a:extLst>
                    <a:ext uri="{96DAC541-7B7A-43D3-8B79-37D633B846F1}">
                      <asvg:svgBlip xmlns:asvg="http://schemas.microsoft.com/office/drawing/2016/SVG/main" r:embed="rId2"/>
                    </a:ext>
                  </a:extLst>
                </a:blip>
              </a:buBlip>
              <a:defRPr sz="1067"/>
            </a:lvl2pPr>
            <a:lvl3pPr>
              <a:lnSpc>
                <a:spcPct val="110000"/>
              </a:lnSpc>
              <a:defRPr sz="1067">
                <a:latin typeface="+mj-lt"/>
              </a:defRPr>
            </a:lvl3pPr>
            <a:lvl4pPr>
              <a:defRPr sz="1333"/>
            </a:lvl4pPr>
            <a:lvl5pPr>
              <a:defRPr sz="1333"/>
            </a:lvl5pPr>
          </a:lstStyle>
          <a:p>
            <a:pPr lvl="0"/>
            <a:r>
              <a:rPr lang="en-US" noProof="0"/>
              <a:t>04</a:t>
            </a:r>
          </a:p>
        </p:txBody>
      </p:sp>
      <p:sp>
        <p:nvSpPr>
          <p:cNvPr id="38" name="Espace réservé du texte 4">
            <a:extLst>
              <a:ext uri="{FF2B5EF4-FFF2-40B4-BE49-F238E27FC236}">
                <a16:creationId xmlns:a16="http://schemas.microsoft.com/office/drawing/2014/main" id="{E6118210-A598-4833-8C53-BBA66CF5796F}"/>
              </a:ext>
            </a:extLst>
          </p:cNvPr>
          <p:cNvSpPr>
            <a:spLocks noGrp="1"/>
          </p:cNvSpPr>
          <p:nvPr>
            <p:ph type="body" sz="quarter" idx="40"/>
          </p:nvPr>
        </p:nvSpPr>
        <p:spPr>
          <a:xfrm>
            <a:off x="4352279" y="3269349"/>
            <a:ext cx="1694284" cy="419247"/>
          </a:xfrm>
        </p:spPr>
        <p:txBody>
          <a:bodyPr/>
          <a:lstStyle>
            <a:lvl1pPr algn="l">
              <a:lnSpc>
                <a:spcPct val="125000"/>
              </a:lnSpc>
              <a:defRPr sz="1600">
                <a:solidFill>
                  <a:schemeClr val="accent2"/>
                </a:solidFill>
              </a:defRPr>
            </a:lvl1pPr>
            <a:lvl2pPr marL="0" indent="0">
              <a:lnSpc>
                <a:spcPts val="1600"/>
              </a:lnSpc>
              <a:spcAft>
                <a:spcPts val="533"/>
              </a:spcAft>
              <a:buFont typeface="Arial" panose="020B0604020202020204" pitchFamily="34" charset="0"/>
              <a:buNone/>
              <a:defRPr sz="1467">
                <a:solidFill>
                  <a:schemeClr val="accent2"/>
                </a:solidFill>
              </a:defRPr>
            </a:lvl2pPr>
            <a:lvl3pPr>
              <a:lnSpc>
                <a:spcPct val="110000"/>
              </a:lnSpc>
              <a:defRPr sz="1067">
                <a:latin typeface="+mj-lt"/>
              </a:defRPr>
            </a:lvl3pPr>
            <a:lvl4pPr>
              <a:defRPr sz="1333"/>
            </a:lvl4pPr>
            <a:lvl5pPr>
              <a:defRPr sz="1333"/>
            </a:lvl5pPr>
          </a:lstStyle>
          <a:p>
            <a:pPr lvl="0"/>
            <a:r>
              <a:rPr lang="en-US" noProof="0"/>
              <a:t>Click to edit Master text styles</a:t>
            </a:r>
          </a:p>
        </p:txBody>
      </p:sp>
      <p:sp>
        <p:nvSpPr>
          <p:cNvPr id="39" name="Espace réservé du texte 4">
            <a:extLst>
              <a:ext uri="{FF2B5EF4-FFF2-40B4-BE49-F238E27FC236}">
                <a16:creationId xmlns:a16="http://schemas.microsoft.com/office/drawing/2014/main" id="{140FC0A1-6231-4649-9573-C6772F9B84BC}"/>
              </a:ext>
            </a:extLst>
          </p:cNvPr>
          <p:cNvSpPr>
            <a:spLocks noGrp="1"/>
          </p:cNvSpPr>
          <p:nvPr>
            <p:ph type="body" sz="quarter" idx="41"/>
          </p:nvPr>
        </p:nvSpPr>
        <p:spPr>
          <a:xfrm>
            <a:off x="4352279" y="3721782"/>
            <a:ext cx="1694284" cy="419247"/>
          </a:xfrm>
        </p:spPr>
        <p:txBody>
          <a:bodyPr/>
          <a:lstStyle>
            <a:lvl1pPr algn="l">
              <a:lnSpc>
                <a:spcPct val="125000"/>
              </a:lnSpc>
              <a:defRPr sz="1067">
                <a:solidFill>
                  <a:schemeClr val="tx1"/>
                </a:solidFill>
              </a:defRPr>
            </a:lvl1pPr>
            <a:lvl2pPr marL="0" indent="0">
              <a:lnSpc>
                <a:spcPts val="1600"/>
              </a:lnSpc>
              <a:spcAft>
                <a:spcPts val="533"/>
              </a:spcAft>
              <a:buFont typeface="Arial" panose="020B0604020202020204" pitchFamily="34" charset="0"/>
              <a:buNone/>
              <a:defRPr sz="933">
                <a:solidFill>
                  <a:schemeClr val="tx1"/>
                </a:solidFill>
              </a:defRPr>
            </a:lvl2pPr>
            <a:lvl3pPr>
              <a:lnSpc>
                <a:spcPct val="110000"/>
              </a:lnSpc>
              <a:defRPr sz="1067">
                <a:latin typeface="+mj-lt"/>
              </a:defRPr>
            </a:lvl3pPr>
            <a:lvl4pPr>
              <a:defRPr sz="1333"/>
            </a:lvl4pPr>
            <a:lvl5pPr>
              <a:defRPr sz="1333"/>
            </a:lvl5pPr>
          </a:lstStyle>
          <a:p>
            <a:pPr lvl="0"/>
            <a:r>
              <a:rPr lang="en-US" noProof="0"/>
              <a:t>Click to edit Master text styles</a:t>
            </a:r>
          </a:p>
        </p:txBody>
      </p:sp>
      <p:sp>
        <p:nvSpPr>
          <p:cNvPr id="40" name="Espace réservé du texte 4">
            <a:extLst>
              <a:ext uri="{FF2B5EF4-FFF2-40B4-BE49-F238E27FC236}">
                <a16:creationId xmlns:a16="http://schemas.microsoft.com/office/drawing/2014/main" id="{2DAC1528-CEDA-41B5-AAAF-B8FF60A576A9}"/>
              </a:ext>
            </a:extLst>
          </p:cNvPr>
          <p:cNvSpPr>
            <a:spLocks noGrp="1"/>
          </p:cNvSpPr>
          <p:nvPr>
            <p:ph type="body" sz="quarter" idx="42"/>
          </p:nvPr>
        </p:nvSpPr>
        <p:spPr>
          <a:xfrm>
            <a:off x="6253082" y="3269349"/>
            <a:ext cx="1694284" cy="419247"/>
          </a:xfrm>
        </p:spPr>
        <p:txBody>
          <a:bodyPr/>
          <a:lstStyle>
            <a:lvl1pPr algn="l">
              <a:lnSpc>
                <a:spcPct val="125000"/>
              </a:lnSpc>
              <a:defRPr sz="1600">
                <a:solidFill>
                  <a:schemeClr val="accent2"/>
                </a:solidFill>
              </a:defRPr>
            </a:lvl1pPr>
            <a:lvl2pPr marL="0" indent="0">
              <a:lnSpc>
                <a:spcPts val="1600"/>
              </a:lnSpc>
              <a:spcAft>
                <a:spcPts val="533"/>
              </a:spcAft>
              <a:buFont typeface="Arial" panose="020B0604020202020204" pitchFamily="34" charset="0"/>
              <a:buNone/>
              <a:defRPr sz="1467">
                <a:solidFill>
                  <a:schemeClr val="accent2"/>
                </a:solidFill>
              </a:defRPr>
            </a:lvl2pPr>
            <a:lvl3pPr>
              <a:lnSpc>
                <a:spcPct val="110000"/>
              </a:lnSpc>
              <a:defRPr sz="1067">
                <a:latin typeface="+mj-lt"/>
              </a:defRPr>
            </a:lvl3pPr>
            <a:lvl4pPr>
              <a:defRPr sz="1333"/>
            </a:lvl4pPr>
            <a:lvl5pPr>
              <a:defRPr sz="1333"/>
            </a:lvl5pPr>
          </a:lstStyle>
          <a:p>
            <a:pPr lvl="0"/>
            <a:r>
              <a:rPr lang="en-US" noProof="0"/>
              <a:t>Click to edit Master text styles</a:t>
            </a:r>
          </a:p>
        </p:txBody>
      </p:sp>
      <p:sp>
        <p:nvSpPr>
          <p:cNvPr id="41" name="Espace réservé du texte 4">
            <a:extLst>
              <a:ext uri="{FF2B5EF4-FFF2-40B4-BE49-F238E27FC236}">
                <a16:creationId xmlns:a16="http://schemas.microsoft.com/office/drawing/2014/main" id="{5FFDA929-E8A8-4AC0-99CE-44C3C6910AE5}"/>
              </a:ext>
            </a:extLst>
          </p:cNvPr>
          <p:cNvSpPr>
            <a:spLocks noGrp="1"/>
          </p:cNvSpPr>
          <p:nvPr>
            <p:ph type="body" sz="quarter" idx="43"/>
          </p:nvPr>
        </p:nvSpPr>
        <p:spPr>
          <a:xfrm>
            <a:off x="6253082" y="3721782"/>
            <a:ext cx="1694284" cy="419247"/>
          </a:xfrm>
        </p:spPr>
        <p:txBody>
          <a:bodyPr/>
          <a:lstStyle>
            <a:lvl1pPr algn="l">
              <a:lnSpc>
                <a:spcPct val="125000"/>
              </a:lnSpc>
              <a:defRPr sz="1067">
                <a:solidFill>
                  <a:schemeClr val="tx1"/>
                </a:solidFill>
              </a:defRPr>
            </a:lvl1pPr>
            <a:lvl2pPr marL="0" indent="0">
              <a:lnSpc>
                <a:spcPts val="1600"/>
              </a:lnSpc>
              <a:spcAft>
                <a:spcPts val="533"/>
              </a:spcAft>
              <a:buFont typeface="Arial" panose="020B0604020202020204" pitchFamily="34" charset="0"/>
              <a:buNone/>
              <a:defRPr sz="933">
                <a:solidFill>
                  <a:schemeClr val="tx1"/>
                </a:solidFill>
              </a:defRPr>
            </a:lvl2pPr>
            <a:lvl3pPr>
              <a:lnSpc>
                <a:spcPct val="110000"/>
              </a:lnSpc>
              <a:defRPr sz="1067">
                <a:latin typeface="+mj-lt"/>
              </a:defRPr>
            </a:lvl3pPr>
            <a:lvl4pPr>
              <a:defRPr sz="1333"/>
            </a:lvl4pPr>
            <a:lvl5pPr>
              <a:defRPr sz="1333"/>
            </a:lvl5pPr>
          </a:lstStyle>
          <a:p>
            <a:pPr lvl="0"/>
            <a:r>
              <a:rPr lang="en-US" noProof="0"/>
              <a:t>Click to edit Master text styles</a:t>
            </a:r>
          </a:p>
        </p:txBody>
      </p:sp>
      <p:sp>
        <p:nvSpPr>
          <p:cNvPr id="42" name="Espace réservé du texte 4">
            <a:extLst>
              <a:ext uri="{FF2B5EF4-FFF2-40B4-BE49-F238E27FC236}">
                <a16:creationId xmlns:a16="http://schemas.microsoft.com/office/drawing/2014/main" id="{9709CCCA-F00B-45D4-9788-1FBC4F09AA09}"/>
              </a:ext>
            </a:extLst>
          </p:cNvPr>
          <p:cNvSpPr>
            <a:spLocks noGrp="1"/>
          </p:cNvSpPr>
          <p:nvPr>
            <p:ph type="body" sz="quarter" idx="44"/>
          </p:nvPr>
        </p:nvSpPr>
        <p:spPr>
          <a:xfrm>
            <a:off x="8153886" y="3269349"/>
            <a:ext cx="1694284" cy="419247"/>
          </a:xfrm>
        </p:spPr>
        <p:txBody>
          <a:bodyPr/>
          <a:lstStyle>
            <a:lvl1pPr algn="l">
              <a:lnSpc>
                <a:spcPct val="125000"/>
              </a:lnSpc>
              <a:defRPr sz="1600">
                <a:solidFill>
                  <a:schemeClr val="accent2"/>
                </a:solidFill>
              </a:defRPr>
            </a:lvl1pPr>
            <a:lvl2pPr marL="0" indent="0">
              <a:lnSpc>
                <a:spcPts val="1600"/>
              </a:lnSpc>
              <a:spcAft>
                <a:spcPts val="533"/>
              </a:spcAft>
              <a:buFont typeface="Arial" panose="020B0604020202020204" pitchFamily="34" charset="0"/>
              <a:buNone/>
              <a:defRPr sz="1467">
                <a:solidFill>
                  <a:schemeClr val="accent2"/>
                </a:solidFill>
              </a:defRPr>
            </a:lvl2pPr>
            <a:lvl3pPr>
              <a:lnSpc>
                <a:spcPct val="110000"/>
              </a:lnSpc>
              <a:defRPr sz="1067">
                <a:latin typeface="+mj-lt"/>
              </a:defRPr>
            </a:lvl3pPr>
            <a:lvl4pPr>
              <a:defRPr sz="1333"/>
            </a:lvl4pPr>
            <a:lvl5pPr>
              <a:defRPr sz="1333"/>
            </a:lvl5pPr>
          </a:lstStyle>
          <a:p>
            <a:pPr lvl="0"/>
            <a:r>
              <a:rPr lang="en-US" noProof="0"/>
              <a:t>Click to edit Master text styles</a:t>
            </a:r>
          </a:p>
        </p:txBody>
      </p:sp>
      <p:sp>
        <p:nvSpPr>
          <p:cNvPr id="43" name="Espace réservé du texte 4">
            <a:extLst>
              <a:ext uri="{FF2B5EF4-FFF2-40B4-BE49-F238E27FC236}">
                <a16:creationId xmlns:a16="http://schemas.microsoft.com/office/drawing/2014/main" id="{B5E93FAA-61CE-40AC-8738-0DE2C5E1F424}"/>
              </a:ext>
            </a:extLst>
          </p:cNvPr>
          <p:cNvSpPr>
            <a:spLocks noGrp="1"/>
          </p:cNvSpPr>
          <p:nvPr>
            <p:ph type="body" sz="quarter" idx="45"/>
          </p:nvPr>
        </p:nvSpPr>
        <p:spPr>
          <a:xfrm>
            <a:off x="8153886" y="3721782"/>
            <a:ext cx="1694284" cy="419247"/>
          </a:xfrm>
        </p:spPr>
        <p:txBody>
          <a:bodyPr/>
          <a:lstStyle>
            <a:lvl1pPr algn="l">
              <a:lnSpc>
                <a:spcPct val="125000"/>
              </a:lnSpc>
              <a:defRPr sz="1067">
                <a:solidFill>
                  <a:schemeClr val="tx1"/>
                </a:solidFill>
              </a:defRPr>
            </a:lvl1pPr>
            <a:lvl2pPr marL="0" indent="0">
              <a:lnSpc>
                <a:spcPts val="1600"/>
              </a:lnSpc>
              <a:spcAft>
                <a:spcPts val="533"/>
              </a:spcAft>
              <a:buFont typeface="Arial" panose="020B0604020202020204" pitchFamily="34" charset="0"/>
              <a:buNone/>
              <a:defRPr sz="933">
                <a:solidFill>
                  <a:schemeClr val="tx1"/>
                </a:solidFill>
              </a:defRPr>
            </a:lvl2pPr>
            <a:lvl3pPr>
              <a:lnSpc>
                <a:spcPct val="110000"/>
              </a:lnSpc>
              <a:defRPr sz="1067">
                <a:latin typeface="+mj-lt"/>
              </a:defRPr>
            </a:lvl3pPr>
            <a:lvl4pPr>
              <a:defRPr sz="1333"/>
            </a:lvl4pPr>
            <a:lvl5pPr>
              <a:defRPr sz="1333"/>
            </a:lvl5pPr>
          </a:lstStyle>
          <a:p>
            <a:pPr lvl="0"/>
            <a:r>
              <a:rPr lang="en-US" noProof="0"/>
              <a:t>Click to edit Master text styles</a:t>
            </a:r>
          </a:p>
        </p:txBody>
      </p:sp>
      <p:sp>
        <p:nvSpPr>
          <p:cNvPr id="44" name="Espace réservé du texte 4">
            <a:extLst>
              <a:ext uri="{FF2B5EF4-FFF2-40B4-BE49-F238E27FC236}">
                <a16:creationId xmlns:a16="http://schemas.microsoft.com/office/drawing/2014/main" id="{14A4C1F7-829A-4567-999B-287472F1F401}"/>
              </a:ext>
            </a:extLst>
          </p:cNvPr>
          <p:cNvSpPr>
            <a:spLocks noGrp="1"/>
          </p:cNvSpPr>
          <p:nvPr>
            <p:ph type="body" sz="quarter" idx="46"/>
          </p:nvPr>
        </p:nvSpPr>
        <p:spPr>
          <a:xfrm>
            <a:off x="10054690" y="3269349"/>
            <a:ext cx="1694284" cy="419247"/>
          </a:xfrm>
        </p:spPr>
        <p:txBody>
          <a:bodyPr/>
          <a:lstStyle>
            <a:lvl1pPr algn="l">
              <a:lnSpc>
                <a:spcPct val="125000"/>
              </a:lnSpc>
              <a:defRPr sz="1600">
                <a:solidFill>
                  <a:schemeClr val="accent2"/>
                </a:solidFill>
              </a:defRPr>
            </a:lvl1pPr>
            <a:lvl2pPr marL="0" indent="0">
              <a:lnSpc>
                <a:spcPts val="1600"/>
              </a:lnSpc>
              <a:spcAft>
                <a:spcPts val="533"/>
              </a:spcAft>
              <a:buFont typeface="Arial" panose="020B0604020202020204" pitchFamily="34" charset="0"/>
              <a:buNone/>
              <a:defRPr sz="1467">
                <a:solidFill>
                  <a:schemeClr val="accent2"/>
                </a:solidFill>
              </a:defRPr>
            </a:lvl2pPr>
            <a:lvl3pPr>
              <a:lnSpc>
                <a:spcPct val="110000"/>
              </a:lnSpc>
              <a:defRPr sz="1067">
                <a:latin typeface="+mj-lt"/>
              </a:defRPr>
            </a:lvl3pPr>
            <a:lvl4pPr>
              <a:defRPr sz="1333"/>
            </a:lvl4pPr>
            <a:lvl5pPr>
              <a:defRPr sz="1333"/>
            </a:lvl5pPr>
          </a:lstStyle>
          <a:p>
            <a:pPr lvl="0"/>
            <a:r>
              <a:rPr lang="en-US" noProof="0"/>
              <a:t>Click to edit Master text styles</a:t>
            </a:r>
          </a:p>
        </p:txBody>
      </p:sp>
      <p:sp>
        <p:nvSpPr>
          <p:cNvPr id="45" name="Espace réservé du texte 4">
            <a:extLst>
              <a:ext uri="{FF2B5EF4-FFF2-40B4-BE49-F238E27FC236}">
                <a16:creationId xmlns:a16="http://schemas.microsoft.com/office/drawing/2014/main" id="{A4030E47-E75C-4A3D-9FAD-95FD358BD577}"/>
              </a:ext>
            </a:extLst>
          </p:cNvPr>
          <p:cNvSpPr>
            <a:spLocks noGrp="1"/>
          </p:cNvSpPr>
          <p:nvPr>
            <p:ph type="body" sz="quarter" idx="47"/>
          </p:nvPr>
        </p:nvSpPr>
        <p:spPr>
          <a:xfrm>
            <a:off x="10054690" y="3721782"/>
            <a:ext cx="1694284" cy="419247"/>
          </a:xfrm>
        </p:spPr>
        <p:txBody>
          <a:bodyPr/>
          <a:lstStyle>
            <a:lvl1pPr algn="l">
              <a:lnSpc>
                <a:spcPct val="125000"/>
              </a:lnSpc>
              <a:defRPr sz="1067">
                <a:solidFill>
                  <a:schemeClr val="tx1"/>
                </a:solidFill>
              </a:defRPr>
            </a:lvl1pPr>
            <a:lvl2pPr marL="0" indent="0">
              <a:lnSpc>
                <a:spcPts val="1600"/>
              </a:lnSpc>
              <a:spcAft>
                <a:spcPts val="533"/>
              </a:spcAft>
              <a:buFont typeface="Arial" panose="020B0604020202020204" pitchFamily="34" charset="0"/>
              <a:buNone/>
              <a:defRPr sz="933">
                <a:solidFill>
                  <a:schemeClr val="tx1"/>
                </a:solidFill>
              </a:defRPr>
            </a:lvl2pPr>
            <a:lvl3pPr>
              <a:lnSpc>
                <a:spcPct val="110000"/>
              </a:lnSpc>
              <a:defRPr sz="1067">
                <a:latin typeface="+mj-lt"/>
              </a:defRPr>
            </a:lvl3pPr>
            <a:lvl4pPr>
              <a:defRPr sz="1333"/>
            </a:lvl4pPr>
            <a:lvl5pPr>
              <a:defRPr sz="1333"/>
            </a:lvl5pPr>
          </a:lstStyle>
          <a:p>
            <a:pPr lvl="0"/>
            <a:r>
              <a:rPr lang="en-US" noProof="0"/>
              <a:t>Click to edit Master text styles</a:t>
            </a:r>
          </a:p>
        </p:txBody>
      </p:sp>
      <p:sp>
        <p:nvSpPr>
          <p:cNvPr id="23" name="Espace réservé du texte 5">
            <a:extLst>
              <a:ext uri="{FF2B5EF4-FFF2-40B4-BE49-F238E27FC236}">
                <a16:creationId xmlns:a16="http://schemas.microsoft.com/office/drawing/2014/main" id="{7FA14FD7-95C9-4327-B716-189176F2E3E3}"/>
              </a:ext>
            </a:extLst>
          </p:cNvPr>
          <p:cNvSpPr>
            <a:spLocks noGrp="1"/>
          </p:cNvSpPr>
          <p:nvPr>
            <p:ph type="body" sz="quarter" idx="18"/>
          </p:nvPr>
        </p:nvSpPr>
        <p:spPr>
          <a:xfrm>
            <a:off x="4033427" y="425183"/>
            <a:ext cx="7715547" cy="164148"/>
          </a:xfrm>
        </p:spPr>
        <p:txBody>
          <a:bodyPr wrap="square" anchor="t" anchorCtr="0">
            <a:spAutoFit/>
          </a:bodyPr>
          <a:lstStyle>
            <a:lvl1pPr algn="l">
              <a:lnSpc>
                <a:spcPct val="100000"/>
              </a:lnSpc>
              <a:spcAft>
                <a:spcPts val="0"/>
              </a:spcAft>
              <a:defRPr lang="fr-FR" sz="1067" b="0" i="0" kern="1200" dirty="0" err="1" smtClean="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algn="l">
              <a:lnSpc>
                <a:spcPct val="100000"/>
              </a:lnSpc>
              <a:spcBef>
                <a:spcPts val="400"/>
              </a:spcBef>
              <a:spcAft>
                <a:spcPts val="0"/>
              </a:spcAft>
              <a:defRPr sz="533" b="0" i="0" cap="all" baseline="0">
                <a:latin typeface="Verdana" panose="020B0604030504040204" pitchFamily="34" charset="0"/>
                <a:ea typeface="Verdana" panose="020B0604030504040204" pitchFamily="34" charset="0"/>
                <a:cs typeface="Verdana" panose="020B0604030504040204" pitchFamily="34" charset="0"/>
              </a:defRPr>
            </a:lvl2pPr>
            <a:lvl3pPr>
              <a:spcBef>
                <a:spcPts val="400"/>
              </a:spcBef>
              <a:tabLst>
                <a:tab pos="836063" algn="l"/>
              </a:tabLst>
              <a:defRPr sz="533"/>
            </a:lvl3pPr>
          </a:lstStyle>
          <a:p>
            <a:pPr lvl="0"/>
            <a:r>
              <a:rPr lang="en-US" noProof="0"/>
              <a:t>Click to edit Master text styles</a:t>
            </a:r>
          </a:p>
        </p:txBody>
      </p:sp>
      <p:sp>
        <p:nvSpPr>
          <p:cNvPr id="24" name="Espace réservé du texte 4">
            <a:extLst>
              <a:ext uri="{FF2B5EF4-FFF2-40B4-BE49-F238E27FC236}">
                <a16:creationId xmlns:a16="http://schemas.microsoft.com/office/drawing/2014/main" id="{CBC1E183-B986-4005-B87A-30E837CB27F1}"/>
              </a:ext>
            </a:extLst>
          </p:cNvPr>
          <p:cNvSpPr>
            <a:spLocks noGrp="1"/>
          </p:cNvSpPr>
          <p:nvPr>
            <p:ph type="body" sz="quarter" idx="48"/>
          </p:nvPr>
        </p:nvSpPr>
        <p:spPr>
          <a:xfrm>
            <a:off x="444974" y="1577577"/>
            <a:ext cx="2824073" cy="492443"/>
          </a:xfrm>
        </p:spPr>
        <p:txBody>
          <a:bodyPr wrap="square">
            <a:spAutoFit/>
          </a:bodyPr>
          <a:lstStyle>
            <a:lvl1pPr>
              <a:lnSpc>
                <a:spcPct val="100000"/>
              </a:lnSpc>
              <a:spcAft>
                <a:spcPts val="0"/>
              </a:spcAft>
              <a:defRPr sz="1600" b="0" i="0">
                <a:solidFill>
                  <a:schemeClr val="bg1"/>
                </a:solidFill>
                <a:latin typeface="Verdana" panose="020B0604030504040204" pitchFamily="34" charset="0"/>
                <a:ea typeface="Verdana" panose="020B0604030504040204" pitchFamily="34" charset="0"/>
                <a:cs typeface="Verdana" panose="020B0604030504040204" pitchFamily="34" charset="0"/>
              </a:defRPr>
            </a:lvl1pPr>
            <a:lvl2pPr marL="0" indent="0">
              <a:spcBef>
                <a:spcPts val="533"/>
              </a:spcBef>
              <a:buFont typeface="Arial" panose="020B0604020202020204" pitchFamily="34" charset="0"/>
              <a:buNone/>
              <a:defRPr sz="1600"/>
            </a:lvl2pPr>
            <a:lvl3pPr>
              <a:lnSpc>
                <a:spcPct val="110000"/>
              </a:lnSpc>
              <a:defRPr lang="en-US" sz="1333" kern="1200" dirty="0" smtClean="0">
                <a:solidFill>
                  <a:schemeClr val="tx1"/>
                </a:solidFill>
                <a:latin typeface="Sanofi Sans 3 Regular"/>
                <a:ea typeface="+mn-ea"/>
                <a:cs typeface="+mn-cs"/>
              </a:defRPr>
            </a:lvl3pPr>
            <a:lvl4pPr>
              <a:defRPr sz="1333"/>
            </a:lvl4pPr>
            <a:lvl5pPr>
              <a:defRPr sz="1333"/>
            </a:lvl5pPr>
          </a:lstStyle>
          <a:p>
            <a:pPr lvl="0"/>
            <a:r>
              <a:rPr lang="en-US" noProof="0"/>
              <a:t>Click to edit Master text styles</a:t>
            </a:r>
          </a:p>
        </p:txBody>
      </p:sp>
      <p:sp>
        <p:nvSpPr>
          <p:cNvPr id="25" name="Text Placeholder 2">
            <a:extLst>
              <a:ext uri="{FF2B5EF4-FFF2-40B4-BE49-F238E27FC236}">
                <a16:creationId xmlns:a16="http://schemas.microsoft.com/office/drawing/2014/main" id="{61183799-5968-4FC4-B6D2-F8DDF1F8685C}"/>
              </a:ext>
            </a:extLst>
          </p:cNvPr>
          <p:cNvSpPr>
            <a:spLocks noGrp="1"/>
          </p:cNvSpPr>
          <p:nvPr>
            <p:ph type="body" sz="quarter" idx="49"/>
          </p:nvPr>
        </p:nvSpPr>
        <p:spPr>
          <a:xfrm>
            <a:off x="442034" y="1943799"/>
            <a:ext cx="2827447" cy="4295223"/>
          </a:xfrm>
        </p:spPr>
        <p:txBody>
          <a:bodyPr/>
          <a:lstStyle>
            <a:lvl1pPr>
              <a:defRPr>
                <a:solidFill>
                  <a:schemeClr val="bg1"/>
                </a:solidFill>
              </a:defRPr>
            </a:lvl1pPr>
            <a:lvl2pPr marL="302392" indent="-302392">
              <a:buFontTx/>
              <a:buBlip>
                <a:blip r:embed="rId3"/>
              </a:buBlip>
              <a:defRPr>
                <a:solidFill>
                  <a:schemeClr val="bg1"/>
                </a:solidFill>
              </a:defRPr>
            </a:lvl2pPr>
            <a:lvl3pPr marL="609585" indent="-302392">
              <a:buFontTx/>
              <a:buBlip>
                <a:blip r:embed="rId3"/>
              </a:buBlip>
              <a:defRPr>
                <a:solidFill>
                  <a:schemeClr val="bg1"/>
                </a:solidFill>
              </a:defRPr>
            </a:lvl3pPr>
            <a:lvl4pPr marL="911977" indent="-302392">
              <a:buFontTx/>
              <a:buBlip>
                <a:blip r:embed="rId3"/>
              </a:buBlip>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1B60C5BA-4E6C-49B9-BC13-AE34B754C3AB}"/>
              </a:ext>
            </a:extLst>
          </p:cNvPr>
          <p:cNvSpPr>
            <a:spLocks noGrp="1"/>
          </p:cNvSpPr>
          <p:nvPr>
            <p:ph type="title"/>
          </p:nvPr>
        </p:nvSpPr>
        <p:spPr>
          <a:xfrm>
            <a:off x="441600" y="710401"/>
            <a:ext cx="2827447" cy="748247"/>
          </a:xfrm>
        </p:spPr>
        <p:txBody>
          <a:bodyPr/>
          <a:lstStyle>
            <a:lvl1pPr>
              <a:defRPr>
                <a:solidFill>
                  <a:schemeClr val="bg1"/>
                </a:solidFill>
              </a:defRPr>
            </a:lvl1pPr>
          </a:lstStyle>
          <a:p>
            <a:r>
              <a:rPr lang="en-US"/>
              <a:t>Click to edit Master title style</a:t>
            </a:r>
            <a:endParaRPr lang="en-US" dirty="0"/>
          </a:p>
        </p:txBody>
      </p:sp>
      <p:grpSp>
        <p:nvGrpSpPr>
          <p:cNvPr id="35" name="Graphique 7">
            <a:extLst>
              <a:ext uri="{FF2B5EF4-FFF2-40B4-BE49-F238E27FC236}">
                <a16:creationId xmlns:a16="http://schemas.microsoft.com/office/drawing/2014/main" id="{92DE48E4-21B7-43C3-B1C8-D1A1E1D11836}"/>
              </a:ext>
            </a:extLst>
          </p:cNvPr>
          <p:cNvGrpSpPr>
            <a:grpSpLocks noChangeAspect="1"/>
          </p:cNvGrpSpPr>
          <p:nvPr userDrawn="1"/>
        </p:nvGrpSpPr>
        <p:grpSpPr>
          <a:xfrm>
            <a:off x="442166" y="6329527"/>
            <a:ext cx="1071853" cy="275084"/>
            <a:chOff x="4768103" y="-471733"/>
            <a:chExt cx="744723" cy="191124"/>
          </a:xfrm>
          <a:solidFill>
            <a:schemeClr val="bg1"/>
          </a:solidFill>
        </p:grpSpPr>
        <p:sp>
          <p:nvSpPr>
            <p:cNvPr id="36" name="Forme libre : forme 9">
              <a:extLst>
                <a:ext uri="{FF2B5EF4-FFF2-40B4-BE49-F238E27FC236}">
                  <a16:creationId xmlns:a16="http://schemas.microsoft.com/office/drawing/2014/main" id="{CF3C004A-12EF-4882-9435-5C8C5CDDA3DC}"/>
                </a:ext>
              </a:extLst>
            </p:cNvPr>
            <p:cNvSpPr/>
            <p:nvPr userDrawn="1"/>
          </p:nvSpPr>
          <p:spPr>
            <a:xfrm>
              <a:off x="4770087" y="-471716"/>
              <a:ext cx="740699" cy="191096"/>
            </a:xfrm>
            <a:custGeom>
              <a:avLst/>
              <a:gdLst>
                <a:gd name="connsiteX0" fmla="*/ 689325 w 740699"/>
                <a:gd name="connsiteY0" fmla="*/ 7347 h 191096"/>
                <a:gd name="connsiteX1" fmla="*/ 688790 w 740699"/>
                <a:gd name="connsiteY1" fmla="*/ 10847 h 191096"/>
                <a:gd name="connsiteX2" fmla="*/ 686092 w 740699"/>
                <a:gd name="connsiteY2" fmla="*/ 24840 h 191096"/>
                <a:gd name="connsiteX3" fmla="*/ 680980 w 740699"/>
                <a:gd name="connsiteY3" fmla="*/ 29953 h 191096"/>
                <a:gd name="connsiteX4" fmla="*/ 667797 w 740699"/>
                <a:gd name="connsiteY4" fmla="*/ 28608 h 191096"/>
                <a:gd name="connsiteX5" fmla="*/ 646528 w 740699"/>
                <a:gd name="connsiteY5" fmla="*/ 50946 h 191096"/>
                <a:gd name="connsiteX6" fmla="*/ 646528 w 740699"/>
                <a:gd name="connsiteY6" fmla="*/ 53911 h 191096"/>
                <a:gd name="connsiteX7" fmla="*/ 680712 w 740699"/>
                <a:gd name="connsiteY7" fmla="*/ 53911 h 191096"/>
                <a:gd name="connsiteX8" fmla="*/ 686092 w 740699"/>
                <a:gd name="connsiteY8" fmla="*/ 59559 h 191096"/>
                <a:gd name="connsiteX9" fmla="*/ 686092 w 740699"/>
                <a:gd name="connsiteY9" fmla="*/ 78130 h 191096"/>
                <a:gd name="connsiteX10" fmla="*/ 680712 w 740699"/>
                <a:gd name="connsiteY10" fmla="*/ 83518 h 191096"/>
                <a:gd name="connsiteX11" fmla="*/ 646528 w 740699"/>
                <a:gd name="connsiteY11" fmla="*/ 83518 h 191096"/>
                <a:gd name="connsiteX12" fmla="*/ 646528 w 740699"/>
                <a:gd name="connsiteY12" fmla="*/ 183097 h 191096"/>
                <a:gd name="connsiteX13" fmla="*/ 641148 w 740699"/>
                <a:gd name="connsiteY13" fmla="*/ 188485 h 191096"/>
                <a:gd name="connsiteX14" fmla="*/ 617197 w 740699"/>
                <a:gd name="connsiteY14" fmla="*/ 188485 h 191096"/>
                <a:gd name="connsiteX15" fmla="*/ 611809 w 740699"/>
                <a:gd name="connsiteY15" fmla="*/ 183097 h 191096"/>
                <a:gd name="connsiteX16" fmla="*/ 611809 w 740699"/>
                <a:gd name="connsiteY16" fmla="*/ 56602 h 191096"/>
                <a:gd name="connsiteX17" fmla="*/ 666987 w 740699"/>
                <a:gd name="connsiteY17" fmla="*/ 79 h 191096"/>
                <a:gd name="connsiteX18" fmla="*/ 683945 w 740699"/>
                <a:gd name="connsiteY18" fmla="*/ 1966 h 191096"/>
                <a:gd name="connsiteX19" fmla="*/ 689325 w 740699"/>
                <a:gd name="connsiteY19" fmla="*/ 7347 h 191096"/>
                <a:gd name="connsiteX20" fmla="*/ 741003 w 740699"/>
                <a:gd name="connsiteY20" fmla="*/ 59292 h 191096"/>
                <a:gd name="connsiteX21" fmla="*/ 741003 w 740699"/>
                <a:gd name="connsiteY21" fmla="*/ 183097 h 191096"/>
                <a:gd name="connsiteX22" fmla="*/ 735615 w 740699"/>
                <a:gd name="connsiteY22" fmla="*/ 188485 h 191096"/>
                <a:gd name="connsiteX23" fmla="*/ 711396 w 740699"/>
                <a:gd name="connsiteY23" fmla="*/ 188485 h 191096"/>
                <a:gd name="connsiteX24" fmla="*/ 706008 w 740699"/>
                <a:gd name="connsiteY24" fmla="*/ 183097 h 191096"/>
                <a:gd name="connsiteX25" fmla="*/ 706008 w 740699"/>
                <a:gd name="connsiteY25" fmla="*/ 59292 h 191096"/>
                <a:gd name="connsiteX26" fmla="*/ 711396 w 740699"/>
                <a:gd name="connsiteY26" fmla="*/ 53911 h 191096"/>
                <a:gd name="connsiteX27" fmla="*/ 735615 w 740699"/>
                <a:gd name="connsiteY27" fmla="*/ 53911 h 191096"/>
                <a:gd name="connsiteX28" fmla="*/ 741003 w 740699"/>
                <a:gd name="connsiteY28" fmla="*/ 59292 h 191096"/>
                <a:gd name="connsiteX29" fmla="*/ 518954 w 740699"/>
                <a:gd name="connsiteY29" fmla="*/ 158879 h 191096"/>
                <a:gd name="connsiteX30" fmla="*/ 485847 w 740699"/>
                <a:gd name="connsiteY30" fmla="*/ 121195 h 191096"/>
                <a:gd name="connsiteX31" fmla="*/ 517074 w 740699"/>
                <a:gd name="connsiteY31" fmla="*/ 83518 h 191096"/>
                <a:gd name="connsiteX32" fmla="*/ 550173 w 740699"/>
                <a:gd name="connsiteY32" fmla="*/ 121195 h 191096"/>
                <a:gd name="connsiteX33" fmla="*/ 518954 w 740699"/>
                <a:gd name="connsiteY33" fmla="*/ 158879 h 191096"/>
                <a:gd name="connsiteX34" fmla="*/ 517074 w 740699"/>
                <a:gd name="connsiteY34" fmla="*/ 51221 h 191096"/>
                <a:gd name="connsiteX35" fmla="*/ 450317 w 740699"/>
                <a:gd name="connsiteY35" fmla="*/ 121195 h 191096"/>
                <a:gd name="connsiteX36" fmla="*/ 518954 w 740699"/>
                <a:gd name="connsiteY36" fmla="*/ 191176 h 191096"/>
                <a:gd name="connsiteX37" fmla="*/ 585702 w 740699"/>
                <a:gd name="connsiteY37" fmla="*/ 121195 h 191096"/>
                <a:gd name="connsiteX38" fmla="*/ 517074 w 740699"/>
                <a:gd name="connsiteY38" fmla="*/ 51221 h 191096"/>
                <a:gd name="connsiteX39" fmla="*/ 424486 w 740699"/>
                <a:gd name="connsiteY39" fmla="*/ 101813 h 191096"/>
                <a:gd name="connsiteX40" fmla="*/ 424486 w 740699"/>
                <a:gd name="connsiteY40" fmla="*/ 183097 h 191096"/>
                <a:gd name="connsiteX41" fmla="*/ 419098 w 740699"/>
                <a:gd name="connsiteY41" fmla="*/ 188485 h 191096"/>
                <a:gd name="connsiteX42" fmla="*/ 394880 w 740699"/>
                <a:gd name="connsiteY42" fmla="*/ 188485 h 191096"/>
                <a:gd name="connsiteX43" fmla="*/ 389492 w 740699"/>
                <a:gd name="connsiteY43" fmla="*/ 183097 h 191096"/>
                <a:gd name="connsiteX44" fmla="*/ 389492 w 740699"/>
                <a:gd name="connsiteY44" fmla="*/ 106391 h 191096"/>
                <a:gd name="connsiteX45" fmla="*/ 363385 w 740699"/>
                <a:gd name="connsiteY45" fmla="*/ 83518 h 191096"/>
                <a:gd name="connsiteX46" fmla="*/ 343469 w 740699"/>
                <a:gd name="connsiteY46" fmla="*/ 85665 h 191096"/>
                <a:gd name="connsiteX47" fmla="*/ 337012 w 740699"/>
                <a:gd name="connsiteY47" fmla="*/ 92666 h 191096"/>
                <a:gd name="connsiteX48" fmla="*/ 337012 w 740699"/>
                <a:gd name="connsiteY48" fmla="*/ 183097 h 191096"/>
                <a:gd name="connsiteX49" fmla="*/ 331624 w 740699"/>
                <a:gd name="connsiteY49" fmla="*/ 188485 h 191096"/>
                <a:gd name="connsiteX50" fmla="*/ 307405 w 740699"/>
                <a:gd name="connsiteY50" fmla="*/ 188485 h 191096"/>
                <a:gd name="connsiteX51" fmla="*/ 302017 w 740699"/>
                <a:gd name="connsiteY51" fmla="*/ 183097 h 191096"/>
                <a:gd name="connsiteX52" fmla="*/ 302017 w 740699"/>
                <a:gd name="connsiteY52" fmla="*/ 71672 h 191096"/>
                <a:gd name="connsiteX53" fmla="*/ 308750 w 740699"/>
                <a:gd name="connsiteY53" fmla="*/ 60904 h 191096"/>
                <a:gd name="connsiteX54" fmla="*/ 362850 w 740699"/>
                <a:gd name="connsiteY54" fmla="*/ 51221 h 191096"/>
                <a:gd name="connsiteX55" fmla="*/ 424486 w 740699"/>
                <a:gd name="connsiteY55" fmla="*/ 101813 h 191096"/>
                <a:gd name="connsiteX56" fmla="*/ 122497 w 740699"/>
                <a:gd name="connsiteY56" fmla="*/ 167759 h 191096"/>
                <a:gd name="connsiteX57" fmla="*/ 120342 w 740699"/>
                <a:gd name="connsiteY57" fmla="*/ 183097 h 191096"/>
                <a:gd name="connsiteX58" fmla="*/ 113350 w 740699"/>
                <a:gd name="connsiteY58" fmla="*/ 188485 h 191096"/>
                <a:gd name="connsiteX59" fmla="*/ 89123 w 740699"/>
                <a:gd name="connsiteY59" fmla="*/ 188485 h 191096"/>
                <a:gd name="connsiteX60" fmla="*/ 85088 w 740699"/>
                <a:gd name="connsiteY60" fmla="*/ 184718 h 191096"/>
                <a:gd name="connsiteX61" fmla="*/ 85356 w 740699"/>
                <a:gd name="connsiteY61" fmla="*/ 183097 h 191096"/>
                <a:gd name="connsiteX62" fmla="*/ 86968 w 740699"/>
                <a:gd name="connsiteY62" fmla="*/ 173140 h 191096"/>
                <a:gd name="connsiteX63" fmla="*/ 303 w 740699"/>
                <a:gd name="connsiteY63" fmla="*/ 98589 h 191096"/>
                <a:gd name="connsiteX64" fmla="*/ 59517 w 740699"/>
                <a:gd name="connsiteY64" fmla="*/ 50144 h 191096"/>
                <a:gd name="connsiteX65" fmla="*/ 115230 w 740699"/>
                <a:gd name="connsiteY65" fmla="*/ 64404 h 191096"/>
                <a:gd name="connsiteX66" fmla="*/ 118462 w 740699"/>
                <a:gd name="connsiteY66" fmla="*/ 69792 h 191096"/>
                <a:gd name="connsiteX67" fmla="*/ 117385 w 740699"/>
                <a:gd name="connsiteY67" fmla="*/ 74362 h 191096"/>
                <a:gd name="connsiteX68" fmla="*/ 109039 w 740699"/>
                <a:gd name="connsiteY68" fmla="*/ 92131 h 191096"/>
                <a:gd name="connsiteX69" fmla="*/ 103116 w 740699"/>
                <a:gd name="connsiteY69" fmla="*/ 95899 h 191096"/>
                <a:gd name="connsiteX70" fmla="*/ 99081 w 740699"/>
                <a:gd name="connsiteY70" fmla="*/ 94821 h 191096"/>
                <a:gd name="connsiteX71" fmla="*/ 58439 w 740699"/>
                <a:gd name="connsiteY71" fmla="*/ 82708 h 191096"/>
                <a:gd name="connsiteX72" fmla="*/ 35833 w 740699"/>
                <a:gd name="connsiteY72" fmla="*/ 96166 h 191096"/>
                <a:gd name="connsiteX73" fmla="*/ 122497 w 740699"/>
                <a:gd name="connsiteY73" fmla="*/ 167759 h 191096"/>
                <a:gd name="connsiteX74" fmla="*/ 234191 w 740699"/>
                <a:gd name="connsiteY74" fmla="*/ 149189 h 191096"/>
                <a:gd name="connsiteX75" fmla="*/ 227466 w 740699"/>
                <a:gd name="connsiteY75" fmla="*/ 156456 h 191096"/>
                <a:gd name="connsiteX76" fmla="*/ 209162 w 740699"/>
                <a:gd name="connsiteY76" fmla="*/ 158879 h 191096"/>
                <a:gd name="connsiteX77" fmla="*/ 175788 w 740699"/>
                <a:gd name="connsiteY77" fmla="*/ 121195 h 191096"/>
                <a:gd name="connsiteX78" fmla="*/ 209162 w 740699"/>
                <a:gd name="connsiteY78" fmla="*/ 83518 h 191096"/>
                <a:gd name="connsiteX79" fmla="*/ 227466 w 740699"/>
                <a:gd name="connsiteY79" fmla="*/ 85941 h 191096"/>
                <a:gd name="connsiteX80" fmla="*/ 234191 w 740699"/>
                <a:gd name="connsiteY80" fmla="*/ 93201 h 191096"/>
                <a:gd name="connsiteX81" fmla="*/ 234191 w 740699"/>
                <a:gd name="connsiteY81" fmla="*/ 149189 h 191096"/>
                <a:gd name="connsiteX82" fmla="*/ 262452 w 740699"/>
                <a:gd name="connsiteY82" fmla="*/ 61179 h 191096"/>
                <a:gd name="connsiteX83" fmla="*/ 209430 w 740699"/>
                <a:gd name="connsiteY83" fmla="*/ 51221 h 191096"/>
                <a:gd name="connsiteX84" fmla="*/ 140258 w 740699"/>
                <a:gd name="connsiteY84" fmla="*/ 121195 h 191096"/>
                <a:gd name="connsiteX85" fmla="*/ 208895 w 740699"/>
                <a:gd name="connsiteY85" fmla="*/ 191176 h 191096"/>
                <a:gd name="connsiteX86" fmla="*/ 262452 w 740699"/>
                <a:gd name="connsiteY86" fmla="*/ 180407 h 191096"/>
                <a:gd name="connsiteX87" fmla="*/ 269185 w 740699"/>
                <a:gd name="connsiteY87" fmla="*/ 169639 h 191096"/>
                <a:gd name="connsiteX88" fmla="*/ 269185 w 740699"/>
                <a:gd name="connsiteY88" fmla="*/ 71940 h 191096"/>
                <a:gd name="connsiteX89" fmla="*/ 262452 w 740699"/>
                <a:gd name="connsiteY89" fmla="*/ 61179 h 191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740699" h="191096">
                  <a:moveTo>
                    <a:pt x="689325" y="7347"/>
                  </a:moveTo>
                  <a:cubicBezTo>
                    <a:pt x="689325" y="8511"/>
                    <a:pt x="689026" y="9604"/>
                    <a:pt x="688790" y="10847"/>
                  </a:cubicBezTo>
                  <a:lnTo>
                    <a:pt x="686092" y="24840"/>
                  </a:lnTo>
                  <a:cubicBezTo>
                    <a:pt x="685558" y="28073"/>
                    <a:pt x="684213" y="29953"/>
                    <a:pt x="680980" y="29953"/>
                  </a:cubicBezTo>
                  <a:cubicBezTo>
                    <a:pt x="678974" y="29953"/>
                    <a:pt x="673177" y="28608"/>
                    <a:pt x="667797" y="28608"/>
                  </a:cubicBezTo>
                  <a:cubicBezTo>
                    <a:pt x="652993" y="28608"/>
                    <a:pt x="646528" y="36143"/>
                    <a:pt x="646528" y="50946"/>
                  </a:cubicBezTo>
                  <a:lnTo>
                    <a:pt x="646528" y="53911"/>
                  </a:lnTo>
                  <a:lnTo>
                    <a:pt x="680712" y="53911"/>
                  </a:lnTo>
                  <a:cubicBezTo>
                    <a:pt x="684213" y="53911"/>
                    <a:pt x="686092" y="56059"/>
                    <a:pt x="686092" y="59559"/>
                  </a:cubicBezTo>
                  <a:lnTo>
                    <a:pt x="686092" y="78130"/>
                  </a:lnTo>
                  <a:cubicBezTo>
                    <a:pt x="686092" y="81363"/>
                    <a:pt x="684213" y="83518"/>
                    <a:pt x="680712" y="83518"/>
                  </a:cubicBezTo>
                  <a:lnTo>
                    <a:pt x="646528" y="83518"/>
                  </a:lnTo>
                  <a:lnTo>
                    <a:pt x="646528" y="183097"/>
                  </a:lnTo>
                  <a:cubicBezTo>
                    <a:pt x="646528" y="186330"/>
                    <a:pt x="644380" y="188485"/>
                    <a:pt x="641148" y="188485"/>
                  </a:cubicBezTo>
                  <a:lnTo>
                    <a:pt x="617197" y="188485"/>
                  </a:lnTo>
                  <a:cubicBezTo>
                    <a:pt x="613964" y="188485"/>
                    <a:pt x="611809" y="186330"/>
                    <a:pt x="611809" y="183097"/>
                  </a:cubicBezTo>
                  <a:lnTo>
                    <a:pt x="611809" y="56602"/>
                  </a:lnTo>
                  <a:cubicBezTo>
                    <a:pt x="611809" y="17839"/>
                    <a:pt x="633612" y="79"/>
                    <a:pt x="666987" y="79"/>
                  </a:cubicBezTo>
                  <a:cubicBezTo>
                    <a:pt x="672729" y="79"/>
                    <a:pt x="678557" y="621"/>
                    <a:pt x="683945" y="1966"/>
                  </a:cubicBezTo>
                  <a:cubicBezTo>
                    <a:pt x="687713" y="2769"/>
                    <a:pt x="689325" y="4358"/>
                    <a:pt x="689325" y="7347"/>
                  </a:cubicBezTo>
                  <a:moveTo>
                    <a:pt x="741003" y="59292"/>
                  </a:moveTo>
                  <a:lnTo>
                    <a:pt x="741003" y="183097"/>
                  </a:lnTo>
                  <a:cubicBezTo>
                    <a:pt x="741003" y="186330"/>
                    <a:pt x="738848" y="188485"/>
                    <a:pt x="735615" y="188485"/>
                  </a:cubicBezTo>
                  <a:lnTo>
                    <a:pt x="711396" y="188485"/>
                  </a:lnTo>
                  <a:cubicBezTo>
                    <a:pt x="708164" y="188485"/>
                    <a:pt x="706008" y="186330"/>
                    <a:pt x="706008" y="183097"/>
                  </a:cubicBezTo>
                  <a:lnTo>
                    <a:pt x="706008" y="59292"/>
                  </a:lnTo>
                  <a:cubicBezTo>
                    <a:pt x="706008" y="56059"/>
                    <a:pt x="708164" y="53911"/>
                    <a:pt x="711396" y="53911"/>
                  </a:cubicBezTo>
                  <a:lnTo>
                    <a:pt x="735615" y="53911"/>
                  </a:lnTo>
                  <a:cubicBezTo>
                    <a:pt x="738848" y="53911"/>
                    <a:pt x="741003" y="56059"/>
                    <a:pt x="741003" y="59292"/>
                  </a:cubicBezTo>
                  <a:moveTo>
                    <a:pt x="518954" y="158879"/>
                  </a:moveTo>
                  <a:cubicBezTo>
                    <a:pt x="499038" y="158879"/>
                    <a:pt x="485847" y="145956"/>
                    <a:pt x="485847" y="121195"/>
                  </a:cubicBezTo>
                  <a:cubicBezTo>
                    <a:pt x="485847" y="96433"/>
                    <a:pt x="499038" y="83518"/>
                    <a:pt x="517074" y="83518"/>
                  </a:cubicBezTo>
                  <a:cubicBezTo>
                    <a:pt x="536990" y="83518"/>
                    <a:pt x="550173" y="96433"/>
                    <a:pt x="550173" y="121195"/>
                  </a:cubicBezTo>
                  <a:cubicBezTo>
                    <a:pt x="550173" y="145956"/>
                    <a:pt x="536990" y="158879"/>
                    <a:pt x="518954" y="158879"/>
                  </a:cubicBezTo>
                  <a:moveTo>
                    <a:pt x="517074" y="51221"/>
                  </a:moveTo>
                  <a:cubicBezTo>
                    <a:pt x="476699" y="51221"/>
                    <a:pt x="450317" y="80553"/>
                    <a:pt x="450317" y="121195"/>
                  </a:cubicBezTo>
                  <a:cubicBezTo>
                    <a:pt x="450317" y="161837"/>
                    <a:pt x="476699" y="191176"/>
                    <a:pt x="518954" y="191176"/>
                  </a:cubicBezTo>
                  <a:cubicBezTo>
                    <a:pt x="559328" y="191176"/>
                    <a:pt x="585702" y="161837"/>
                    <a:pt x="585702" y="121195"/>
                  </a:cubicBezTo>
                  <a:cubicBezTo>
                    <a:pt x="585702" y="80553"/>
                    <a:pt x="559328" y="51221"/>
                    <a:pt x="517074" y="51221"/>
                  </a:cubicBezTo>
                  <a:moveTo>
                    <a:pt x="424486" y="101813"/>
                  </a:moveTo>
                  <a:lnTo>
                    <a:pt x="424486" y="183097"/>
                  </a:lnTo>
                  <a:cubicBezTo>
                    <a:pt x="424486" y="186330"/>
                    <a:pt x="422331" y="188485"/>
                    <a:pt x="419098" y="188485"/>
                  </a:cubicBezTo>
                  <a:lnTo>
                    <a:pt x="394880" y="188485"/>
                  </a:lnTo>
                  <a:cubicBezTo>
                    <a:pt x="391647" y="188485"/>
                    <a:pt x="389492" y="186330"/>
                    <a:pt x="389492" y="183097"/>
                  </a:cubicBezTo>
                  <a:lnTo>
                    <a:pt x="389492" y="106391"/>
                  </a:lnTo>
                  <a:cubicBezTo>
                    <a:pt x="389492" y="90243"/>
                    <a:pt x="377921" y="83518"/>
                    <a:pt x="363385" y="83518"/>
                  </a:cubicBezTo>
                  <a:cubicBezTo>
                    <a:pt x="355040" y="83518"/>
                    <a:pt x="350470" y="84053"/>
                    <a:pt x="343469" y="85665"/>
                  </a:cubicBezTo>
                  <a:cubicBezTo>
                    <a:pt x="339159" y="86743"/>
                    <a:pt x="337012" y="88631"/>
                    <a:pt x="337012" y="92666"/>
                  </a:cubicBezTo>
                  <a:lnTo>
                    <a:pt x="337012" y="183097"/>
                  </a:lnTo>
                  <a:cubicBezTo>
                    <a:pt x="337012" y="186330"/>
                    <a:pt x="334856" y="188485"/>
                    <a:pt x="331624" y="188485"/>
                  </a:cubicBezTo>
                  <a:lnTo>
                    <a:pt x="307405" y="188485"/>
                  </a:lnTo>
                  <a:cubicBezTo>
                    <a:pt x="304172" y="188485"/>
                    <a:pt x="302017" y="186330"/>
                    <a:pt x="302017" y="183097"/>
                  </a:cubicBezTo>
                  <a:lnTo>
                    <a:pt x="302017" y="71672"/>
                  </a:lnTo>
                  <a:cubicBezTo>
                    <a:pt x="302017" y="65482"/>
                    <a:pt x="304982" y="62249"/>
                    <a:pt x="308750" y="60904"/>
                  </a:cubicBezTo>
                  <a:cubicBezTo>
                    <a:pt x="328399" y="53911"/>
                    <a:pt x="346970" y="51221"/>
                    <a:pt x="362850" y="51221"/>
                  </a:cubicBezTo>
                  <a:cubicBezTo>
                    <a:pt x="404295" y="51221"/>
                    <a:pt x="424486" y="68982"/>
                    <a:pt x="424486" y="101813"/>
                  </a:cubicBezTo>
                  <a:moveTo>
                    <a:pt x="122497" y="167759"/>
                  </a:moveTo>
                  <a:cubicBezTo>
                    <a:pt x="122497" y="172337"/>
                    <a:pt x="121963" y="178528"/>
                    <a:pt x="120342" y="183097"/>
                  </a:cubicBezTo>
                  <a:cubicBezTo>
                    <a:pt x="118997" y="187140"/>
                    <a:pt x="117385" y="188485"/>
                    <a:pt x="113350" y="188485"/>
                  </a:cubicBezTo>
                  <a:lnTo>
                    <a:pt x="89123" y="188485"/>
                  </a:lnTo>
                  <a:cubicBezTo>
                    <a:pt x="86433" y="188485"/>
                    <a:pt x="85088" y="186865"/>
                    <a:pt x="85088" y="184718"/>
                  </a:cubicBezTo>
                  <a:cubicBezTo>
                    <a:pt x="85088" y="184175"/>
                    <a:pt x="85088" y="183640"/>
                    <a:pt x="85356" y="183097"/>
                  </a:cubicBezTo>
                  <a:cubicBezTo>
                    <a:pt x="86433" y="179597"/>
                    <a:pt x="86968" y="177175"/>
                    <a:pt x="86968" y="173140"/>
                  </a:cubicBezTo>
                  <a:cubicBezTo>
                    <a:pt x="86968" y="133559"/>
                    <a:pt x="303" y="155646"/>
                    <a:pt x="303" y="98589"/>
                  </a:cubicBezTo>
                  <a:cubicBezTo>
                    <a:pt x="303" y="69517"/>
                    <a:pt x="23452" y="50144"/>
                    <a:pt x="59517" y="50144"/>
                  </a:cubicBezTo>
                  <a:cubicBezTo>
                    <a:pt x="78623" y="50144"/>
                    <a:pt x="98546" y="54714"/>
                    <a:pt x="115230" y="64404"/>
                  </a:cubicBezTo>
                  <a:cubicBezTo>
                    <a:pt x="117393" y="65490"/>
                    <a:pt x="118462" y="67637"/>
                    <a:pt x="118462" y="69792"/>
                  </a:cubicBezTo>
                  <a:cubicBezTo>
                    <a:pt x="118462" y="71137"/>
                    <a:pt x="118164" y="72710"/>
                    <a:pt x="117385" y="74362"/>
                  </a:cubicBezTo>
                  <a:lnTo>
                    <a:pt x="109039" y="92131"/>
                  </a:lnTo>
                  <a:cubicBezTo>
                    <a:pt x="107962" y="94553"/>
                    <a:pt x="105539" y="95899"/>
                    <a:pt x="103116" y="95899"/>
                  </a:cubicBezTo>
                  <a:cubicBezTo>
                    <a:pt x="101771" y="95899"/>
                    <a:pt x="100426" y="95623"/>
                    <a:pt x="99081" y="94821"/>
                  </a:cubicBezTo>
                  <a:cubicBezTo>
                    <a:pt x="85356" y="87286"/>
                    <a:pt x="72165" y="82708"/>
                    <a:pt x="58439" y="82708"/>
                  </a:cubicBezTo>
                  <a:cubicBezTo>
                    <a:pt x="44179" y="82708"/>
                    <a:pt x="35833" y="87923"/>
                    <a:pt x="35833" y="96166"/>
                  </a:cubicBezTo>
                  <a:cubicBezTo>
                    <a:pt x="35833" y="121368"/>
                    <a:pt x="122497" y="106659"/>
                    <a:pt x="122497" y="167759"/>
                  </a:cubicBezTo>
                  <a:moveTo>
                    <a:pt x="234191" y="149189"/>
                  </a:moveTo>
                  <a:cubicBezTo>
                    <a:pt x="234191" y="153224"/>
                    <a:pt x="232043" y="155111"/>
                    <a:pt x="227466" y="156456"/>
                  </a:cubicBezTo>
                  <a:cubicBezTo>
                    <a:pt x="221543" y="158069"/>
                    <a:pt x="216430" y="158879"/>
                    <a:pt x="209162" y="158879"/>
                  </a:cubicBezTo>
                  <a:cubicBezTo>
                    <a:pt x="191936" y="158879"/>
                    <a:pt x="175788" y="148646"/>
                    <a:pt x="175788" y="121195"/>
                  </a:cubicBezTo>
                  <a:cubicBezTo>
                    <a:pt x="175788" y="93743"/>
                    <a:pt x="191936" y="83518"/>
                    <a:pt x="209162" y="83518"/>
                  </a:cubicBezTo>
                  <a:cubicBezTo>
                    <a:pt x="216430" y="83518"/>
                    <a:pt x="221543" y="84320"/>
                    <a:pt x="227466" y="85941"/>
                  </a:cubicBezTo>
                  <a:cubicBezTo>
                    <a:pt x="232043" y="87286"/>
                    <a:pt x="234191" y="89165"/>
                    <a:pt x="234191" y="93201"/>
                  </a:cubicBezTo>
                  <a:lnTo>
                    <a:pt x="234191" y="149189"/>
                  </a:lnTo>
                  <a:close/>
                  <a:moveTo>
                    <a:pt x="262452" y="61179"/>
                  </a:moveTo>
                  <a:cubicBezTo>
                    <a:pt x="244692" y="54446"/>
                    <a:pt x="228000" y="51221"/>
                    <a:pt x="209430" y="51221"/>
                  </a:cubicBezTo>
                  <a:cubicBezTo>
                    <a:pt x="168795" y="51221"/>
                    <a:pt x="140258" y="78405"/>
                    <a:pt x="140258" y="121195"/>
                  </a:cubicBezTo>
                  <a:cubicBezTo>
                    <a:pt x="140258" y="164527"/>
                    <a:pt x="165020" y="191176"/>
                    <a:pt x="208895" y="191176"/>
                  </a:cubicBezTo>
                  <a:cubicBezTo>
                    <a:pt x="226655" y="191176"/>
                    <a:pt x="243881" y="188210"/>
                    <a:pt x="262452" y="180407"/>
                  </a:cubicBezTo>
                  <a:cubicBezTo>
                    <a:pt x="266763" y="178528"/>
                    <a:pt x="269185" y="175562"/>
                    <a:pt x="269185" y="169639"/>
                  </a:cubicBezTo>
                  <a:lnTo>
                    <a:pt x="269185" y="71940"/>
                  </a:lnTo>
                  <a:cubicBezTo>
                    <a:pt x="269185" y="65749"/>
                    <a:pt x="266763" y="62792"/>
                    <a:pt x="262452" y="61179"/>
                  </a:cubicBezTo>
                </a:path>
              </a:pathLst>
            </a:custGeom>
            <a:grpFill/>
            <a:ln w="7833" cap="flat">
              <a:noFill/>
              <a:prstDash val="solid"/>
              <a:round/>
            </a:ln>
          </p:spPr>
          <p:txBody>
            <a:bodyPr rtlCol="0" anchor="ctr"/>
            <a:lstStyle/>
            <a:p>
              <a:endParaRPr lang="fr-FR" sz="2400"/>
            </a:p>
          </p:txBody>
        </p:sp>
        <p:sp>
          <p:nvSpPr>
            <p:cNvPr id="37" name="Forme libre : forme 10">
              <a:extLst>
                <a:ext uri="{FF2B5EF4-FFF2-40B4-BE49-F238E27FC236}">
                  <a16:creationId xmlns:a16="http://schemas.microsoft.com/office/drawing/2014/main" id="{C854BF86-9CB6-42C3-B52B-E372D3EE21D0}"/>
                </a:ext>
              </a:extLst>
            </p:cNvPr>
            <p:cNvSpPr/>
            <p:nvPr/>
          </p:nvSpPr>
          <p:spPr>
            <a:xfrm rot="-73896" flipV="1">
              <a:off x="5474877" y="-471733"/>
              <a:ext cx="37949" cy="37711"/>
            </a:xfrm>
            <a:custGeom>
              <a:avLst/>
              <a:gdLst>
                <a:gd name="connsiteX0" fmla="*/ 19483 w 37949"/>
                <a:gd name="connsiteY0" fmla="*/ 17 h 37711"/>
                <a:gd name="connsiteX1" fmla="*/ 38456 w 37949"/>
                <a:gd name="connsiteY1" fmla="*/ 18454 h 37711"/>
                <a:gd name="connsiteX2" fmla="*/ 19491 w 37949"/>
                <a:gd name="connsiteY2" fmla="*/ 37717 h 37711"/>
                <a:gd name="connsiteX3" fmla="*/ 519 w 37949"/>
                <a:gd name="connsiteY3" fmla="*/ 19272 h 37711"/>
                <a:gd name="connsiteX4" fmla="*/ 19483 w 37949"/>
                <a:gd name="connsiteY4" fmla="*/ 17 h 37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949" h="37711">
                  <a:moveTo>
                    <a:pt x="19483" y="17"/>
                  </a:moveTo>
                  <a:cubicBezTo>
                    <a:pt x="30519" y="-219"/>
                    <a:pt x="38212" y="6883"/>
                    <a:pt x="38456" y="18454"/>
                  </a:cubicBezTo>
                  <a:cubicBezTo>
                    <a:pt x="38715" y="30300"/>
                    <a:pt x="31329" y="37457"/>
                    <a:pt x="19491" y="37717"/>
                  </a:cubicBezTo>
                  <a:cubicBezTo>
                    <a:pt x="8188" y="37953"/>
                    <a:pt x="771" y="31118"/>
                    <a:pt x="519" y="19272"/>
                  </a:cubicBezTo>
                  <a:cubicBezTo>
                    <a:pt x="267" y="7701"/>
                    <a:pt x="7378" y="284"/>
                    <a:pt x="19483" y="17"/>
                  </a:cubicBezTo>
                </a:path>
              </a:pathLst>
            </a:custGeom>
            <a:grpFill/>
            <a:ln w="7833" cap="flat">
              <a:noFill/>
              <a:prstDash val="solid"/>
              <a:round/>
            </a:ln>
          </p:spPr>
          <p:txBody>
            <a:bodyPr rtlCol="0" anchor="ctr"/>
            <a:lstStyle/>
            <a:p>
              <a:endParaRPr lang="fr-FR" sz="2400">
                <a:solidFill>
                  <a:schemeClr val="accent2"/>
                </a:solidFill>
              </a:endParaRPr>
            </a:p>
          </p:txBody>
        </p:sp>
        <p:sp>
          <p:nvSpPr>
            <p:cNvPr id="47" name="Forme libre : forme 11">
              <a:extLst>
                <a:ext uri="{FF2B5EF4-FFF2-40B4-BE49-F238E27FC236}">
                  <a16:creationId xmlns:a16="http://schemas.microsoft.com/office/drawing/2014/main" id="{A41B13E3-A26E-439F-AA34-2A97E1411892}"/>
                </a:ext>
              </a:extLst>
            </p:cNvPr>
            <p:cNvSpPr/>
            <p:nvPr userDrawn="1"/>
          </p:nvSpPr>
          <p:spPr>
            <a:xfrm rot="10725025" flipV="1">
              <a:off x="4768103" y="-317778"/>
              <a:ext cx="37406" cy="37169"/>
            </a:xfrm>
            <a:custGeom>
              <a:avLst/>
              <a:gdLst>
                <a:gd name="connsiteX0" fmla="*/ 18717 w 37406"/>
                <a:gd name="connsiteY0" fmla="*/ 130 h 37169"/>
                <a:gd name="connsiteX1" fmla="*/ 37414 w 37406"/>
                <a:gd name="connsiteY1" fmla="*/ 18300 h 37169"/>
                <a:gd name="connsiteX2" fmla="*/ 18717 w 37406"/>
                <a:gd name="connsiteY2" fmla="*/ 37288 h 37169"/>
                <a:gd name="connsiteX3" fmla="*/ 20 w 37406"/>
                <a:gd name="connsiteY3" fmla="*/ 19118 h 37169"/>
                <a:gd name="connsiteX4" fmla="*/ 18717 w 37406"/>
                <a:gd name="connsiteY4" fmla="*/ 130 h 371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406" h="37169">
                  <a:moveTo>
                    <a:pt x="18717" y="130"/>
                  </a:moveTo>
                  <a:cubicBezTo>
                    <a:pt x="29745" y="-106"/>
                    <a:pt x="37162" y="6729"/>
                    <a:pt x="37414" y="18300"/>
                  </a:cubicBezTo>
                  <a:cubicBezTo>
                    <a:pt x="37665" y="29603"/>
                    <a:pt x="30555" y="37028"/>
                    <a:pt x="18717" y="37288"/>
                  </a:cubicBezTo>
                  <a:cubicBezTo>
                    <a:pt x="7681" y="37524"/>
                    <a:pt x="264" y="30421"/>
                    <a:pt x="20" y="19118"/>
                  </a:cubicBezTo>
                  <a:cubicBezTo>
                    <a:pt x="-240" y="7547"/>
                    <a:pt x="6871" y="390"/>
                    <a:pt x="18717" y="130"/>
                  </a:cubicBezTo>
                </a:path>
              </a:pathLst>
            </a:custGeom>
            <a:grpFill/>
            <a:ln w="7833" cap="flat">
              <a:noFill/>
              <a:prstDash val="solid"/>
              <a:round/>
            </a:ln>
          </p:spPr>
          <p:txBody>
            <a:bodyPr rtlCol="0" anchor="ctr"/>
            <a:lstStyle/>
            <a:p>
              <a:endParaRPr lang="fr-FR" sz="2400"/>
            </a:p>
          </p:txBody>
        </p:sp>
      </p:grpSp>
    </p:spTree>
    <p:extLst>
      <p:ext uri="{BB962C8B-B14F-4D97-AF65-F5344CB8AC3E}">
        <p14:creationId xmlns:p14="http://schemas.microsoft.com/office/powerpoint/2010/main" val="34461918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able">
    <p:bg>
      <p:bgPr>
        <a:solidFill>
          <a:srgbClr val="F5F3F8"/>
        </a:solidFill>
        <a:effectLst/>
      </p:bgPr>
    </p:bg>
    <p:spTree>
      <p:nvGrpSpPr>
        <p:cNvPr id="1" name=""/>
        <p:cNvGrpSpPr/>
        <p:nvPr/>
      </p:nvGrpSpPr>
      <p:grpSpPr>
        <a:xfrm>
          <a:off x="0" y="0"/>
          <a:ext cx="0" cy="0"/>
          <a:chOff x="0" y="0"/>
          <a:chExt cx="0" cy="0"/>
        </a:xfrm>
      </p:grpSpPr>
      <p:sp>
        <p:nvSpPr>
          <p:cNvPr id="11" name="Espace réservé du numéro de diapositive 10">
            <a:extLst>
              <a:ext uri="{FF2B5EF4-FFF2-40B4-BE49-F238E27FC236}">
                <a16:creationId xmlns:a16="http://schemas.microsoft.com/office/drawing/2014/main" id="{323D7EBE-BC7D-4AC5-AD6B-FCD5D270E1C6}"/>
              </a:ext>
            </a:extLst>
          </p:cNvPr>
          <p:cNvSpPr>
            <a:spLocks noGrp="1"/>
          </p:cNvSpPr>
          <p:nvPr>
            <p:ph type="sldNum" sz="quarter" idx="16"/>
          </p:nvPr>
        </p:nvSpPr>
        <p:spPr/>
        <p:txBody>
          <a:bodyPr/>
          <a:lstStyle/>
          <a:p>
            <a:fld id="{6B54B0F7-55DD-40D6-B7F4-70B586885C0B}" type="slidenum">
              <a:rPr lang="en-US" noProof="0" smtClean="0"/>
              <a:pPr/>
              <a:t>‹#›</a:t>
            </a:fld>
            <a:endParaRPr lang="en-US" noProof="0"/>
          </a:p>
        </p:txBody>
      </p:sp>
      <p:sp>
        <p:nvSpPr>
          <p:cNvPr id="14" name="Table Placeholder 3">
            <a:extLst>
              <a:ext uri="{FF2B5EF4-FFF2-40B4-BE49-F238E27FC236}">
                <a16:creationId xmlns:a16="http://schemas.microsoft.com/office/drawing/2014/main" id="{828EDE46-3F40-4CF0-8732-22A2312E12B6}"/>
              </a:ext>
            </a:extLst>
          </p:cNvPr>
          <p:cNvSpPr>
            <a:spLocks noGrp="1"/>
          </p:cNvSpPr>
          <p:nvPr>
            <p:ph type="tbl" sz="quarter" idx="23"/>
          </p:nvPr>
        </p:nvSpPr>
        <p:spPr>
          <a:xfrm>
            <a:off x="441384" y="1942730"/>
            <a:ext cx="11304000" cy="4296292"/>
          </a:xfrm>
        </p:spPr>
        <p:txBody>
          <a:bodyPr anchor="ctr"/>
          <a:lstStyle>
            <a:lvl1pPr algn="ctr">
              <a:defRPr/>
            </a:lvl1pPr>
          </a:lstStyle>
          <a:p>
            <a:r>
              <a:rPr lang="en-US"/>
              <a:t>Click icon to add table</a:t>
            </a:r>
            <a:endParaRPr lang="en-US" dirty="0"/>
          </a:p>
        </p:txBody>
      </p:sp>
      <p:sp>
        <p:nvSpPr>
          <p:cNvPr id="8" name="Espace réservé du texte 5">
            <a:extLst>
              <a:ext uri="{FF2B5EF4-FFF2-40B4-BE49-F238E27FC236}">
                <a16:creationId xmlns:a16="http://schemas.microsoft.com/office/drawing/2014/main" id="{D46BD89B-81DC-413F-95C7-44BCE7D89F2B}"/>
              </a:ext>
            </a:extLst>
          </p:cNvPr>
          <p:cNvSpPr>
            <a:spLocks noGrp="1"/>
          </p:cNvSpPr>
          <p:nvPr>
            <p:ph type="body" sz="quarter" idx="18"/>
          </p:nvPr>
        </p:nvSpPr>
        <p:spPr>
          <a:xfrm>
            <a:off x="444973" y="425183"/>
            <a:ext cx="11304000" cy="164148"/>
          </a:xfrm>
        </p:spPr>
        <p:txBody>
          <a:bodyPr wrap="square" anchor="t" anchorCtr="0">
            <a:spAutoFit/>
          </a:bodyPr>
          <a:lstStyle>
            <a:lvl1pPr algn="l">
              <a:lnSpc>
                <a:spcPct val="100000"/>
              </a:lnSpc>
              <a:spcAft>
                <a:spcPts val="0"/>
              </a:spcAft>
              <a:defRPr lang="fr-FR" sz="1067" b="0" i="0" kern="1200" dirty="0" err="1" smtClean="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algn="l">
              <a:lnSpc>
                <a:spcPct val="100000"/>
              </a:lnSpc>
              <a:spcBef>
                <a:spcPts val="400"/>
              </a:spcBef>
              <a:spcAft>
                <a:spcPts val="0"/>
              </a:spcAft>
              <a:defRPr sz="533" b="0" i="0" cap="all" baseline="0">
                <a:latin typeface="Verdana" panose="020B0604030504040204" pitchFamily="34" charset="0"/>
                <a:ea typeface="Verdana" panose="020B0604030504040204" pitchFamily="34" charset="0"/>
                <a:cs typeface="Verdana" panose="020B0604030504040204" pitchFamily="34" charset="0"/>
              </a:defRPr>
            </a:lvl2pPr>
            <a:lvl3pPr>
              <a:spcBef>
                <a:spcPts val="400"/>
              </a:spcBef>
              <a:tabLst>
                <a:tab pos="836063" algn="l"/>
              </a:tabLst>
              <a:defRPr sz="533"/>
            </a:lvl3pPr>
          </a:lstStyle>
          <a:p>
            <a:pPr lvl="0"/>
            <a:r>
              <a:rPr lang="en-US" noProof="0"/>
              <a:t>Click to edit Master text styles</a:t>
            </a:r>
          </a:p>
        </p:txBody>
      </p:sp>
      <p:sp>
        <p:nvSpPr>
          <p:cNvPr id="15" name="Espace réservé du texte 4">
            <a:extLst>
              <a:ext uri="{FF2B5EF4-FFF2-40B4-BE49-F238E27FC236}">
                <a16:creationId xmlns:a16="http://schemas.microsoft.com/office/drawing/2014/main" id="{B46DC04F-F549-4DDB-B1AB-2032A0ED3E12}"/>
              </a:ext>
            </a:extLst>
          </p:cNvPr>
          <p:cNvSpPr>
            <a:spLocks noGrp="1"/>
          </p:cNvSpPr>
          <p:nvPr>
            <p:ph type="body" sz="quarter" idx="22"/>
          </p:nvPr>
        </p:nvSpPr>
        <p:spPr>
          <a:xfrm>
            <a:off x="444973" y="1577578"/>
            <a:ext cx="11304000" cy="246221"/>
          </a:xfrm>
        </p:spPr>
        <p:txBody>
          <a:bodyPr wrap="square">
            <a:spAutoFit/>
          </a:bodyPr>
          <a:lstStyle>
            <a:lvl1pPr>
              <a:lnSpc>
                <a:spcPct val="100000"/>
              </a:lnSpc>
              <a:spcAft>
                <a:spcPts val="0"/>
              </a:spcAft>
              <a:defRPr sz="1600" b="0" i="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0" indent="0">
              <a:spcBef>
                <a:spcPts val="533"/>
              </a:spcBef>
              <a:buFont typeface="Arial" panose="020B0604020202020204" pitchFamily="34" charset="0"/>
              <a:buNone/>
              <a:defRPr sz="1600"/>
            </a:lvl2pPr>
            <a:lvl3pPr>
              <a:lnSpc>
                <a:spcPct val="110000"/>
              </a:lnSpc>
              <a:defRPr lang="en-US" sz="1333" kern="1200" dirty="0" smtClean="0">
                <a:solidFill>
                  <a:schemeClr val="tx1"/>
                </a:solidFill>
                <a:latin typeface="Sanofi Sans 3 Regular"/>
                <a:ea typeface="+mn-ea"/>
                <a:cs typeface="+mn-cs"/>
              </a:defRPr>
            </a:lvl3pPr>
            <a:lvl4pPr>
              <a:defRPr sz="1333"/>
            </a:lvl4pPr>
            <a:lvl5pPr>
              <a:defRPr sz="1333"/>
            </a:lvl5pPr>
          </a:lstStyle>
          <a:p>
            <a:pPr lvl="0"/>
            <a:r>
              <a:rPr lang="en-US" noProof="0"/>
              <a:t>Click to edit Master text styles</a:t>
            </a:r>
          </a:p>
        </p:txBody>
      </p:sp>
      <p:sp>
        <p:nvSpPr>
          <p:cNvPr id="3" name="Title 2">
            <a:extLst>
              <a:ext uri="{FF2B5EF4-FFF2-40B4-BE49-F238E27FC236}">
                <a16:creationId xmlns:a16="http://schemas.microsoft.com/office/drawing/2014/main" id="{22A467E3-1BB0-45A9-9E32-33434B3E379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812057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End slide">
    <p:bg>
      <p:bgPr>
        <a:solidFill>
          <a:srgbClr val="23004C"/>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524000" y="2984036"/>
            <a:ext cx="9144000" cy="889928"/>
          </a:xfrm>
        </p:spPr>
        <p:txBody>
          <a:bodyPr anchor="ctr">
            <a:normAutofit/>
          </a:bodyPr>
          <a:lstStyle>
            <a:lvl1pPr algn="ctr">
              <a:defRPr sz="5333">
                <a:solidFill>
                  <a:schemeClr val="bg2"/>
                </a:solidFill>
              </a:defRPr>
            </a:lvl1pPr>
          </a:lstStyle>
          <a:p>
            <a:r>
              <a:rPr lang="en-US" noProof="0" dirty="0"/>
              <a:t>Thank you</a:t>
            </a:r>
          </a:p>
        </p:txBody>
      </p:sp>
      <p:sp>
        <p:nvSpPr>
          <p:cNvPr id="19" name="Espace réservé du graphique SmartArt 18">
            <a:extLst>
              <a:ext uri="{FF2B5EF4-FFF2-40B4-BE49-F238E27FC236}">
                <a16:creationId xmlns:a16="http://schemas.microsoft.com/office/drawing/2014/main" id="{B25D5AC7-4546-4A74-B36B-BA1B41C598C1}"/>
              </a:ext>
            </a:extLst>
          </p:cNvPr>
          <p:cNvSpPr>
            <a:spLocks noGrp="1" noChangeAspect="1"/>
          </p:cNvSpPr>
          <p:nvPr>
            <p:ph type="dgm" sz="quarter" idx="13"/>
          </p:nvPr>
        </p:nvSpPr>
        <p:spPr>
          <a:xfrm>
            <a:off x="6011445" y="4346936"/>
            <a:ext cx="169113" cy="167915"/>
          </a:xfrm>
          <a:custGeom>
            <a:avLst/>
            <a:gdLst>
              <a:gd name="connsiteX0" fmla="*/ 122355 w 250013"/>
              <a:gd name="connsiteY0" fmla="*/ 0 h 248243"/>
              <a:gd name="connsiteX1" fmla="*/ 250013 w 250013"/>
              <a:gd name="connsiteY1" fmla="*/ 124134 h 248243"/>
              <a:gd name="connsiteX2" fmla="*/ 127674 w 250013"/>
              <a:gd name="connsiteY2" fmla="*/ 248243 h 248243"/>
              <a:gd name="connsiteX3" fmla="*/ 1 w 250013"/>
              <a:gd name="connsiteY3" fmla="*/ 124125 h 248243"/>
              <a:gd name="connsiteX4" fmla="*/ 122355 w 250013"/>
              <a:gd name="connsiteY4" fmla="*/ 0 h 248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0013" h="248243">
                <a:moveTo>
                  <a:pt x="122355" y="0"/>
                </a:moveTo>
                <a:cubicBezTo>
                  <a:pt x="200363" y="0"/>
                  <a:pt x="250013" y="46111"/>
                  <a:pt x="250013" y="124134"/>
                </a:cubicBezTo>
                <a:cubicBezTo>
                  <a:pt x="250022" y="200379"/>
                  <a:pt x="200361" y="248234"/>
                  <a:pt x="127674" y="248243"/>
                </a:cubicBezTo>
                <a:cubicBezTo>
                  <a:pt x="47872" y="248236"/>
                  <a:pt x="-6" y="200370"/>
                  <a:pt x="1" y="124125"/>
                </a:cubicBezTo>
                <a:cubicBezTo>
                  <a:pt x="0" y="46103"/>
                  <a:pt x="47874" y="2"/>
                  <a:pt x="122355" y="0"/>
                </a:cubicBezTo>
                <a:close/>
              </a:path>
            </a:pathLst>
          </a:custGeom>
          <a:solidFill>
            <a:schemeClr val="bg1"/>
          </a:solidFill>
        </p:spPr>
        <p:txBody>
          <a:bodyPr wrap="square">
            <a:noAutofit/>
          </a:bodyPr>
          <a:lstStyle>
            <a:lvl1pPr>
              <a:defRPr>
                <a:noFill/>
              </a:defRPr>
            </a:lvl1pPr>
          </a:lstStyle>
          <a:p>
            <a:r>
              <a:rPr lang="en-US" noProof="0"/>
              <a:t>Click icon to add SmartArt graphic</a:t>
            </a:r>
          </a:p>
        </p:txBody>
      </p:sp>
      <p:sp>
        <p:nvSpPr>
          <p:cNvPr id="20" name="Espace réservé du graphique SmartArt 19">
            <a:extLst>
              <a:ext uri="{FF2B5EF4-FFF2-40B4-BE49-F238E27FC236}">
                <a16:creationId xmlns:a16="http://schemas.microsoft.com/office/drawing/2014/main" id="{FE783EC5-36F3-4916-B0D5-15355CAD8B2D}"/>
              </a:ext>
            </a:extLst>
          </p:cNvPr>
          <p:cNvSpPr>
            <a:spLocks noGrp="1" noChangeAspect="1"/>
          </p:cNvSpPr>
          <p:nvPr>
            <p:ph type="dgm" sz="quarter" idx="14"/>
          </p:nvPr>
        </p:nvSpPr>
        <p:spPr>
          <a:xfrm>
            <a:off x="6011445" y="2362265"/>
            <a:ext cx="169113" cy="167915"/>
          </a:xfrm>
          <a:custGeom>
            <a:avLst/>
            <a:gdLst>
              <a:gd name="connsiteX0" fmla="*/ 122355 w 250013"/>
              <a:gd name="connsiteY0" fmla="*/ 0 h 248243"/>
              <a:gd name="connsiteX1" fmla="*/ 250013 w 250013"/>
              <a:gd name="connsiteY1" fmla="*/ 124134 h 248243"/>
              <a:gd name="connsiteX2" fmla="*/ 127674 w 250013"/>
              <a:gd name="connsiteY2" fmla="*/ 248243 h 248243"/>
              <a:gd name="connsiteX3" fmla="*/ 1 w 250013"/>
              <a:gd name="connsiteY3" fmla="*/ 124125 h 248243"/>
              <a:gd name="connsiteX4" fmla="*/ 122355 w 250013"/>
              <a:gd name="connsiteY4" fmla="*/ 0 h 248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0013" h="248243">
                <a:moveTo>
                  <a:pt x="122355" y="0"/>
                </a:moveTo>
                <a:cubicBezTo>
                  <a:pt x="200363" y="0"/>
                  <a:pt x="250013" y="46111"/>
                  <a:pt x="250013" y="124134"/>
                </a:cubicBezTo>
                <a:cubicBezTo>
                  <a:pt x="250022" y="200379"/>
                  <a:pt x="200361" y="248234"/>
                  <a:pt x="127674" y="248243"/>
                </a:cubicBezTo>
                <a:cubicBezTo>
                  <a:pt x="47872" y="248236"/>
                  <a:pt x="-6" y="200370"/>
                  <a:pt x="1" y="124125"/>
                </a:cubicBezTo>
                <a:cubicBezTo>
                  <a:pt x="0" y="46103"/>
                  <a:pt x="47874" y="2"/>
                  <a:pt x="122355" y="0"/>
                </a:cubicBezTo>
                <a:close/>
              </a:path>
            </a:pathLst>
          </a:custGeom>
          <a:solidFill>
            <a:schemeClr val="bg1"/>
          </a:solidFill>
        </p:spPr>
        <p:txBody>
          <a:bodyPr wrap="square">
            <a:noAutofit/>
          </a:bodyPr>
          <a:lstStyle>
            <a:lvl1pPr>
              <a:defRPr>
                <a:noFill/>
              </a:defRPr>
            </a:lvl1pPr>
          </a:lstStyle>
          <a:p>
            <a:r>
              <a:rPr lang="en-US" noProof="0"/>
              <a:t>Click icon to add SmartArt graphic</a:t>
            </a:r>
            <a:endParaRPr lang="en-US" noProof="0" dirty="0"/>
          </a:p>
        </p:txBody>
      </p:sp>
      <p:sp>
        <p:nvSpPr>
          <p:cNvPr id="18" name="Forme libre : forme 9">
            <a:extLst>
              <a:ext uri="{FF2B5EF4-FFF2-40B4-BE49-F238E27FC236}">
                <a16:creationId xmlns:a16="http://schemas.microsoft.com/office/drawing/2014/main" id="{9BDDF620-0779-479D-AEB4-C14EF8564C01}"/>
              </a:ext>
            </a:extLst>
          </p:cNvPr>
          <p:cNvSpPr>
            <a:spLocks noChangeAspect="1"/>
          </p:cNvSpPr>
          <p:nvPr userDrawn="1"/>
        </p:nvSpPr>
        <p:spPr>
          <a:xfrm>
            <a:off x="5559496" y="6014679"/>
            <a:ext cx="1073008" cy="273600"/>
          </a:xfrm>
          <a:custGeom>
            <a:avLst/>
            <a:gdLst>
              <a:gd name="connsiteX0" fmla="*/ 689325 w 740699"/>
              <a:gd name="connsiteY0" fmla="*/ 7347 h 191096"/>
              <a:gd name="connsiteX1" fmla="*/ 688790 w 740699"/>
              <a:gd name="connsiteY1" fmla="*/ 10847 h 191096"/>
              <a:gd name="connsiteX2" fmla="*/ 686092 w 740699"/>
              <a:gd name="connsiteY2" fmla="*/ 24840 h 191096"/>
              <a:gd name="connsiteX3" fmla="*/ 680980 w 740699"/>
              <a:gd name="connsiteY3" fmla="*/ 29953 h 191096"/>
              <a:gd name="connsiteX4" fmla="*/ 667797 w 740699"/>
              <a:gd name="connsiteY4" fmla="*/ 28608 h 191096"/>
              <a:gd name="connsiteX5" fmla="*/ 646528 w 740699"/>
              <a:gd name="connsiteY5" fmla="*/ 50946 h 191096"/>
              <a:gd name="connsiteX6" fmla="*/ 646528 w 740699"/>
              <a:gd name="connsiteY6" fmla="*/ 53911 h 191096"/>
              <a:gd name="connsiteX7" fmla="*/ 680712 w 740699"/>
              <a:gd name="connsiteY7" fmla="*/ 53911 h 191096"/>
              <a:gd name="connsiteX8" fmla="*/ 686092 w 740699"/>
              <a:gd name="connsiteY8" fmla="*/ 59559 h 191096"/>
              <a:gd name="connsiteX9" fmla="*/ 686092 w 740699"/>
              <a:gd name="connsiteY9" fmla="*/ 78130 h 191096"/>
              <a:gd name="connsiteX10" fmla="*/ 680712 w 740699"/>
              <a:gd name="connsiteY10" fmla="*/ 83518 h 191096"/>
              <a:gd name="connsiteX11" fmla="*/ 646528 w 740699"/>
              <a:gd name="connsiteY11" fmla="*/ 83518 h 191096"/>
              <a:gd name="connsiteX12" fmla="*/ 646528 w 740699"/>
              <a:gd name="connsiteY12" fmla="*/ 183097 h 191096"/>
              <a:gd name="connsiteX13" fmla="*/ 641148 w 740699"/>
              <a:gd name="connsiteY13" fmla="*/ 188485 h 191096"/>
              <a:gd name="connsiteX14" fmla="*/ 617197 w 740699"/>
              <a:gd name="connsiteY14" fmla="*/ 188485 h 191096"/>
              <a:gd name="connsiteX15" fmla="*/ 611809 w 740699"/>
              <a:gd name="connsiteY15" fmla="*/ 183097 h 191096"/>
              <a:gd name="connsiteX16" fmla="*/ 611809 w 740699"/>
              <a:gd name="connsiteY16" fmla="*/ 56602 h 191096"/>
              <a:gd name="connsiteX17" fmla="*/ 666987 w 740699"/>
              <a:gd name="connsiteY17" fmla="*/ 79 h 191096"/>
              <a:gd name="connsiteX18" fmla="*/ 683945 w 740699"/>
              <a:gd name="connsiteY18" fmla="*/ 1966 h 191096"/>
              <a:gd name="connsiteX19" fmla="*/ 689325 w 740699"/>
              <a:gd name="connsiteY19" fmla="*/ 7347 h 191096"/>
              <a:gd name="connsiteX20" fmla="*/ 741003 w 740699"/>
              <a:gd name="connsiteY20" fmla="*/ 59292 h 191096"/>
              <a:gd name="connsiteX21" fmla="*/ 741003 w 740699"/>
              <a:gd name="connsiteY21" fmla="*/ 183097 h 191096"/>
              <a:gd name="connsiteX22" fmla="*/ 735615 w 740699"/>
              <a:gd name="connsiteY22" fmla="*/ 188485 h 191096"/>
              <a:gd name="connsiteX23" fmla="*/ 711396 w 740699"/>
              <a:gd name="connsiteY23" fmla="*/ 188485 h 191096"/>
              <a:gd name="connsiteX24" fmla="*/ 706008 w 740699"/>
              <a:gd name="connsiteY24" fmla="*/ 183097 h 191096"/>
              <a:gd name="connsiteX25" fmla="*/ 706008 w 740699"/>
              <a:gd name="connsiteY25" fmla="*/ 59292 h 191096"/>
              <a:gd name="connsiteX26" fmla="*/ 711396 w 740699"/>
              <a:gd name="connsiteY26" fmla="*/ 53911 h 191096"/>
              <a:gd name="connsiteX27" fmla="*/ 735615 w 740699"/>
              <a:gd name="connsiteY27" fmla="*/ 53911 h 191096"/>
              <a:gd name="connsiteX28" fmla="*/ 741003 w 740699"/>
              <a:gd name="connsiteY28" fmla="*/ 59292 h 191096"/>
              <a:gd name="connsiteX29" fmla="*/ 518954 w 740699"/>
              <a:gd name="connsiteY29" fmla="*/ 158879 h 191096"/>
              <a:gd name="connsiteX30" fmla="*/ 485847 w 740699"/>
              <a:gd name="connsiteY30" fmla="*/ 121195 h 191096"/>
              <a:gd name="connsiteX31" fmla="*/ 517074 w 740699"/>
              <a:gd name="connsiteY31" fmla="*/ 83518 h 191096"/>
              <a:gd name="connsiteX32" fmla="*/ 550173 w 740699"/>
              <a:gd name="connsiteY32" fmla="*/ 121195 h 191096"/>
              <a:gd name="connsiteX33" fmla="*/ 518954 w 740699"/>
              <a:gd name="connsiteY33" fmla="*/ 158879 h 191096"/>
              <a:gd name="connsiteX34" fmla="*/ 517074 w 740699"/>
              <a:gd name="connsiteY34" fmla="*/ 51221 h 191096"/>
              <a:gd name="connsiteX35" fmla="*/ 450317 w 740699"/>
              <a:gd name="connsiteY35" fmla="*/ 121195 h 191096"/>
              <a:gd name="connsiteX36" fmla="*/ 518954 w 740699"/>
              <a:gd name="connsiteY36" fmla="*/ 191176 h 191096"/>
              <a:gd name="connsiteX37" fmla="*/ 585702 w 740699"/>
              <a:gd name="connsiteY37" fmla="*/ 121195 h 191096"/>
              <a:gd name="connsiteX38" fmla="*/ 517074 w 740699"/>
              <a:gd name="connsiteY38" fmla="*/ 51221 h 191096"/>
              <a:gd name="connsiteX39" fmla="*/ 424486 w 740699"/>
              <a:gd name="connsiteY39" fmla="*/ 101813 h 191096"/>
              <a:gd name="connsiteX40" fmla="*/ 424486 w 740699"/>
              <a:gd name="connsiteY40" fmla="*/ 183097 h 191096"/>
              <a:gd name="connsiteX41" fmla="*/ 419098 w 740699"/>
              <a:gd name="connsiteY41" fmla="*/ 188485 h 191096"/>
              <a:gd name="connsiteX42" fmla="*/ 394880 w 740699"/>
              <a:gd name="connsiteY42" fmla="*/ 188485 h 191096"/>
              <a:gd name="connsiteX43" fmla="*/ 389492 w 740699"/>
              <a:gd name="connsiteY43" fmla="*/ 183097 h 191096"/>
              <a:gd name="connsiteX44" fmla="*/ 389492 w 740699"/>
              <a:gd name="connsiteY44" fmla="*/ 106391 h 191096"/>
              <a:gd name="connsiteX45" fmla="*/ 363385 w 740699"/>
              <a:gd name="connsiteY45" fmla="*/ 83518 h 191096"/>
              <a:gd name="connsiteX46" fmla="*/ 343469 w 740699"/>
              <a:gd name="connsiteY46" fmla="*/ 85665 h 191096"/>
              <a:gd name="connsiteX47" fmla="*/ 337012 w 740699"/>
              <a:gd name="connsiteY47" fmla="*/ 92666 h 191096"/>
              <a:gd name="connsiteX48" fmla="*/ 337012 w 740699"/>
              <a:gd name="connsiteY48" fmla="*/ 183097 h 191096"/>
              <a:gd name="connsiteX49" fmla="*/ 331624 w 740699"/>
              <a:gd name="connsiteY49" fmla="*/ 188485 h 191096"/>
              <a:gd name="connsiteX50" fmla="*/ 307405 w 740699"/>
              <a:gd name="connsiteY50" fmla="*/ 188485 h 191096"/>
              <a:gd name="connsiteX51" fmla="*/ 302017 w 740699"/>
              <a:gd name="connsiteY51" fmla="*/ 183097 h 191096"/>
              <a:gd name="connsiteX52" fmla="*/ 302017 w 740699"/>
              <a:gd name="connsiteY52" fmla="*/ 71672 h 191096"/>
              <a:gd name="connsiteX53" fmla="*/ 308750 w 740699"/>
              <a:gd name="connsiteY53" fmla="*/ 60904 h 191096"/>
              <a:gd name="connsiteX54" fmla="*/ 362850 w 740699"/>
              <a:gd name="connsiteY54" fmla="*/ 51221 h 191096"/>
              <a:gd name="connsiteX55" fmla="*/ 424486 w 740699"/>
              <a:gd name="connsiteY55" fmla="*/ 101813 h 191096"/>
              <a:gd name="connsiteX56" fmla="*/ 122497 w 740699"/>
              <a:gd name="connsiteY56" fmla="*/ 167759 h 191096"/>
              <a:gd name="connsiteX57" fmla="*/ 120342 w 740699"/>
              <a:gd name="connsiteY57" fmla="*/ 183097 h 191096"/>
              <a:gd name="connsiteX58" fmla="*/ 113350 w 740699"/>
              <a:gd name="connsiteY58" fmla="*/ 188485 h 191096"/>
              <a:gd name="connsiteX59" fmla="*/ 89123 w 740699"/>
              <a:gd name="connsiteY59" fmla="*/ 188485 h 191096"/>
              <a:gd name="connsiteX60" fmla="*/ 85088 w 740699"/>
              <a:gd name="connsiteY60" fmla="*/ 184718 h 191096"/>
              <a:gd name="connsiteX61" fmla="*/ 85356 w 740699"/>
              <a:gd name="connsiteY61" fmla="*/ 183097 h 191096"/>
              <a:gd name="connsiteX62" fmla="*/ 86968 w 740699"/>
              <a:gd name="connsiteY62" fmla="*/ 173140 h 191096"/>
              <a:gd name="connsiteX63" fmla="*/ 303 w 740699"/>
              <a:gd name="connsiteY63" fmla="*/ 98589 h 191096"/>
              <a:gd name="connsiteX64" fmla="*/ 59517 w 740699"/>
              <a:gd name="connsiteY64" fmla="*/ 50144 h 191096"/>
              <a:gd name="connsiteX65" fmla="*/ 115230 w 740699"/>
              <a:gd name="connsiteY65" fmla="*/ 64404 h 191096"/>
              <a:gd name="connsiteX66" fmla="*/ 118462 w 740699"/>
              <a:gd name="connsiteY66" fmla="*/ 69792 h 191096"/>
              <a:gd name="connsiteX67" fmla="*/ 117385 w 740699"/>
              <a:gd name="connsiteY67" fmla="*/ 74362 h 191096"/>
              <a:gd name="connsiteX68" fmla="*/ 109039 w 740699"/>
              <a:gd name="connsiteY68" fmla="*/ 92131 h 191096"/>
              <a:gd name="connsiteX69" fmla="*/ 103116 w 740699"/>
              <a:gd name="connsiteY69" fmla="*/ 95899 h 191096"/>
              <a:gd name="connsiteX70" fmla="*/ 99081 w 740699"/>
              <a:gd name="connsiteY70" fmla="*/ 94821 h 191096"/>
              <a:gd name="connsiteX71" fmla="*/ 58439 w 740699"/>
              <a:gd name="connsiteY71" fmla="*/ 82708 h 191096"/>
              <a:gd name="connsiteX72" fmla="*/ 35833 w 740699"/>
              <a:gd name="connsiteY72" fmla="*/ 96166 h 191096"/>
              <a:gd name="connsiteX73" fmla="*/ 122497 w 740699"/>
              <a:gd name="connsiteY73" fmla="*/ 167759 h 191096"/>
              <a:gd name="connsiteX74" fmla="*/ 234191 w 740699"/>
              <a:gd name="connsiteY74" fmla="*/ 149189 h 191096"/>
              <a:gd name="connsiteX75" fmla="*/ 227466 w 740699"/>
              <a:gd name="connsiteY75" fmla="*/ 156456 h 191096"/>
              <a:gd name="connsiteX76" fmla="*/ 209162 w 740699"/>
              <a:gd name="connsiteY76" fmla="*/ 158879 h 191096"/>
              <a:gd name="connsiteX77" fmla="*/ 175788 w 740699"/>
              <a:gd name="connsiteY77" fmla="*/ 121195 h 191096"/>
              <a:gd name="connsiteX78" fmla="*/ 209162 w 740699"/>
              <a:gd name="connsiteY78" fmla="*/ 83518 h 191096"/>
              <a:gd name="connsiteX79" fmla="*/ 227466 w 740699"/>
              <a:gd name="connsiteY79" fmla="*/ 85941 h 191096"/>
              <a:gd name="connsiteX80" fmla="*/ 234191 w 740699"/>
              <a:gd name="connsiteY80" fmla="*/ 93201 h 191096"/>
              <a:gd name="connsiteX81" fmla="*/ 234191 w 740699"/>
              <a:gd name="connsiteY81" fmla="*/ 149189 h 191096"/>
              <a:gd name="connsiteX82" fmla="*/ 262452 w 740699"/>
              <a:gd name="connsiteY82" fmla="*/ 61179 h 191096"/>
              <a:gd name="connsiteX83" fmla="*/ 209430 w 740699"/>
              <a:gd name="connsiteY83" fmla="*/ 51221 h 191096"/>
              <a:gd name="connsiteX84" fmla="*/ 140258 w 740699"/>
              <a:gd name="connsiteY84" fmla="*/ 121195 h 191096"/>
              <a:gd name="connsiteX85" fmla="*/ 208895 w 740699"/>
              <a:gd name="connsiteY85" fmla="*/ 191176 h 191096"/>
              <a:gd name="connsiteX86" fmla="*/ 262452 w 740699"/>
              <a:gd name="connsiteY86" fmla="*/ 180407 h 191096"/>
              <a:gd name="connsiteX87" fmla="*/ 269185 w 740699"/>
              <a:gd name="connsiteY87" fmla="*/ 169639 h 191096"/>
              <a:gd name="connsiteX88" fmla="*/ 269185 w 740699"/>
              <a:gd name="connsiteY88" fmla="*/ 71940 h 191096"/>
              <a:gd name="connsiteX89" fmla="*/ 262452 w 740699"/>
              <a:gd name="connsiteY89" fmla="*/ 61179 h 191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740699" h="191096">
                <a:moveTo>
                  <a:pt x="689325" y="7347"/>
                </a:moveTo>
                <a:cubicBezTo>
                  <a:pt x="689325" y="8511"/>
                  <a:pt x="689026" y="9604"/>
                  <a:pt x="688790" y="10847"/>
                </a:cubicBezTo>
                <a:lnTo>
                  <a:pt x="686092" y="24840"/>
                </a:lnTo>
                <a:cubicBezTo>
                  <a:pt x="685558" y="28073"/>
                  <a:pt x="684213" y="29953"/>
                  <a:pt x="680980" y="29953"/>
                </a:cubicBezTo>
                <a:cubicBezTo>
                  <a:pt x="678974" y="29953"/>
                  <a:pt x="673177" y="28608"/>
                  <a:pt x="667797" y="28608"/>
                </a:cubicBezTo>
                <a:cubicBezTo>
                  <a:pt x="652993" y="28608"/>
                  <a:pt x="646528" y="36143"/>
                  <a:pt x="646528" y="50946"/>
                </a:cubicBezTo>
                <a:lnTo>
                  <a:pt x="646528" y="53911"/>
                </a:lnTo>
                <a:lnTo>
                  <a:pt x="680712" y="53911"/>
                </a:lnTo>
                <a:cubicBezTo>
                  <a:pt x="684213" y="53911"/>
                  <a:pt x="686092" y="56059"/>
                  <a:pt x="686092" y="59559"/>
                </a:cubicBezTo>
                <a:lnTo>
                  <a:pt x="686092" y="78130"/>
                </a:lnTo>
                <a:cubicBezTo>
                  <a:pt x="686092" y="81363"/>
                  <a:pt x="684213" y="83518"/>
                  <a:pt x="680712" y="83518"/>
                </a:cubicBezTo>
                <a:lnTo>
                  <a:pt x="646528" y="83518"/>
                </a:lnTo>
                <a:lnTo>
                  <a:pt x="646528" y="183097"/>
                </a:lnTo>
                <a:cubicBezTo>
                  <a:pt x="646528" y="186330"/>
                  <a:pt x="644380" y="188485"/>
                  <a:pt x="641148" y="188485"/>
                </a:cubicBezTo>
                <a:lnTo>
                  <a:pt x="617197" y="188485"/>
                </a:lnTo>
                <a:cubicBezTo>
                  <a:pt x="613964" y="188485"/>
                  <a:pt x="611809" y="186330"/>
                  <a:pt x="611809" y="183097"/>
                </a:cubicBezTo>
                <a:lnTo>
                  <a:pt x="611809" y="56602"/>
                </a:lnTo>
                <a:cubicBezTo>
                  <a:pt x="611809" y="17839"/>
                  <a:pt x="633612" y="79"/>
                  <a:pt x="666987" y="79"/>
                </a:cubicBezTo>
                <a:cubicBezTo>
                  <a:pt x="672729" y="79"/>
                  <a:pt x="678557" y="621"/>
                  <a:pt x="683945" y="1966"/>
                </a:cubicBezTo>
                <a:cubicBezTo>
                  <a:pt x="687713" y="2769"/>
                  <a:pt x="689325" y="4358"/>
                  <a:pt x="689325" y="7347"/>
                </a:cubicBezTo>
                <a:moveTo>
                  <a:pt x="741003" y="59292"/>
                </a:moveTo>
                <a:lnTo>
                  <a:pt x="741003" y="183097"/>
                </a:lnTo>
                <a:cubicBezTo>
                  <a:pt x="741003" y="186330"/>
                  <a:pt x="738848" y="188485"/>
                  <a:pt x="735615" y="188485"/>
                </a:cubicBezTo>
                <a:lnTo>
                  <a:pt x="711396" y="188485"/>
                </a:lnTo>
                <a:cubicBezTo>
                  <a:pt x="708164" y="188485"/>
                  <a:pt x="706008" y="186330"/>
                  <a:pt x="706008" y="183097"/>
                </a:cubicBezTo>
                <a:lnTo>
                  <a:pt x="706008" y="59292"/>
                </a:lnTo>
                <a:cubicBezTo>
                  <a:pt x="706008" y="56059"/>
                  <a:pt x="708164" y="53911"/>
                  <a:pt x="711396" y="53911"/>
                </a:cubicBezTo>
                <a:lnTo>
                  <a:pt x="735615" y="53911"/>
                </a:lnTo>
                <a:cubicBezTo>
                  <a:pt x="738848" y="53911"/>
                  <a:pt x="741003" y="56059"/>
                  <a:pt x="741003" y="59292"/>
                </a:cubicBezTo>
                <a:moveTo>
                  <a:pt x="518954" y="158879"/>
                </a:moveTo>
                <a:cubicBezTo>
                  <a:pt x="499038" y="158879"/>
                  <a:pt x="485847" y="145956"/>
                  <a:pt x="485847" y="121195"/>
                </a:cubicBezTo>
                <a:cubicBezTo>
                  <a:pt x="485847" y="96433"/>
                  <a:pt x="499038" y="83518"/>
                  <a:pt x="517074" y="83518"/>
                </a:cubicBezTo>
                <a:cubicBezTo>
                  <a:pt x="536990" y="83518"/>
                  <a:pt x="550173" y="96433"/>
                  <a:pt x="550173" y="121195"/>
                </a:cubicBezTo>
                <a:cubicBezTo>
                  <a:pt x="550173" y="145956"/>
                  <a:pt x="536990" y="158879"/>
                  <a:pt x="518954" y="158879"/>
                </a:cubicBezTo>
                <a:moveTo>
                  <a:pt x="517074" y="51221"/>
                </a:moveTo>
                <a:cubicBezTo>
                  <a:pt x="476699" y="51221"/>
                  <a:pt x="450317" y="80553"/>
                  <a:pt x="450317" y="121195"/>
                </a:cubicBezTo>
                <a:cubicBezTo>
                  <a:pt x="450317" y="161837"/>
                  <a:pt x="476699" y="191176"/>
                  <a:pt x="518954" y="191176"/>
                </a:cubicBezTo>
                <a:cubicBezTo>
                  <a:pt x="559328" y="191176"/>
                  <a:pt x="585702" y="161837"/>
                  <a:pt x="585702" y="121195"/>
                </a:cubicBezTo>
                <a:cubicBezTo>
                  <a:pt x="585702" y="80553"/>
                  <a:pt x="559328" y="51221"/>
                  <a:pt x="517074" y="51221"/>
                </a:cubicBezTo>
                <a:moveTo>
                  <a:pt x="424486" y="101813"/>
                </a:moveTo>
                <a:lnTo>
                  <a:pt x="424486" y="183097"/>
                </a:lnTo>
                <a:cubicBezTo>
                  <a:pt x="424486" y="186330"/>
                  <a:pt x="422331" y="188485"/>
                  <a:pt x="419098" y="188485"/>
                </a:cubicBezTo>
                <a:lnTo>
                  <a:pt x="394880" y="188485"/>
                </a:lnTo>
                <a:cubicBezTo>
                  <a:pt x="391647" y="188485"/>
                  <a:pt x="389492" y="186330"/>
                  <a:pt x="389492" y="183097"/>
                </a:cubicBezTo>
                <a:lnTo>
                  <a:pt x="389492" y="106391"/>
                </a:lnTo>
                <a:cubicBezTo>
                  <a:pt x="389492" y="90243"/>
                  <a:pt x="377921" y="83518"/>
                  <a:pt x="363385" y="83518"/>
                </a:cubicBezTo>
                <a:cubicBezTo>
                  <a:pt x="355040" y="83518"/>
                  <a:pt x="350470" y="84053"/>
                  <a:pt x="343469" y="85665"/>
                </a:cubicBezTo>
                <a:cubicBezTo>
                  <a:pt x="339159" y="86743"/>
                  <a:pt x="337012" y="88631"/>
                  <a:pt x="337012" y="92666"/>
                </a:cubicBezTo>
                <a:lnTo>
                  <a:pt x="337012" y="183097"/>
                </a:lnTo>
                <a:cubicBezTo>
                  <a:pt x="337012" y="186330"/>
                  <a:pt x="334856" y="188485"/>
                  <a:pt x="331624" y="188485"/>
                </a:cubicBezTo>
                <a:lnTo>
                  <a:pt x="307405" y="188485"/>
                </a:lnTo>
                <a:cubicBezTo>
                  <a:pt x="304172" y="188485"/>
                  <a:pt x="302017" y="186330"/>
                  <a:pt x="302017" y="183097"/>
                </a:cubicBezTo>
                <a:lnTo>
                  <a:pt x="302017" y="71672"/>
                </a:lnTo>
                <a:cubicBezTo>
                  <a:pt x="302017" y="65482"/>
                  <a:pt x="304982" y="62249"/>
                  <a:pt x="308750" y="60904"/>
                </a:cubicBezTo>
                <a:cubicBezTo>
                  <a:pt x="328399" y="53911"/>
                  <a:pt x="346970" y="51221"/>
                  <a:pt x="362850" y="51221"/>
                </a:cubicBezTo>
                <a:cubicBezTo>
                  <a:pt x="404295" y="51221"/>
                  <a:pt x="424486" y="68982"/>
                  <a:pt x="424486" y="101813"/>
                </a:cubicBezTo>
                <a:moveTo>
                  <a:pt x="122497" y="167759"/>
                </a:moveTo>
                <a:cubicBezTo>
                  <a:pt x="122497" y="172337"/>
                  <a:pt x="121963" y="178528"/>
                  <a:pt x="120342" y="183097"/>
                </a:cubicBezTo>
                <a:cubicBezTo>
                  <a:pt x="118997" y="187140"/>
                  <a:pt x="117385" y="188485"/>
                  <a:pt x="113350" y="188485"/>
                </a:cubicBezTo>
                <a:lnTo>
                  <a:pt x="89123" y="188485"/>
                </a:lnTo>
                <a:cubicBezTo>
                  <a:pt x="86433" y="188485"/>
                  <a:pt x="85088" y="186865"/>
                  <a:pt x="85088" y="184718"/>
                </a:cubicBezTo>
                <a:cubicBezTo>
                  <a:pt x="85088" y="184175"/>
                  <a:pt x="85088" y="183640"/>
                  <a:pt x="85356" y="183097"/>
                </a:cubicBezTo>
                <a:cubicBezTo>
                  <a:pt x="86433" y="179597"/>
                  <a:pt x="86968" y="177175"/>
                  <a:pt x="86968" y="173140"/>
                </a:cubicBezTo>
                <a:cubicBezTo>
                  <a:pt x="86968" y="133559"/>
                  <a:pt x="303" y="155646"/>
                  <a:pt x="303" y="98589"/>
                </a:cubicBezTo>
                <a:cubicBezTo>
                  <a:pt x="303" y="69517"/>
                  <a:pt x="23452" y="50144"/>
                  <a:pt x="59517" y="50144"/>
                </a:cubicBezTo>
                <a:cubicBezTo>
                  <a:pt x="78623" y="50144"/>
                  <a:pt x="98546" y="54714"/>
                  <a:pt x="115230" y="64404"/>
                </a:cubicBezTo>
                <a:cubicBezTo>
                  <a:pt x="117393" y="65490"/>
                  <a:pt x="118462" y="67637"/>
                  <a:pt x="118462" y="69792"/>
                </a:cubicBezTo>
                <a:cubicBezTo>
                  <a:pt x="118462" y="71137"/>
                  <a:pt x="118164" y="72710"/>
                  <a:pt x="117385" y="74362"/>
                </a:cubicBezTo>
                <a:lnTo>
                  <a:pt x="109039" y="92131"/>
                </a:lnTo>
                <a:cubicBezTo>
                  <a:pt x="107962" y="94553"/>
                  <a:pt x="105539" y="95899"/>
                  <a:pt x="103116" y="95899"/>
                </a:cubicBezTo>
                <a:cubicBezTo>
                  <a:pt x="101771" y="95899"/>
                  <a:pt x="100426" y="95623"/>
                  <a:pt x="99081" y="94821"/>
                </a:cubicBezTo>
                <a:cubicBezTo>
                  <a:pt x="85356" y="87286"/>
                  <a:pt x="72165" y="82708"/>
                  <a:pt x="58439" y="82708"/>
                </a:cubicBezTo>
                <a:cubicBezTo>
                  <a:pt x="44179" y="82708"/>
                  <a:pt x="35833" y="87923"/>
                  <a:pt x="35833" y="96166"/>
                </a:cubicBezTo>
                <a:cubicBezTo>
                  <a:pt x="35833" y="121368"/>
                  <a:pt x="122497" y="106659"/>
                  <a:pt x="122497" y="167759"/>
                </a:cubicBezTo>
                <a:moveTo>
                  <a:pt x="234191" y="149189"/>
                </a:moveTo>
                <a:cubicBezTo>
                  <a:pt x="234191" y="153224"/>
                  <a:pt x="232043" y="155111"/>
                  <a:pt x="227466" y="156456"/>
                </a:cubicBezTo>
                <a:cubicBezTo>
                  <a:pt x="221543" y="158069"/>
                  <a:pt x="216430" y="158879"/>
                  <a:pt x="209162" y="158879"/>
                </a:cubicBezTo>
                <a:cubicBezTo>
                  <a:pt x="191936" y="158879"/>
                  <a:pt x="175788" y="148646"/>
                  <a:pt x="175788" y="121195"/>
                </a:cubicBezTo>
                <a:cubicBezTo>
                  <a:pt x="175788" y="93743"/>
                  <a:pt x="191936" y="83518"/>
                  <a:pt x="209162" y="83518"/>
                </a:cubicBezTo>
                <a:cubicBezTo>
                  <a:pt x="216430" y="83518"/>
                  <a:pt x="221543" y="84320"/>
                  <a:pt x="227466" y="85941"/>
                </a:cubicBezTo>
                <a:cubicBezTo>
                  <a:pt x="232043" y="87286"/>
                  <a:pt x="234191" y="89165"/>
                  <a:pt x="234191" y="93201"/>
                </a:cubicBezTo>
                <a:lnTo>
                  <a:pt x="234191" y="149189"/>
                </a:lnTo>
                <a:close/>
                <a:moveTo>
                  <a:pt x="262452" y="61179"/>
                </a:moveTo>
                <a:cubicBezTo>
                  <a:pt x="244692" y="54446"/>
                  <a:pt x="228000" y="51221"/>
                  <a:pt x="209430" y="51221"/>
                </a:cubicBezTo>
                <a:cubicBezTo>
                  <a:pt x="168795" y="51221"/>
                  <a:pt x="140258" y="78405"/>
                  <a:pt x="140258" y="121195"/>
                </a:cubicBezTo>
                <a:cubicBezTo>
                  <a:pt x="140258" y="164527"/>
                  <a:pt x="165020" y="191176"/>
                  <a:pt x="208895" y="191176"/>
                </a:cubicBezTo>
                <a:cubicBezTo>
                  <a:pt x="226655" y="191176"/>
                  <a:pt x="243881" y="188210"/>
                  <a:pt x="262452" y="180407"/>
                </a:cubicBezTo>
                <a:cubicBezTo>
                  <a:pt x="266763" y="178528"/>
                  <a:pt x="269185" y="175562"/>
                  <a:pt x="269185" y="169639"/>
                </a:cubicBezTo>
                <a:lnTo>
                  <a:pt x="269185" y="71940"/>
                </a:lnTo>
                <a:cubicBezTo>
                  <a:pt x="269185" y="65749"/>
                  <a:pt x="266763" y="62792"/>
                  <a:pt x="262452" y="61179"/>
                </a:cubicBezTo>
              </a:path>
            </a:pathLst>
          </a:custGeom>
          <a:solidFill>
            <a:schemeClr val="bg1"/>
          </a:solidFill>
          <a:ln w="7833" cap="flat">
            <a:noFill/>
            <a:prstDash val="solid"/>
            <a:round/>
          </a:ln>
        </p:spPr>
        <p:txBody>
          <a:bodyPr rtlCol="0" anchor="ctr"/>
          <a:lstStyle/>
          <a:p>
            <a:endParaRPr lang="en-US" sz="2400" noProof="0"/>
          </a:p>
        </p:txBody>
      </p:sp>
      <p:grpSp>
        <p:nvGrpSpPr>
          <p:cNvPr id="21" name="Graphique 7">
            <a:extLst>
              <a:ext uri="{FF2B5EF4-FFF2-40B4-BE49-F238E27FC236}">
                <a16:creationId xmlns:a16="http://schemas.microsoft.com/office/drawing/2014/main" id="{CCF15C7E-6A99-4286-A9D8-5CFB7F6C2F2D}"/>
              </a:ext>
            </a:extLst>
          </p:cNvPr>
          <p:cNvGrpSpPr>
            <a:grpSpLocks noChangeAspect="1"/>
          </p:cNvGrpSpPr>
          <p:nvPr userDrawn="1"/>
        </p:nvGrpSpPr>
        <p:grpSpPr>
          <a:xfrm>
            <a:off x="5560063" y="6013890"/>
            <a:ext cx="1071853" cy="275084"/>
            <a:chOff x="4768103" y="-471733"/>
            <a:chExt cx="744723" cy="191124"/>
          </a:xfrm>
          <a:solidFill>
            <a:schemeClr val="bg1"/>
          </a:solidFill>
        </p:grpSpPr>
        <p:sp>
          <p:nvSpPr>
            <p:cNvPr id="22" name="Forme libre : forme 9">
              <a:extLst>
                <a:ext uri="{FF2B5EF4-FFF2-40B4-BE49-F238E27FC236}">
                  <a16:creationId xmlns:a16="http://schemas.microsoft.com/office/drawing/2014/main" id="{6694094C-70CE-4AC8-A396-70F4CAC44E42}"/>
                </a:ext>
              </a:extLst>
            </p:cNvPr>
            <p:cNvSpPr/>
            <p:nvPr userDrawn="1"/>
          </p:nvSpPr>
          <p:spPr>
            <a:xfrm>
              <a:off x="4770087" y="-471716"/>
              <a:ext cx="740699" cy="191096"/>
            </a:xfrm>
            <a:custGeom>
              <a:avLst/>
              <a:gdLst>
                <a:gd name="connsiteX0" fmla="*/ 689325 w 740699"/>
                <a:gd name="connsiteY0" fmla="*/ 7347 h 191096"/>
                <a:gd name="connsiteX1" fmla="*/ 688790 w 740699"/>
                <a:gd name="connsiteY1" fmla="*/ 10847 h 191096"/>
                <a:gd name="connsiteX2" fmla="*/ 686092 w 740699"/>
                <a:gd name="connsiteY2" fmla="*/ 24840 h 191096"/>
                <a:gd name="connsiteX3" fmla="*/ 680980 w 740699"/>
                <a:gd name="connsiteY3" fmla="*/ 29953 h 191096"/>
                <a:gd name="connsiteX4" fmla="*/ 667797 w 740699"/>
                <a:gd name="connsiteY4" fmla="*/ 28608 h 191096"/>
                <a:gd name="connsiteX5" fmla="*/ 646528 w 740699"/>
                <a:gd name="connsiteY5" fmla="*/ 50946 h 191096"/>
                <a:gd name="connsiteX6" fmla="*/ 646528 w 740699"/>
                <a:gd name="connsiteY6" fmla="*/ 53911 h 191096"/>
                <a:gd name="connsiteX7" fmla="*/ 680712 w 740699"/>
                <a:gd name="connsiteY7" fmla="*/ 53911 h 191096"/>
                <a:gd name="connsiteX8" fmla="*/ 686092 w 740699"/>
                <a:gd name="connsiteY8" fmla="*/ 59559 h 191096"/>
                <a:gd name="connsiteX9" fmla="*/ 686092 w 740699"/>
                <a:gd name="connsiteY9" fmla="*/ 78130 h 191096"/>
                <a:gd name="connsiteX10" fmla="*/ 680712 w 740699"/>
                <a:gd name="connsiteY10" fmla="*/ 83518 h 191096"/>
                <a:gd name="connsiteX11" fmla="*/ 646528 w 740699"/>
                <a:gd name="connsiteY11" fmla="*/ 83518 h 191096"/>
                <a:gd name="connsiteX12" fmla="*/ 646528 w 740699"/>
                <a:gd name="connsiteY12" fmla="*/ 183097 h 191096"/>
                <a:gd name="connsiteX13" fmla="*/ 641148 w 740699"/>
                <a:gd name="connsiteY13" fmla="*/ 188485 h 191096"/>
                <a:gd name="connsiteX14" fmla="*/ 617197 w 740699"/>
                <a:gd name="connsiteY14" fmla="*/ 188485 h 191096"/>
                <a:gd name="connsiteX15" fmla="*/ 611809 w 740699"/>
                <a:gd name="connsiteY15" fmla="*/ 183097 h 191096"/>
                <a:gd name="connsiteX16" fmla="*/ 611809 w 740699"/>
                <a:gd name="connsiteY16" fmla="*/ 56602 h 191096"/>
                <a:gd name="connsiteX17" fmla="*/ 666987 w 740699"/>
                <a:gd name="connsiteY17" fmla="*/ 79 h 191096"/>
                <a:gd name="connsiteX18" fmla="*/ 683945 w 740699"/>
                <a:gd name="connsiteY18" fmla="*/ 1966 h 191096"/>
                <a:gd name="connsiteX19" fmla="*/ 689325 w 740699"/>
                <a:gd name="connsiteY19" fmla="*/ 7347 h 191096"/>
                <a:gd name="connsiteX20" fmla="*/ 741003 w 740699"/>
                <a:gd name="connsiteY20" fmla="*/ 59292 h 191096"/>
                <a:gd name="connsiteX21" fmla="*/ 741003 w 740699"/>
                <a:gd name="connsiteY21" fmla="*/ 183097 h 191096"/>
                <a:gd name="connsiteX22" fmla="*/ 735615 w 740699"/>
                <a:gd name="connsiteY22" fmla="*/ 188485 h 191096"/>
                <a:gd name="connsiteX23" fmla="*/ 711396 w 740699"/>
                <a:gd name="connsiteY23" fmla="*/ 188485 h 191096"/>
                <a:gd name="connsiteX24" fmla="*/ 706008 w 740699"/>
                <a:gd name="connsiteY24" fmla="*/ 183097 h 191096"/>
                <a:gd name="connsiteX25" fmla="*/ 706008 w 740699"/>
                <a:gd name="connsiteY25" fmla="*/ 59292 h 191096"/>
                <a:gd name="connsiteX26" fmla="*/ 711396 w 740699"/>
                <a:gd name="connsiteY26" fmla="*/ 53911 h 191096"/>
                <a:gd name="connsiteX27" fmla="*/ 735615 w 740699"/>
                <a:gd name="connsiteY27" fmla="*/ 53911 h 191096"/>
                <a:gd name="connsiteX28" fmla="*/ 741003 w 740699"/>
                <a:gd name="connsiteY28" fmla="*/ 59292 h 191096"/>
                <a:gd name="connsiteX29" fmla="*/ 518954 w 740699"/>
                <a:gd name="connsiteY29" fmla="*/ 158879 h 191096"/>
                <a:gd name="connsiteX30" fmla="*/ 485847 w 740699"/>
                <a:gd name="connsiteY30" fmla="*/ 121195 h 191096"/>
                <a:gd name="connsiteX31" fmla="*/ 517074 w 740699"/>
                <a:gd name="connsiteY31" fmla="*/ 83518 h 191096"/>
                <a:gd name="connsiteX32" fmla="*/ 550173 w 740699"/>
                <a:gd name="connsiteY32" fmla="*/ 121195 h 191096"/>
                <a:gd name="connsiteX33" fmla="*/ 518954 w 740699"/>
                <a:gd name="connsiteY33" fmla="*/ 158879 h 191096"/>
                <a:gd name="connsiteX34" fmla="*/ 517074 w 740699"/>
                <a:gd name="connsiteY34" fmla="*/ 51221 h 191096"/>
                <a:gd name="connsiteX35" fmla="*/ 450317 w 740699"/>
                <a:gd name="connsiteY35" fmla="*/ 121195 h 191096"/>
                <a:gd name="connsiteX36" fmla="*/ 518954 w 740699"/>
                <a:gd name="connsiteY36" fmla="*/ 191176 h 191096"/>
                <a:gd name="connsiteX37" fmla="*/ 585702 w 740699"/>
                <a:gd name="connsiteY37" fmla="*/ 121195 h 191096"/>
                <a:gd name="connsiteX38" fmla="*/ 517074 w 740699"/>
                <a:gd name="connsiteY38" fmla="*/ 51221 h 191096"/>
                <a:gd name="connsiteX39" fmla="*/ 424486 w 740699"/>
                <a:gd name="connsiteY39" fmla="*/ 101813 h 191096"/>
                <a:gd name="connsiteX40" fmla="*/ 424486 w 740699"/>
                <a:gd name="connsiteY40" fmla="*/ 183097 h 191096"/>
                <a:gd name="connsiteX41" fmla="*/ 419098 w 740699"/>
                <a:gd name="connsiteY41" fmla="*/ 188485 h 191096"/>
                <a:gd name="connsiteX42" fmla="*/ 394880 w 740699"/>
                <a:gd name="connsiteY42" fmla="*/ 188485 h 191096"/>
                <a:gd name="connsiteX43" fmla="*/ 389492 w 740699"/>
                <a:gd name="connsiteY43" fmla="*/ 183097 h 191096"/>
                <a:gd name="connsiteX44" fmla="*/ 389492 w 740699"/>
                <a:gd name="connsiteY44" fmla="*/ 106391 h 191096"/>
                <a:gd name="connsiteX45" fmla="*/ 363385 w 740699"/>
                <a:gd name="connsiteY45" fmla="*/ 83518 h 191096"/>
                <a:gd name="connsiteX46" fmla="*/ 343469 w 740699"/>
                <a:gd name="connsiteY46" fmla="*/ 85665 h 191096"/>
                <a:gd name="connsiteX47" fmla="*/ 337012 w 740699"/>
                <a:gd name="connsiteY47" fmla="*/ 92666 h 191096"/>
                <a:gd name="connsiteX48" fmla="*/ 337012 w 740699"/>
                <a:gd name="connsiteY48" fmla="*/ 183097 h 191096"/>
                <a:gd name="connsiteX49" fmla="*/ 331624 w 740699"/>
                <a:gd name="connsiteY49" fmla="*/ 188485 h 191096"/>
                <a:gd name="connsiteX50" fmla="*/ 307405 w 740699"/>
                <a:gd name="connsiteY50" fmla="*/ 188485 h 191096"/>
                <a:gd name="connsiteX51" fmla="*/ 302017 w 740699"/>
                <a:gd name="connsiteY51" fmla="*/ 183097 h 191096"/>
                <a:gd name="connsiteX52" fmla="*/ 302017 w 740699"/>
                <a:gd name="connsiteY52" fmla="*/ 71672 h 191096"/>
                <a:gd name="connsiteX53" fmla="*/ 308750 w 740699"/>
                <a:gd name="connsiteY53" fmla="*/ 60904 h 191096"/>
                <a:gd name="connsiteX54" fmla="*/ 362850 w 740699"/>
                <a:gd name="connsiteY54" fmla="*/ 51221 h 191096"/>
                <a:gd name="connsiteX55" fmla="*/ 424486 w 740699"/>
                <a:gd name="connsiteY55" fmla="*/ 101813 h 191096"/>
                <a:gd name="connsiteX56" fmla="*/ 122497 w 740699"/>
                <a:gd name="connsiteY56" fmla="*/ 167759 h 191096"/>
                <a:gd name="connsiteX57" fmla="*/ 120342 w 740699"/>
                <a:gd name="connsiteY57" fmla="*/ 183097 h 191096"/>
                <a:gd name="connsiteX58" fmla="*/ 113350 w 740699"/>
                <a:gd name="connsiteY58" fmla="*/ 188485 h 191096"/>
                <a:gd name="connsiteX59" fmla="*/ 89123 w 740699"/>
                <a:gd name="connsiteY59" fmla="*/ 188485 h 191096"/>
                <a:gd name="connsiteX60" fmla="*/ 85088 w 740699"/>
                <a:gd name="connsiteY60" fmla="*/ 184718 h 191096"/>
                <a:gd name="connsiteX61" fmla="*/ 85356 w 740699"/>
                <a:gd name="connsiteY61" fmla="*/ 183097 h 191096"/>
                <a:gd name="connsiteX62" fmla="*/ 86968 w 740699"/>
                <a:gd name="connsiteY62" fmla="*/ 173140 h 191096"/>
                <a:gd name="connsiteX63" fmla="*/ 303 w 740699"/>
                <a:gd name="connsiteY63" fmla="*/ 98589 h 191096"/>
                <a:gd name="connsiteX64" fmla="*/ 59517 w 740699"/>
                <a:gd name="connsiteY64" fmla="*/ 50144 h 191096"/>
                <a:gd name="connsiteX65" fmla="*/ 115230 w 740699"/>
                <a:gd name="connsiteY65" fmla="*/ 64404 h 191096"/>
                <a:gd name="connsiteX66" fmla="*/ 118462 w 740699"/>
                <a:gd name="connsiteY66" fmla="*/ 69792 h 191096"/>
                <a:gd name="connsiteX67" fmla="*/ 117385 w 740699"/>
                <a:gd name="connsiteY67" fmla="*/ 74362 h 191096"/>
                <a:gd name="connsiteX68" fmla="*/ 109039 w 740699"/>
                <a:gd name="connsiteY68" fmla="*/ 92131 h 191096"/>
                <a:gd name="connsiteX69" fmla="*/ 103116 w 740699"/>
                <a:gd name="connsiteY69" fmla="*/ 95899 h 191096"/>
                <a:gd name="connsiteX70" fmla="*/ 99081 w 740699"/>
                <a:gd name="connsiteY70" fmla="*/ 94821 h 191096"/>
                <a:gd name="connsiteX71" fmla="*/ 58439 w 740699"/>
                <a:gd name="connsiteY71" fmla="*/ 82708 h 191096"/>
                <a:gd name="connsiteX72" fmla="*/ 35833 w 740699"/>
                <a:gd name="connsiteY72" fmla="*/ 96166 h 191096"/>
                <a:gd name="connsiteX73" fmla="*/ 122497 w 740699"/>
                <a:gd name="connsiteY73" fmla="*/ 167759 h 191096"/>
                <a:gd name="connsiteX74" fmla="*/ 234191 w 740699"/>
                <a:gd name="connsiteY74" fmla="*/ 149189 h 191096"/>
                <a:gd name="connsiteX75" fmla="*/ 227466 w 740699"/>
                <a:gd name="connsiteY75" fmla="*/ 156456 h 191096"/>
                <a:gd name="connsiteX76" fmla="*/ 209162 w 740699"/>
                <a:gd name="connsiteY76" fmla="*/ 158879 h 191096"/>
                <a:gd name="connsiteX77" fmla="*/ 175788 w 740699"/>
                <a:gd name="connsiteY77" fmla="*/ 121195 h 191096"/>
                <a:gd name="connsiteX78" fmla="*/ 209162 w 740699"/>
                <a:gd name="connsiteY78" fmla="*/ 83518 h 191096"/>
                <a:gd name="connsiteX79" fmla="*/ 227466 w 740699"/>
                <a:gd name="connsiteY79" fmla="*/ 85941 h 191096"/>
                <a:gd name="connsiteX80" fmla="*/ 234191 w 740699"/>
                <a:gd name="connsiteY80" fmla="*/ 93201 h 191096"/>
                <a:gd name="connsiteX81" fmla="*/ 234191 w 740699"/>
                <a:gd name="connsiteY81" fmla="*/ 149189 h 191096"/>
                <a:gd name="connsiteX82" fmla="*/ 262452 w 740699"/>
                <a:gd name="connsiteY82" fmla="*/ 61179 h 191096"/>
                <a:gd name="connsiteX83" fmla="*/ 209430 w 740699"/>
                <a:gd name="connsiteY83" fmla="*/ 51221 h 191096"/>
                <a:gd name="connsiteX84" fmla="*/ 140258 w 740699"/>
                <a:gd name="connsiteY84" fmla="*/ 121195 h 191096"/>
                <a:gd name="connsiteX85" fmla="*/ 208895 w 740699"/>
                <a:gd name="connsiteY85" fmla="*/ 191176 h 191096"/>
                <a:gd name="connsiteX86" fmla="*/ 262452 w 740699"/>
                <a:gd name="connsiteY86" fmla="*/ 180407 h 191096"/>
                <a:gd name="connsiteX87" fmla="*/ 269185 w 740699"/>
                <a:gd name="connsiteY87" fmla="*/ 169639 h 191096"/>
                <a:gd name="connsiteX88" fmla="*/ 269185 w 740699"/>
                <a:gd name="connsiteY88" fmla="*/ 71940 h 191096"/>
                <a:gd name="connsiteX89" fmla="*/ 262452 w 740699"/>
                <a:gd name="connsiteY89" fmla="*/ 61179 h 191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740699" h="191096">
                  <a:moveTo>
                    <a:pt x="689325" y="7347"/>
                  </a:moveTo>
                  <a:cubicBezTo>
                    <a:pt x="689325" y="8511"/>
                    <a:pt x="689026" y="9604"/>
                    <a:pt x="688790" y="10847"/>
                  </a:cubicBezTo>
                  <a:lnTo>
                    <a:pt x="686092" y="24840"/>
                  </a:lnTo>
                  <a:cubicBezTo>
                    <a:pt x="685558" y="28073"/>
                    <a:pt x="684213" y="29953"/>
                    <a:pt x="680980" y="29953"/>
                  </a:cubicBezTo>
                  <a:cubicBezTo>
                    <a:pt x="678974" y="29953"/>
                    <a:pt x="673177" y="28608"/>
                    <a:pt x="667797" y="28608"/>
                  </a:cubicBezTo>
                  <a:cubicBezTo>
                    <a:pt x="652993" y="28608"/>
                    <a:pt x="646528" y="36143"/>
                    <a:pt x="646528" y="50946"/>
                  </a:cubicBezTo>
                  <a:lnTo>
                    <a:pt x="646528" y="53911"/>
                  </a:lnTo>
                  <a:lnTo>
                    <a:pt x="680712" y="53911"/>
                  </a:lnTo>
                  <a:cubicBezTo>
                    <a:pt x="684213" y="53911"/>
                    <a:pt x="686092" y="56059"/>
                    <a:pt x="686092" y="59559"/>
                  </a:cubicBezTo>
                  <a:lnTo>
                    <a:pt x="686092" y="78130"/>
                  </a:lnTo>
                  <a:cubicBezTo>
                    <a:pt x="686092" y="81363"/>
                    <a:pt x="684213" y="83518"/>
                    <a:pt x="680712" y="83518"/>
                  </a:cubicBezTo>
                  <a:lnTo>
                    <a:pt x="646528" y="83518"/>
                  </a:lnTo>
                  <a:lnTo>
                    <a:pt x="646528" y="183097"/>
                  </a:lnTo>
                  <a:cubicBezTo>
                    <a:pt x="646528" y="186330"/>
                    <a:pt x="644380" y="188485"/>
                    <a:pt x="641148" y="188485"/>
                  </a:cubicBezTo>
                  <a:lnTo>
                    <a:pt x="617197" y="188485"/>
                  </a:lnTo>
                  <a:cubicBezTo>
                    <a:pt x="613964" y="188485"/>
                    <a:pt x="611809" y="186330"/>
                    <a:pt x="611809" y="183097"/>
                  </a:cubicBezTo>
                  <a:lnTo>
                    <a:pt x="611809" y="56602"/>
                  </a:lnTo>
                  <a:cubicBezTo>
                    <a:pt x="611809" y="17839"/>
                    <a:pt x="633612" y="79"/>
                    <a:pt x="666987" y="79"/>
                  </a:cubicBezTo>
                  <a:cubicBezTo>
                    <a:pt x="672729" y="79"/>
                    <a:pt x="678557" y="621"/>
                    <a:pt x="683945" y="1966"/>
                  </a:cubicBezTo>
                  <a:cubicBezTo>
                    <a:pt x="687713" y="2769"/>
                    <a:pt x="689325" y="4358"/>
                    <a:pt x="689325" y="7347"/>
                  </a:cubicBezTo>
                  <a:moveTo>
                    <a:pt x="741003" y="59292"/>
                  </a:moveTo>
                  <a:lnTo>
                    <a:pt x="741003" y="183097"/>
                  </a:lnTo>
                  <a:cubicBezTo>
                    <a:pt x="741003" y="186330"/>
                    <a:pt x="738848" y="188485"/>
                    <a:pt x="735615" y="188485"/>
                  </a:cubicBezTo>
                  <a:lnTo>
                    <a:pt x="711396" y="188485"/>
                  </a:lnTo>
                  <a:cubicBezTo>
                    <a:pt x="708164" y="188485"/>
                    <a:pt x="706008" y="186330"/>
                    <a:pt x="706008" y="183097"/>
                  </a:cubicBezTo>
                  <a:lnTo>
                    <a:pt x="706008" y="59292"/>
                  </a:lnTo>
                  <a:cubicBezTo>
                    <a:pt x="706008" y="56059"/>
                    <a:pt x="708164" y="53911"/>
                    <a:pt x="711396" y="53911"/>
                  </a:cubicBezTo>
                  <a:lnTo>
                    <a:pt x="735615" y="53911"/>
                  </a:lnTo>
                  <a:cubicBezTo>
                    <a:pt x="738848" y="53911"/>
                    <a:pt x="741003" y="56059"/>
                    <a:pt x="741003" y="59292"/>
                  </a:cubicBezTo>
                  <a:moveTo>
                    <a:pt x="518954" y="158879"/>
                  </a:moveTo>
                  <a:cubicBezTo>
                    <a:pt x="499038" y="158879"/>
                    <a:pt x="485847" y="145956"/>
                    <a:pt x="485847" y="121195"/>
                  </a:cubicBezTo>
                  <a:cubicBezTo>
                    <a:pt x="485847" y="96433"/>
                    <a:pt x="499038" y="83518"/>
                    <a:pt x="517074" y="83518"/>
                  </a:cubicBezTo>
                  <a:cubicBezTo>
                    <a:pt x="536990" y="83518"/>
                    <a:pt x="550173" y="96433"/>
                    <a:pt x="550173" y="121195"/>
                  </a:cubicBezTo>
                  <a:cubicBezTo>
                    <a:pt x="550173" y="145956"/>
                    <a:pt x="536990" y="158879"/>
                    <a:pt x="518954" y="158879"/>
                  </a:cubicBezTo>
                  <a:moveTo>
                    <a:pt x="517074" y="51221"/>
                  </a:moveTo>
                  <a:cubicBezTo>
                    <a:pt x="476699" y="51221"/>
                    <a:pt x="450317" y="80553"/>
                    <a:pt x="450317" y="121195"/>
                  </a:cubicBezTo>
                  <a:cubicBezTo>
                    <a:pt x="450317" y="161837"/>
                    <a:pt x="476699" y="191176"/>
                    <a:pt x="518954" y="191176"/>
                  </a:cubicBezTo>
                  <a:cubicBezTo>
                    <a:pt x="559328" y="191176"/>
                    <a:pt x="585702" y="161837"/>
                    <a:pt x="585702" y="121195"/>
                  </a:cubicBezTo>
                  <a:cubicBezTo>
                    <a:pt x="585702" y="80553"/>
                    <a:pt x="559328" y="51221"/>
                    <a:pt x="517074" y="51221"/>
                  </a:cubicBezTo>
                  <a:moveTo>
                    <a:pt x="424486" y="101813"/>
                  </a:moveTo>
                  <a:lnTo>
                    <a:pt x="424486" y="183097"/>
                  </a:lnTo>
                  <a:cubicBezTo>
                    <a:pt x="424486" y="186330"/>
                    <a:pt x="422331" y="188485"/>
                    <a:pt x="419098" y="188485"/>
                  </a:cubicBezTo>
                  <a:lnTo>
                    <a:pt x="394880" y="188485"/>
                  </a:lnTo>
                  <a:cubicBezTo>
                    <a:pt x="391647" y="188485"/>
                    <a:pt x="389492" y="186330"/>
                    <a:pt x="389492" y="183097"/>
                  </a:cubicBezTo>
                  <a:lnTo>
                    <a:pt x="389492" y="106391"/>
                  </a:lnTo>
                  <a:cubicBezTo>
                    <a:pt x="389492" y="90243"/>
                    <a:pt x="377921" y="83518"/>
                    <a:pt x="363385" y="83518"/>
                  </a:cubicBezTo>
                  <a:cubicBezTo>
                    <a:pt x="355040" y="83518"/>
                    <a:pt x="350470" y="84053"/>
                    <a:pt x="343469" y="85665"/>
                  </a:cubicBezTo>
                  <a:cubicBezTo>
                    <a:pt x="339159" y="86743"/>
                    <a:pt x="337012" y="88631"/>
                    <a:pt x="337012" y="92666"/>
                  </a:cubicBezTo>
                  <a:lnTo>
                    <a:pt x="337012" y="183097"/>
                  </a:lnTo>
                  <a:cubicBezTo>
                    <a:pt x="337012" y="186330"/>
                    <a:pt x="334856" y="188485"/>
                    <a:pt x="331624" y="188485"/>
                  </a:cubicBezTo>
                  <a:lnTo>
                    <a:pt x="307405" y="188485"/>
                  </a:lnTo>
                  <a:cubicBezTo>
                    <a:pt x="304172" y="188485"/>
                    <a:pt x="302017" y="186330"/>
                    <a:pt x="302017" y="183097"/>
                  </a:cubicBezTo>
                  <a:lnTo>
                    <a:pt x="302017" y="71672"/>
                  </a:lnTo>
                  <a:cubicBezTo>
                    <a:pt x="302017" y="65482"/>
                    <a:pt x="304982" y="62249"/>
                    <a:pt x="308750" y="60904"/>
                  </a:cubicBezTo>
                  <a:cubicBezTo>
                    <a:pt x="328399" y="53911"/>
                    <a:pt x="346970" y="51221"/>
                    <a:pt x="362850" y="51221"/>
                  </a:cubicBezTo>
                  <a:cubicBezTo>
                    <a:pt x="404295" y="51221"/>
                    <a:pt x="424486" y="68982"/>
                    <a:pt x="424486" y="101813"/>
                  </a:cubicBezTo>
                  <a:moveTo>
                    <a:pt x="122497" y="167759"/>
                  </a:moveTo>
                  <a:cubicBezTo>
                    <a:pt x="122497" y="172337"/>
                    <a:pt x="121963" y="178528"/>
                    <a:pt x="120342" y="183097"/>
                  </a:cubicBezTo>
                  <a:cubicBezTo>
                    <a:pt x="118997" y="187140"/>
                    <a:pt x="117385" y="188485"/>
                    <a:pt x="113350" y="188485"/>
                  </a:cubicBezTo>
                  <a:lnTo>
                    <a:pt x="89123" y="188485"/>
                  </a:lnTo>
                  <a:cubicBezTo>
                    <a:pt x="86433" y="188485"/>
                    <a:pt x="85088" y="186865"/>
                    <a:pt x="85088" y="184718"/>
                  </a:cubicBezTo>
                  <a:cubicBezTo>
                    <a:pt x="85088" y="184175"/>
                    <a:pt x="85088" y="183640"/>
                    <a:pt x="85356" y="183097"/>
                  </a:cubicBezTo>
                  <a:cubicBezTo>
                    <a:pt x="86433" y="179597"/>
                    <a:pt x="86968" y="177175"/>
                    <a:pt x="86968" y="173140"/>
                  </a:cubicBezTo>
                  <a:cubicBezTo>
                    <a:pt x="86968" y="133559"/>
                    <a:pt x="303" y="155646"/>
                    <a:pt x="303" y="98589"/>
                  </a:cubicBezTo>
                  <a:cubicBezTo>
                    <a:pt x="303" y="69517"/>
                    <a:pt x="23452" y="50144"/>
                    <a:pt x="59517" y="50144"/>
                  </a:cubicBezTo>
                  <a:cubicBezTo>
                    <a:pt x="78623" y="50144"/>
                    <a:pt x="98546" y="54714"/>
                    <a:pt x="115230" y="64404"/>
                  </a:cubicBezTo>
                  <a:cubicBezTo>
                    <a:pt x="117393" y="65490"/>
                    <a:pt x="118462" y="67637"/>
                    <a:pt x="118462" y="69792"/>
                  </a:cubicBezTo>
                  <a:cubicBezTo>
                    <a:pt x="118462" y="71137"/>
                    <a:pt x="118164" y="72710"/>
                    <a:pt x="117385" y="74362"/>
                  </a:cubicBezTo>
                  <a:lnTo>
                    <a:pt x="109039" y="92131"/>
                  </a:lnTo>
                  <a:cubicBezTo>
                    <a:pt x="107962" y="94553"/>
                    <a:pt x="105539" y="95899"/>
                    <a:pt x="103116" y="95899"/>
                  </a:cubicBezTo>
                  <a:cubicBezTo>
                    <a:pt x="101771" y="95899"/>
                    <a:pt x="100426" y="95623"/>
                    <a:pt x="99081" y="94821"/>
                  </a:cubicBezTo>
                  <a:cubicBezTo>
                    <a:pt x="85356" y="87286"/>
                    <a:pt x="72165" y="82708"/>
                    <a:pt x="58439" y="82708"/>
                  </a:cubicBezTo>
                  <a:cubicBezTo>
                    <a:pt x="44179" y="82708"/>
                    <a:pt x="35833" y="87923"/>
                    <a:pt x="35833" y="96166"/>
                  </a:cubicBezTo>
                  <a:cubicBezTo>
                    <a:pt x="35833" y="121368"/>
                    <a:pt x="122497" y="106659"/>
                    <a:pt x="122497" y="167759"/>
                  </a:cubicBezTo>
                  <a:moveTo>
                    <a:pt x="234191" y="149189"/>
                  </a:moveTo>
                  <a:cubicBezTo>
                    <a:pt x="234191" y="153224"/>
                    <a:pt x="232043" y="155111"/>
                    <a:pt x="227466" y="156456"/>
                  </a:cubicBezTo>
                  <a:cubicBezTo>
                    <a:pt x="221543" y="158069"/>
                    <a:pt x="216430" y="158879"/>
                    <a:pt x="209162" y="158879"/>
                  </a:cubicBezTo>
                  <a:cubicBezTo>
                    <a:pt x="191936" y="158879"/>
                    <a:pt x="175788" y="148646"/>
                    <a:pt x="175788" y="121195"/>
                  </a:cubicBezTo>
                  <a:cubicBezTo>
                    <a:pt x="175788" y="93743"/>
                    <a:pt x="191936" y="83518"/>
                    <a:pt x="209162" y="83518"/>
                  </a:cubicBezTo>
                  <a:cubicBezTo>
                    <a:pt x="216430" y="83518"/>
                    <a:pt x="221543" y="84320"/>
                    <a:pt x="227466" y="85941"/>
                  </a:cubicBezTo>
                  <a:cubicBezTo>
                    <a:pt x="232043" y="87286"/>
                    <a:pt x="234191" y="89165"/>
                    <a:pt x="234191" y="93201"/>
                  </a:cubicBezTo>
                  <a:lnTo>
                    <a:pt x="234191" y="149189"/>
                  </a:lnTo>
                  <a:close/>
                  <a:moveTo>
                    <a:pt x="262452" y="61179"/>
                  </a:moveTo>
                  <a:cubicBezTo>
                    <a:pt x="244692" y="54446"/>
                    <a:pt x="228000" y="51221"/>
                    <a:pt x="209430" y="51221"/>
                  </a:cubicBezTo>
                  <a:cubicBezTo>
                    <a:pt x="168795" y="51221"/>
                    <a:pt x="140258" y="78405"/>
                    <a:pt x="140258" y="121195"/>
                  </a:cubicBezTo>
                  <a:cubicBezTo>
                    <a:pt x="140258" y="164527"/>
                    <a:pt x="165020" y="191176"/>
                    <a:pt x="208895" y="191176"/>
                  </a:cubicBezTo>
                  <a:cubicBezTo>
                    <a:pt x="226655" y="191176"/>
                    <a:pt x="243881" y="188210"/>
                    <a:pt x="262452" y="180407"/>
                  </a:cubicBezTo>
                  <a:cubicBezTo>
                    <a:pt x="266763" y="178528"/>
                    <a:pt x="269185" y="175562"/>
                    <a:pt x="269185" y="169639"/>
                  </a:cubicBezTo>
                  <a:lnTo>
                    <a:pt x="269185" y="71940"/>
                  </a:lnTo>
                  <a:cubicBezTo>
                    <a:pt x="269185" y="65749"/>
                    <a:pt x="266763" y="62792"/>
                    <a:pt x="262452" y="61179"/>
                  </a:cubicBezTo>
                </a:path>
              </a:pathLst>
            </a:custGeom>
            <a:grpFill/>
            <a:ln w="7833" cap="flat">
              <a:noFill/>
              <a:prstDash val="solid"/>
              <a:round/>
            </a:ln>
          </p:spPr>
          <p:txBody>
            <a:bodyPr rtlCol="0" anchor="ctr"/>
            <a:lstStyle/>
            <a:p>
              <a:endParaRPr lang="fr-FR" sz="2400"/>
            </a:p>
          </p:txBody>
        </p:sp>
        <p:sp>
          <p:nvSpPr>
            <p:cNvPr id="23" name="Forme libre : forme 10">
              <a:extLst>
                <a:ext uri="{FF2B5EF4-FFF2-40B4-BE49-F238E27FC236}">
                  <a16:creationId xmlns:a16="http://schemas.microsoft.com/office/drawing/2014/main" id="{F0CC9C0D-B090-476A-A414-384A1818254E}"/>
                </a:ext>
              </a:extLst>
            </p:cNvPr>
            <p:cNvSpPr/>
            <p:nvPr/>
          </p:nvSpPr>
          <p:spPr>
            <a:xfrm rot="-73896" flipV="1">
              <a:off x="5474877" y="-471733"/>
              <a:ext cx="37949" cy="37711"/>
            </a:xfrm>
            <a:custGeom>
              <a:avLst/>
              <a:gdLst>
                <a:gd name="connsiteX0" fmla="*/ 19483 w 37949"/>
                <a:gd name="connsiteY0" fmla="*/ 17 h 37711"/>
                <a:gd name="connsiteX1" fmla="*/ 38456 w 37949"/>
                <a:gd name="connsiteY1" fmla="*/ 18454 h 37711"/>
                <a:gd name="connsiteX2" fmla="*/ 19491 w 37949"/>
                <a:gd name="connsiteY2" fmla="*/ 37717 h 37711"/>
                <a:gd name="connsiteX3" fmla="*/ 519 w 37949"/>
                <a:gd name="connsiteY3" fmla="*/ 19272 h 37711"/>
                <a:gd name="connsiteX4" fmla="*/ 19483 w 37949"/>
                <a:gd name="connsiteY4" fmla="*/ 17 h 37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949" h="37711">
                  <a:moveTo>
                    <a:pt x="19483" y="17"/>
                  </a:moveTo>
                  <a:cubicBezTo>
                    <a:pt x="30519" y="-219"/>
                    <a:pt x="38212" y="6883"/>
                    <a:pt x="38456" y="18454"/>
                  </a:cubicBezTo>
                  <a:cubicBezTo>
                    <a:pt x="38715" y="30300"/>
                    <a:pt x="31329" y="37457"/>
                    <a:pt x="19491" y="37717"/>
                  </a:cubicBezTo>
                  <a:cubicBezTo>
                    <a:pt x="8188" y="37953"/>
                    <a:pt x="771" y="31118"/>
                    <a:pt x="519" y="19272"/>
                  </a:cubicBezTo>
                  <a:cubicBezTo>
                    <a:pt x="267" y="7701"/>
                    <a:pt x="7378" y="284"/>
                    <a:pt x="19483" y="17"/>
                  </a:cubicBezTo>
                </a:path>
              </a:pathLst>
            </a:custGeom>
            <a:grpFill/>
            <a:ln w="7833" cap="flat">
              <a:noFill/>
              <a:prstDash val="solid"/>
              <a:round/>
            </a:ln>
          </p:spPr>
          <p:txBody>
            <a:bodyPr rtlCol="0" anchor="ctr"/>
            <a:lstStyle/>
            <a:p>
              <a:endParaRPr lang="fr-FR" sz="2400">
                <a:solidFill>
                  <a:schemeClr val="accent2"/>
                </a:solidFill>
              </a:endParaRPr>
            </a:p>
          </p:txBody>
        </p:sp>
        <p:sp>
          <p:nvSpPr>
            <p:cNvPr id="24" name="Forme libre : forme 11">
              <a:extLst>
                <a:ext uri="{FF2B5EF4-FFF2-40B4-BE49-F238E27FC236}">
                  <a16:creationId xmlns:a16="http://schemas.microsoft.com/office/drawing/2014/main" id="{6DE4ADDB-0CA9-4651-BF0C-18EF0C881B3A}"/>
                </a:ext>
              </a:extLst>
            </p:cNvPr>
            <p:cNvSpPr/>
            <p:nvPr userDrawn="1"/>
          </p:nvSpPr>
          <p:spPr>
            <a:xfrm rot="10725025" flipV="1">
              <a:off x="4768103" y="-317778"/>
              <a:ext cx="37406" cy="37169"/>
            </a:xfrm>
            <a:custGeom>
              <a:avLst/>
              <a:gdLst>
                <a:gd name="connsiteX0" fmla="*/ 18717 w 37406"/>
                <a:gd name="connsiteY0" fmla="*/ 130 h 37169"/>
                <a:gd name="connsiteX1" fmla="*/ 37414 w 37406"/>
                <a:gd name="connsiteY1" fmla="*/ 18300 h 37169"/>
                <a:gd name="connsiteX2" fmla="*/ 18717 w 37406"/>
                <a:gd name="connsiteY2" fmla="*/ 37288 h 37169"/>
                <a:gd name="connsiteX3" fmla="*/ 20 w 37406"/>
                <a:gd name="connsiteY3" fmla="*/ 19118 h 37169"/>
                <a:gd name="connsiteX4" fmla="*/ 18717 w 37406"/>
                <a:gd name="connsiteY4" fmla="*/ 130 h 371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406" h="37169">
                  <a:moveTo>
                    <a:pt x="18717" y="130"/>
                  </a:moveTo>
                  <a:cubicBezTo>
                    <a:pt x="29745" y="-106"/>
                    <a:pt x="37162" y="6729"/>
                    <a:pt x="37414" y="18300"/>
                  </a:cubicBezTo>
                  <a:cubicBezTo>
                    <a:pt x="37665" y="29603"/>
                    <a:pt x="30555" y="37028"/>
                    <a:pt x="18717" y="37288"/>
                  </a:cubicBezTo>
                  <a:cubicBezTo>
                    <a:pt x="7681" y="37524"/>
                    <a:pt x="264" y="30421"/>
                    <a:pt x="20" y="19118"/>
                  </a:cubicBezTo>
                  <a:cubicBezTo>
                    <a:pt x="-240" y="7547"/>
                    <a:pt x="6871" y="390"/>
                    <a:pt x="18717" y="130"/>
                  </a:cubicBezTo>
                </a:path>
              </a:pathLst>
            </a:custGeom>
            <a:grpFill/>
            <a:ln w="7833" cap="flat">
              <a:noFill/>
              <a:prstDash val="solid"/>
              <a:round/>
            </a:ln>
          </p:spPr>
          <p:txBody>
            <a:bodyPr rtlCol="0" anchor="ctr"/>
            <a:lstStyle/>
            <a:p>
              <a:endParaRPr lang="fr-FR" sz="2400"/>
            </a:p>
          </p:txBody>
        </p:sp>
      </p:grpSp>
    </p:spTree>
    <p:extLst>
      <p:ext uri="{BB962C8B-B14F-4D97-AF65-F5344CB8AC3E}">
        <p14:creationId xmlns:p14="http://schemas.microsoft.com/office/powerpoint/2010/main" val="2127313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4033357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userDrawn="1">
  <p:cSld name="1_Cover Title with Image (Dark)">
    <p:bg>
      <p:bgPr>
        <a:solidFill>
          <a:schemeClr val="accent1"/>
        </a:solidFill>
        <a:effectLst/>
      </p:bgPr>
    </p:bg>
    <p:spTree>
      <p:nvGrpSpPr>
        <p:cNvPr id="1" name=""/>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B061F378-E818-498E-989A-601A8E73F31E}"/>
              </a:ext>
            </a:extLst>
          </p:cNvPr>
          <p:cNvSpPr>
            <a:spLocks noGrp="1"/>
          </p:cNvSpPr>
          <p:nvPr>
            <p:ph type="dt" sz="half" idx="20"/>
          </p:nvPr>
        </p:nvSpPr>
        <p:spPr>
          <a:xfrm>
            <a:off x="7886700" y="6046107"/>
            <a:ext cx="2743200" cy="366183"/>
          </a:xfrm>
        </p:spPr>
        <p:txBody>
          <a:bodyPr/>
          <a:lstStyle>
            <a:lvl1pPr>
              <a:defRPr>
                <a:solidFill>
                  <a:schemeClr val="bg2"/>
                </a:solidFill>
              </a:defRPr>
            </a:lvl1pPr>
          </a:lstStyle>
          <a:p>
            <a:r>
              <a:rPr lang="en-US"/>
              <a:t>XX . XX . XXXX</a:t>
            </a:r>
          </a:p>
        </p:txBody>
      </p:sp>
      <p:grpSp>
        <p:nvGrpSpPr>
          <p:cNvPr id="13" name="Graphique 7">
            <a:extLst>
              <a:ext uri="{FF2B5EF4-FFF2-40B4-BE49-F238E27FC236}">
                <a16:creationId xmlns:a16="http://schemas.microsoft.com/office/drawing/2014/main" id="{9EDD880A-DFFE-4F0B-ACE0-49E81EAC5C57}"/>
              </a:ext>
            </a:extLst>
          </p:cNvPr>
          <p:cNvGrpSpPr>
            <a:grpSpLocks noChangeAspect="1"/>
          </p:cNvGrpSpPr>
          <p:nvPr userDrawn="1"/>
        </p:nvGrpSpPr>
        <p:grpSpPr>
          <a:xfrm>
            <a:off x="8690962" y="516249"/>
            <a:ext cx="1134681" cy="292121"/>
            <a:chOff x="4767702" y="-472136"/>
            <a:chExt cx="745525" cy="191931"/>
          </a:xfrm>
          <a:solidFill>
            <a:schemeClr val="bg1"/>
          </a:solidFill>
        </p:grpSpPr>
        <p:sp>
          <p:nvSpPr>
            <p:cNvPr id="14" name="Forme libre : forme 13">
              <a:extLst>
                <a:ext uri="{FF2B5EF4-FFF2-40B4-BE49-F238E27FC236}">
                  <a16:creationId xmlns:a16="http://schemas.microsoft.com/office/drawing/2014/main" id="{23232CF7-6A63-4E62-9BB3-AEC2E2985622}"/>
                </a:ext>
              </a:extLst>
            </p:cNvPr>
            <p:cNvSpPr/>
            <p:nvPr/>
          </p:nvSpPr>
          <p:spPr>
            <a:xfrm>
              <a:off x="4770087" y="-471716"/>
              <a:ext cx="740699" cy="191096"/>
            </a:xfrm>
            <a:custGeom>
              <a:avLst/>
              <a:gdLst>
                <a:gd name="connsiteX0" fmla="*/ 689325 w 740699"/>
                <a:gd name="connsiteY0" fmla="*/ 7347 h 191096"/>
                <a:gd name="connsiteX1" fmla="*/ 688790 w 740699"/>
                <a:gd name="connsiteY1" fmla="*/ 10847 h 191096"/>
                <a:gd name="connsiteX2" fmla="*/ 686092 w 740699"/>
                <a:gd name="connsiteY2" fmla="*/ 24840 h 191096"/>
                <a:gd name="connsiteX3" fmla="*/ 680980 w 740699"/>
                <a:gd name="connsiteY3" fmla="*/ 29953 h 191096"/>
                <a:gd name="connsiteX4" fmla="*/ 667797 w 740699"/>
                <a:gd name="connsiteY4" fmla="*/ 28608 h 191096"/>
                <a:gd name="connsiteX5" fmla="*/ 646528 w 740699"/>
                <a:gd name="connsiteY5" fmla="*/ 50946 h 191096"/>
                <a:gd name="connsiteX6" fmla="*/ 646528 w 740699"/>
                <a:gd name="connsiteY6" fmla="*/ 53911 h 191096"/>
                <a:gd name="connsiteX7" fmla="*/ 680712 w 740699"/>
                <a:gd name="connsiteY7" fmla="*/ 53911 h 191096"/>
                <a:gd name="connsiteX8" fmla="*/ 686092 w 740699"/>
                <a:gd name="connsiteY8" fmla="*/ 59559 h 191096"/>
                <a:gd name="connsiteX9" fmla="*/ 686092 w 740699"/>
                <a:gd name="connsiteY9" fmla="*/ 78130 h 191096"/>
                <a:gd name="connsiteX10" fmla="*/ 680712 w 740699"/>
                <a:gd name="connsiteY10" fmla="*/ 83518 h 191096"/>
                <a:gd name="connsiteX11" fmla="*/ 646528 w 740699"/>
                <a:gd name="connsiteY11" fmla="*/ 83518 h 191096"/>
                <a:gd name="connsiteX12" fmla="*/ 646528 w 740699"/>
                <a:gd name="connsiteY12" fmla="*/ 183097 h 191096"/>
                <a:gd name="connsiteX13" fmla="*/ 641148 w 740699"/>
                <a:gd name="connsiteY13" fmla="*/ 188485 h 191096"/>
                <a:gd name="connsiteX14" fmla="*/ 617197 w 740699"/>
                <a:gd name="connsiteY14" fmla="*/ 188485 h 191096"/>
                <a:gd name="connsiteX15" fmla="*/ 611809 w 740699"/>
                <a:gd name="connsiteY15" fmla="*/ 183097 h 191096"/>
                <a:gd name="connsiteX16" fmla="*/ 611809 w 740699"/>
                <a:gd name="connsiteY16" fmla="*/ 56602 h 191096"/>
                <a:gd name="connsiteX17" fmla="*/ 666987 w 740699"/>
                <a:gd name="connsiteY17" fmla="*/ 79 h 191096"/>
                <a:gd name="connsiteX18" fmla="*/ 683945 w 740699"/>
                <a:gd name="connsiteY18" fmla="*/ 1966 h 191096"/>
                <a:gd name="connsiteX19" fmla="*/ 689325 w 740699"/>
                <a:gd name="connsiteY19" fmla="*/ 7347 h 191096"/>
                <a:gd name="connsiteX20" fmla="*/ 741003 w 740699"/>
                <a:gd name="connsiteY20" fmla="*/ 59292 h 191096"/>
                <a:gd name="connsiteX21" fmla="*/ 741003 w 740699"/>
                <a:gd name="connsiteY21" fmla="*/ 183097 h 191096"/>
                <a:gd name="connsiteX22" fmla="*/ 735615 w 740699"/>
                <a:gd name="connsiteY22" fmla="*/ 188485 h 191096"/>
                <a:gd name="connsiteX23" fmla="*/ 711396 w 740699"/>
                <a:gd name="connsiteY23" fmla="*/ 188485 h 191096"/>
                <a:gd name="connsiteX24" fmla="*/ 706008 w 740699"/>
                <a:gd name="connsiteY24" fmla="*/ 183097 h 191096"/>
                <a:gd name="connsiteX25" fmla="*/ 706008 w 740699"/>
                <a:gd name="connsiteY25" fmla="*/ 59292 h 191096"/>
                <a:gd name="connsiteX26" fmla="*/ 711396 w 740699"/>
                <a:gd name="connsiteY26" fmla="*/ 53911 h 191096"/>
                <a:gd name="connsiteX27" fmla="*/ 735615 w 740699"/>
                <a:gd name="connsiteY27" fmla="*/ 53911 h 191096"/>
                <a:gd name="connsiteX28" fmla="*/ 741003 w 740699"/>
                <a:gd name="connsiteY28" fmla="*/ 59292 h 191096"/>
                <a:gd name="connsiteX29" fmla="*/ 518954 w 740699"/>
                <a:gd name="connsiteY29" fmla="*/ 158879 h 191096"/>
                <a:gd name="connsiteX30" fmla="*/ 485847 w 740699"/>
                <a:gd name="connsiteY30" fmla="*/ 121195 h 191096"/>
                <a:gd name="connsiteX31" fmla="*/ 517074 w 740699"/>
                <a:gd name="connsiteY31" fmla="*/ 83518 h 191096"/>
                <a:gd name="connsiteX32" fmla="*/ 550173 w 740699"/>
                <a:gd name="connsiteY32" fmla="*/ 121195 h 191096"/>
                <a:gd name="connsiteX33" fmla="*/ 518954 w 740699"/>
                <a:gd name="connsiteY33" fmla="*/ 158879 h 191096"/>
                <a:gd name="connsiteX34" fmla="*/ 517074 w 740699"/>
                <a:gd name="connsiteY34" fmla="*/ 51221 h 191096"/>
                <a:gd name="connsiteX35" fmla="*/ 450317 w 740699"/>
                <a:gd name="connsiteY35" fmla="*/ 121195 h 191096"/>
                <a:gd name="connsiteX36" fmla="*/ 518954 w 740699"/>
                <a:gd name="connsiteY36" fmla="*/ 191176 h 191096"/>
                <a:gd name="connsiteX37" fmla="*/ 585702 w 740699"/>
                <a:gd name="connsiteY37" fmla="*/ 121195 h 191096"/>
                <a:gd name="connsiteX38" fmla="*/ 517074 w 740699"/>
                <a:gd name="connsiteY38" fmla="*/ 51221 h 191096"/>
                <a:gd name="connsiteX39" fmla="*/ 424486 w 740699"/>
                <a:gd name="connsiteY39" fmla="*/ 101813 h 191096"/>
                <a:gd name="connsiteX40" fmla="*/ 424486 w 740699"/>
                <a:gd name="connsiteY40" fmla="*/ 183097 h 191096"/>
                <a:gd name="connsiteX41" fmla="*/ 419098 w 740699"/>
                <a:gd name="connsiteY41" fmla="*/ 188485 h 191096"/>
                <a:gd name="connsiteX42" fmla="*/ 394880 w 740699"/>
                <a:gd name="connsiteY42" fmla="*/ 188485 h 191096"/>
                <a:gd name="connsiteX43" fmla="*/ 389492 w 740699"/>
                <a:gd name="connsiteY43" fmla="*/ 183097 h 191096"/>
                <a:gd name="connsiteX44" fmla="*/ 389492 w 740699"/>
                <a:gd name="connsiteY44" fmla="*/ 106391 h 191096"/>
                <a:gd name="connsiteX45" fmla="*/ 363385 w 740699"/>
                <a:gd name="connsiteY45" fmla="*/ 83518 h 191096"/>
                <a:gd name="connsiteX46" fmla="*/ 343469 w 740699"/>
                <a:gd name="connsiteY46" fmla="*/ 85665 h 191096"/>
                <a:gd name="connsiteX47" fmla="*/ 337012 w 740699"/>
                <a:gd name="connsiteY47" fmla="*/ 92666 h 191096"/>
                <a:gd name="connsiteX48" fmla="*/ 337012 w 740699"/>
                <a:gd name="connsiteY48" fmla="*/ 183097 h 191096"/>
                <a:gd name="connsiteX49" fmla="*/ 331624 w 740699"/>
                <a:gd name="connsiteY49" fmla="*/ 188485 h 191096"/>
                <a:gd name="connsiteX50" fmla="*/ 307405 w 740699"/>
                <a:gd name="connsiteY50" fmla="*/ 188485 h 191096"/>
                <a:gd name="connsiteX51" fmla="*/ 302017 w 740699"/>
                <a:gd name="connsiteY51" fmla="*/ 183097 h 191096"/>
                <a:gd name="connsiteX52" fmla="*/ 302017 w 740699"/>
                <a:gd name="connsiteY52" fmla="*/ 71672 h 191096"/>
                <a:gd name="connsiteX53" fmla="*/ 308750 w 740699"/>
                <a:gd name="connsiteY53" fmla="*/ 60904 h 191096"/>
                <a:gd name="connsiteX54" fmla="*/ 362850 w 740699"/>
                <a:gd name="connsiteY54" fmla="*/ 51221 h 191096"/>
                <a:gd name="connsiteX55" fmla="*/ 424486 w 740699"/>
                <a:gd name="connsiteY55" fmla="*/ 101813 h 191096"/>
                <a:gd name="connsiteX56" fmla="*/ 122497 w 740699"/>
                <a:gd name="connsiteY56" fmla="*/ 167759 h 191096"/>
                <a:gd name="connsiteX57" fmla="*/ 120342 w 740699"/>
                <a:gd name="connsiteY57" fmla="*/ 183097 h 191096"/>
                <a:gd name="connsiteX58" fmla="*/ 113350 w 740699"/>
                <a:gd name="connsiteY58" fmla="*/ 188485 h 191096"/>
                <a:gd name="connsiteX59" fmla="*/ 89123 w 740699"/>
                <a:gd name="connsiteY59" fmla="*/ 188485 h 191096"/>
                <a:gd name="connsiteX60" fmla="*/ 85088 w 740699"/>
                <a:gd name="connsiteY60" fmla="*/ 184718 h 191096"/>
                <a:gd name="connsiteX61" fmla="*/ 85356 w 740699"/>
                <a:gd name="connsiteY61" fmla="*/ 183097 h 191096"/>
                <a:gd name="connsiteX62" fmla="*/ 86968 w 740699"/>
                <a:gd name="connsiteY62" fmla="*/ 173140 h 191096"/>
                <a:gd name="connsiteX63" fmla="*/ 303 w 740699"/>
                <a:gd name="connsiteY63" fmla="*/ 98589 h 191096"/>
                <a:gd name="connsiteX64" fmla="*/ 59517 w 740699"/>
                <a:gd name="connsiteY64" fmla="*/ 50144 h 191096"/>
                <a:gd name="connsiteX65" fmla="*/ 115230 w 740699"/>
                <a:gd name="connsiteY65" fmla="*/ 64404 h 191096"/>
                <a:gd name="connsiteX66" fmla="*/ 118462 w 740699"/>
                <a:gd name="connsiteY66" fmla="*/ 69792 h 191096"/>
                <a:gd name="connsiteX67" fmla="*/ 117385 w 740699"/>
                <a:gd name="connsiteY67" fmla="*/ 74362 h 191096"/>
                <a:gd name="connsiteX68" fmla="*/ 109039 w 740699"/>
                <a:gd name="connsiteY68" fmla="*/ 92131 h 191096"/>
                <a:gd name="connsiteX69" fmla="*/ 103116 w 740699"/>
                <a:gd name="connsiteY69" fmla="*/ 95899 h 191096"/>
                <a:gd name="connsiteX70" fmla="*/ 99081 w 740699"/>
                <a:gd name="connsiteY70" fmla="*/ 94821 h 191096"/>
                <a:gd name="connsiteX71" fmla="*/ 58439 w 740699"/>
                <a:gd name="connsiteY71" fmla="*/ 82708 h 191096"/>
                <a:gd name="connsiteX72" fmla="*/ 35833 w 740699"/>
                <a:gd name="connsiteY72" fmla="*/ 96166 h 191096"/>
                <a:gd name="connsiteX73" fmla="*/ 122497 w 740699"/>
                <a:gd name="connsiteY73" fmla="*/ 167759 h 191096"/>
                <a:gd name="connsiteX74" fmla="*/ 234191 w 740699"/>
                <a:gd name="connsiteY74" fmla="*/ 149189 h 191096"/>
                <a:gd name="connsiteX75" fmla="*/ 227466 w 740699"/>
                <a:gd name="connsiteY75" fmla="*/ 156456 h 191096"/>
                <a:gd name="connsiteX76" fmla="*/ 209162 w 740699"/>
                <a:gd name="connsiteY76" fmla="*/ 158879 h 191096"/>
                <a:gd name="connsiteX77" fmla="*/ 175788 w 740699"/>
                <a:gd name="connsiteY77" fmla="*/ 121195 h 191096"/>
                <a:gd name="connsiteX78" fmla="*/ 209162 w 740699"/>
                <a:gd name="connsiteY78" fmla="*/ 83518 h 191096"/>
                <a:gd name="connsiteX79" fmla="*/ 227466 w 740699"/>
                <a:gd name="connsiteY79" fmla="*/ 85941 h 191096"/>
                <a:gd name="connsiteX80" fmla="*/ 234191 w 740699"/>
                <a:gd name="connsiteY80" fmla="*/ 93201 h 191096"/>
                <a:gd name="connsiteX81" fmla="*/ 234191 w 740699"/>
                <a:gd name="connsiteY81" fmla="*/ 149189 h 191096"/>
                <a:gd name="connsiteX82" fmla="*/ 262452 w 740699"/>
                <a:gd name="connsiteY82" fmla="*/ 61179 h 191096"/>
                <a:gd name="connsiteX83" fmla="*/ 209430 w 740699"/>
                <a:gd name="connsiteY83" fmla="*/ 51221 h 191096"/>
                <a:gd name="connsiteX84" fmla="*/ 140258 w 740699"/>
                <a:gd name="connsiteY84" fmla="*/ 121195 h 191096"/>
                <a:gd name="connsiteX85" fmla="*/ 208895 w 740699"/>
                <a:gd name="connsiteY85" fmla="*/ 191176 h 191096"/>
                <a:gd name="connsiteX86" fmla="*/ 262452 w 740699"/>
                <a:gd name="connsiteY86" fmla="*/ 180407 h 191096"/>
                <a:gd name="connsiteX87" fmla="*/ 269185 w 740699"/>
                <a:gd name="connsiteY87" fmla="*/ 169639 h 191096"/>
                <a:gd name="connsiteX88" fmla="*/ 269185 w 740699"/>
                <a:gd name="connsiteY88" fmla="*/ 71940 h 191096"/>
                <a:gd name="connsiteX89" fmla="*/ 262452 w 740699"/>
                <a:gd name="connsiteY89" fmla="*/ 61179 h 191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740699" h="191096">
                  <a:moveTo>
                    <a:pt x="689325" y="7347"/>
                  </a:moveTo>
                  <a:cubicBezTo>
                    <a:pt x="689325" y="8511"/>
                    <a:pt x="689026" y="9604"/>
                    <a:pt x="688790" y="10847"/>
                  </a:cubicBezTo>
                  <a:lnTo>
                    <a:pt x="686092" y="24840"/>
                  </a:lnTo>
                  <a:cubicBezTo>
                    <a:pt x="685558" y="28073"/>
                    <a:pt x="684213" y="29953"/>
                    <a:pt x="680980" y="29953"/>
                  </a:cubicBezTo>
                  <a:cubicBezTo>
                    <a:pt x="678974" y="29953"/>
                    <a:pt x="673177" y="28608"/>
                    <a:pt x="667797" y="28608"/>
                  </a:cubicBezTo>
                  <a:cubicBezTo>
                    <a:pt x="652993" y="28608"/>
                    <a:pt x="646528" y="36143"/>
                    <a:pt x="646528" y="50946"/>
                  </a:cubicBezTo>
                  <a:lnTo>
                    <a:pt x="646528" y="53911"/>
                  </a:lnTo>
                  <a:lnTo>
                    <a:pt x="680712" y="53911"/>
                  </a:lnTo>
                  <a:cubicBezTo>
                    <a:pt x="684213" y="53911"/>
                    <a:pt x="686092" y="56059"/>
                    <a:pt x="686092" y="59559"/>
                  </a:cubicBezTo>
                  <a:lnTo>
                    <a:pt x="686092" y="78130"/>
                  </a:lnTo>
                  <a:cubicBezTo>
                    <a:pt x="686092" y="81363"/>
                    <a:pt x="684213" y="83518"/>
                    <a:pt x="680712" y="83518"/>
                  </a:cubicBezTo>
                  <a:lnTo>
                    <a:pt x="646528" y="83518"/>
                  </a:lnTo>
                  <a:lnTo>
                    <a:pt x="646528" y="183097"/>
                  </a:lnTo>
                  <a:cubicBezTo>
                    <a:pt x="646528" y="186330"/>
                    <a:pt x="644380" y="188485"/>
                    <a:pt x="641148" y="188485"/>
                  </a:cubicBezTo>
                  <a:lnTo>
                    <a:pt x="617197" y="188485"/>
                  </a:lnTo>
                  <a:cubicBezTo>
                    <a:pt x="613964" y="188485"/>
                    <a:pt x="611809" y="186330"/>
                    <a:pt x="611809" y="183097"/>
                  </a:cubicBezTo>
                  <a:lnTo>
                    <a:pt x="611809" y="56602"/>
                  </a:lnTo>
                  <a:cubicBezTo>
                    <a:pt x="611809" y="17839"/>
                    <a:pt x="633612" y="79"/>
                    <a:pt x="666987" y="79"/>
                  </a:cubicBezTo>
                  <a:cubicBezTo>
                    <a:pt x="672729" y="79"/>
                    <a:pt x="678557" y="621"/>
                    <a:pt x="683945" y="1966"/>
                  </a:cubicBezTo>
                  <a:cubicBezTo>
                    <a:pt x="687713" y="2769"/>
                    <a:pt x="689325" y="4358"/>
                    <a:pt x="689325" y="7347"/>
                  </a:cubicBezTo>
                  <a:moveTo>
                    <a:pt x="741003" y="59292"/>
                  </a:moveTo>
                  <a:lnTo>
                    <a:pt x="741003" y="183097"/>
                  </a:lnTo>
                  <a:cubicBezTo>
                    <a:pt x="741003" y="186330"/>
                    <a:pt x="738848" y="188485"/>
                    <a:pt x="735615" y="188485"/>
                  </a:cubicBezTo>
                  <a:lnTo>
                    <a:pt x="711396" y="188485"/>
                  </a:lnTo>
                  <a:cubicBezTo>
                    <a:pt x="708164" y="188485"/>
                    <a:pt x="706008" y="186330"/>
                    <a:pt x="706008" y="183097"/>
                  </a:cubicBezTo>
                  <a:lnTo>
                    <a:pt x="706008" y="59292"/>
                  </a:lnTo>
                  <a:cubicBezTo>
                    <a:pt x="706008" y="56059"/>
                    <a:pt x="708164" y="53911"/>
                    <a:pt x="711396" y="53911"/>
                  </a:cubicBezTo>
                  <a:lnTo>
                    <a:pt x="735615" y="53911"/>
                  </a:lnTo>
                  <a:cubicBezTo>
                    <a:pt x="738848" y="53911"/>
                    <a:pt x="741003" y="56059"/>
                    <a:pt x="741003" y="59292"/>
                  </a:cubicBezTo>
                  <a:moveTo>
                    <a:pt x="518954" y="158879"/>
                  </a:moveTo>
                  <a:cubicBezTo>
                    <a:pt x="499038" y="158879"/>
                    <a:pt x="485847" y="145956"/>
                    <a:pt x="485847" y="121195"/>
                  </a:cubicBezTo>
                  <a:cubicBezTo>
                    <a:pt x="485847" y="96433"/>
                    <a:pt x="499038" y="83518"/>
                    <a:pt x="517074" y="83518"/>
                  </a:cubicBezTo>
                  <a:cubicBezTo>
                    <a:pt x="536990" y="83518"/>
                    <a:pt x="550173" y="96433"/>
                    <a:pt x="550173" y="121195"/>
                  </a:cubicBezTo>
                  <a:cubicBezTo>
                    <a:pt x="550173" y="145956"/>
                    <a:pt x="536990" y="158879"/>
                    <a:pt x="518954" y="158879"/>
                  </a:cubicBezTo>
                  <a:moveTo>
                    <a:pt x="517074" y="51221"/>
                  </a:moveTo>
                  <a:cubicBezTo>
                    <a:pt x="476699" y="51221"/>
                    <a:pt x="450317" y="80553"/>
                    <a:pt x="450317" y="121195"/>
                  </a:cubicBezTo>
                  <a:cubicBezTo>
                    <a:pt x="450317" y="161837"/>
                    <a:pt x="476699" y="191176"/>
                    <a:pt x="518954" y="191176"/>
                  </a:cubicBezTo>
                  <a:cubicBezTo>
                    <a:pt x="559328" y="191176"/>
                    <a:pt x="585702" y="161837"/>
                    <a:pt x="585702" y="121195"/>
                  </a:cubicBezTo>
                  <a:cubicBezTo>
                    <a:pt x="585702" y="80553"/>
                    <a:pt x="559328" y="51221"/>
                    <a:pt x="517074" y="51221"/>
                  </a:cubicBezTo>
                  <a:moveTo>
                    <a:pt x="424486" y="101813"/>
                  </a:moveTo>
                  <a:lnTo>
                    <a:pt x="424486" y="183097"/>
                  </a:lnTo>
                  <a:cubicBezTo>
                    <a:pt x="424486" y="186330"/>
                    <a:pt x="422331" y="188485"/>
                    <a:pt x="419098" y="188485"/>
                  </a:cubicBezTo>
                  <a:lnTo>
                    <a:pt x="394880" y="188485"/>
                  </a:lnTo>
                  <a:cubicBezTo>
                    <a:pt x="391647" y="188485"/>
                    <a:pt x="389492" y="186330"/>
                    <a:pt x="389492" y="183097"/>
                  </a:cubicBezTo>
                  <a:lnTo>
                    <a:pt x="389492" y="106391"/>
                  </a:lnTo>
                  <a:cubicBezTo>
                    <a:pt x="389492" y="90243"/>
                    <a:pt x="377921" y="83518"/>
                    <a:pt x="363385" y="83518"/>
                  </a:cubicBezTo>
                  <a:cubicBezTo>
                    <a:pt x="355040" y="83518"/>
                    <a:pt x="350470" y="84053"/>
                    <a:pt x="343469" y="85665"/>
                  </a:cubicBezTo>
                  <a:cubicBezTo>
                    <a:pt x="339159" y="86743"/>
                    <a:pt x="337012" y="88631"/>
                    <a:pt x="337012" y="92666"/>
                  </a:cubicBezTo>
                  <a:lnTo>
                    <a:pt x="337012" y="183097"/>
                  </a:lnTo>
                  <a:cubicBezTo>
                    <a:pt x="337012" y="186330"/>
                    <a:pt x="334856" y="188485"/>
                    <a:pt x="331624" y="188485"/>
                  </a:cubicBezTo>
                  <a:lnTo>
                    <a:pt x="307405" y="188485"/>
                  </a:lnTo>
                  <a:cubicBezTo>
                    <a:pt x="304172" y="188485"/>
                    <a:pt x="302017" y="186330"/>
                    <a:pt x="302017" y="183097"/>
                  </a:cubicBezTo>
                  <a:lnTo>
                    <a:pt x="302017" y="71672"/>
                  </a:lnTo>
                  <a:cubicBezTo>
                    <a:pt x="302017" y="65482"/>
                    <a:pt x="304982" y="62249"/>
                    <a:pt x="308750" y="60904"/>
                  </a:cubicBezTo>
                  <a:cubicBezTo>
                    <a:pt x="328399" y="53911"/>
                    <a:pt x="346970" y="51221"/>
                    <a:pt x="362850" y="51221"/>
                  </a:cubicBezTo>
                  <a:cubicBezTo>
                    <a:pt x="404295" y="51221"/>
                    <a:pt x="424486" y="68982"/>
                    <a:pt x="424486" y="101813"/>
                  </a:cubicBezTo>
                  <a:moveTo>
                    <a:pt x="122497" y="167759"/>
                  </a:moveTo>
                  <a:cubicBezTo>
                    <a:pt x="122497" y="172337"/>
                    <a:pt x="121963" y="178528"/>
                    <a:pt x="120342" y="183097"/>
                  </a:cubicBezTo>
                  <a:cubicBezTo>
                    <a:pt x="118997" y="187140"/>
                    <a:pt x="117385" y="188485"/>
                    <a:pt x="113350" y="188485"/>
                  </a:cubicBezTo>
                  <a:lnTo>
                    <a:pt x="89123" y="188485"/>
                  </a:lnTo>
                  <a:cubicBezTo>
                    <a:pt x="86433" y="188485"/>
                    <a:pt x="85088" y="186865"/>
                    <a:pt x="85088" y="184718"/>
                  </a:cubicBezTo>
                  <a:cubicBezTo>
                    <a:pt x="85088" y="184175"/>
                    <a:pt x="85088" y="183640"/>
                    <a:pt x="85356" y="183097"/>
                  </a:cubicBezTo>
                  <a:cubicBezTo>
                    <a:pt x="86433" y="179597"/>
                    <a:pt x="86968" y="177175"/>
                    <a:pt x="86968" y="173140"/>
                  </a:cubicBezTo>
                  <a:cubicBezTo>
                    <a:pt x="86968" y="133559"/>
                    <a:pt x="303" y="155646"/>
                    <a:pt x="303" y="98589"/>
                  </a:cubicBezTo>
                  <a:cubicBezTo>
                    <a:pt x="303" y="69517"/>
                    <a:pt x="23452" y="50144"/>
                    <a:pt x="59517" y="50144"/>
                  </a:cubicBezTo>
                  <a:cubicBezTo>
                    <a:pt x="78623" y="50144"/>
                    <a:pt x="98546" y="54714"/>
                    <a:pt x="115230" y="64404"/>
                  </a:cubicBezTo>
                  <a:cubicBezTo>
                    <a:pt x="117393" y="65490"/>
                    <a:pt x="118462" y="67637"/>
                    <a:pt x="118462" y="69792"/>
                  </a:cubicBezTo>
                  <a:cubicBezTo>
                    <a:pt x="118462" y="71137"/>
                    <a:pt x="118164" y="72710"/>
                    <a:pt x="117385" y="74362"/>
                  </a:cubicBezTo>
                  <a:lnTo>
                    <a:pt x="109039" y="92131"/>
                  </a:lnTo>
                  <a:cubicBezTo>
                    <a:pt x="107962" y="94553"/>
                    <a:pt x="105539" y="95899"/>
                    <a:pt x="103116" y="95899"/>
                  </a:cubicBezTo>
                  <a:cubicBezTo>
                    <a:pt x="101771" y="95899"/>
                    <a:pt x="100426" y="95623"/>
                    <a:pt x="99081" y="94821"/>
                  </a:cubicBezTo>
                  <a:cubicBezTo>
                    <a:pt x="85356" y="87286"/>
                    <a:pt x="72165" y="82708"/>
                    <a:pt x="58439" y="82708"/>
                  </a:cubicBezTo>
                  <a:cubicBezTo>
                    <a:pt x="44179" y="82708"/>
                    <a:pt x="35833" y="87923"/>
                    <a:pt x="35833" y="96166"/>
                  </a:cubicBezTo>
                  <a:cubicBezTo>
                    <a:pt x="35833" y="121368"/>
                    <a:pt x="122497" y="106659"/>
                    <a:pt x="122497" y="167759"/>
                  </a:cubicBezTo>
                  <a:moveTo>
                    <a:pt x="234191" y="149189"/>
                  </a:moveTo>
                  <a:cubicBezTo>
                    <a:pt x="234191" y="153224"/>
                    <a:pt x="232043" y="155111"/>
                    <a:pt x="227466" y="156456"/>
                  </a:cubicBezTo>
                  <a:cubicBezTo>
                    <a:pt x="221543" y="158069"/>
                    <a:pt x="216430" y="158879"/>
                    <a:pt x="209162" y="158879"/>
                  </a:cubicBezTo>
                  <a:cubicBezTo>
                    <a:pt x="191936" y="158879"/>
                    <a:pt x="175788" y="148646"/>
                    <a:pt x="175788" y="121195"/>
                  </a:cubicBezTo>
                  <a:cubicBezTo>
                    <a:pt x="175788" y="93743"/>
                    <a:pt x="191936" y="83518"/>
                    <a:pt x="209162" y="83518"/>
                  </a:cubicBezTo>
                  <a:cubicBezTo>
                    <a:pt x="216430" y="83518"/>
                    <a:pt x="221543" y="84320"/>
                    <a:pt x="227466" y="85941"/>
                  </a:cubicBezTo>
                  <a:cubicBezTo>
                    <a:pt x="232043" y="87286"/>
                    <a:pt x="234191" y="89165"/>
                    <a:pt x="234191" y="93201"/>
                  </a:cubicBezTo>
                  <a:lnTo>
                    <a:pt x="234191" y="149189"/>
                  </a:lnTo>
                  <a:close/>
                  <a:moveTo>
                    <a:pt x="262452" y="61179"/>
                  </a:moveTo>
                  <a:cubicBezTo>
                    <a:pt x="244692" y="54446"/>
                    <a:pt x="228000" y="51221"/>
                    <a:pt x="209430" y="51221"/>
                  </a:cubicBezTo>
                  <a:cubicBezTo>
                    <a:pt x="168795" y="51221"/>
                    <a:pt x="140258" y="78405"/>
                    <a:pt x="140258" y="121195"/>
                  </a:cubicBezTo>
                  <a:cubicBezTo>
                    <a:pt x="140258" y="164527"/>
                    <a:pt x="165020" y="191176"/>
                    <a:pt x="208895" y="191176"/>
                  </a:cubicBezTo>
                  <a:cubicBezTo>
                    <a:pt x="226655" y="191176"/>
                    <a:pt x="243881" y="188210"/>
                    <a:pt x="262452" y="180407"/>
                  </a:cubicBezTo>
                  <a:cubicBezTo>
                    <a:pt x="266763" y="178528"/>
                    <a:pt x="269185" y="175562"/>
                    <a:pt x="269185" y="169639"/>
                  </a:cubicBezTo>
                  <a:lnTo>
                    <a:pt x="269185" y="71940"/>
                  </a:lnTo>
                  <a:cubicBezTo>
                    <a:pt x="269185" y="65749"/>
                    <a:pt x="266763" y="62792"/>
                    <a:pt x="262452" y="61179"/>
                  </a:cubicBezTo>
                </a:path>
              </a:pathLst>
            </a:custGeom>
            <a:grpFill/>
            <a:ln w="7833" cap="flat">
              <a:noFill/>
              <a:prstDash val="solid"/>
              <a:round/>
            </a:ln>
          </p:spPr>
          <p:txBody>
            <a:bodyPr rtlCol="0" anchor="ctr"/>
            <a:lstStyle/>
            <a:p>
              <a:endParaRPr lang="en-US" sz="2400" noProof="0"/>
            </a:p>
          </p:txBody>
        </p:sp>
        <p:sp>
          <p:nvSpPr>
            <p:cNvPr id="15" name="Forme libre : forme 14">
              <a:extLst>
                <a:ext uri="{FF2B5EF4-FFF2-40B4-BE49-F238E27FC236}">
                  <a16:creationId xmlns:a16="http://schemas.microsoft.com/office/drawing/2014/main" id="{57EF7850-35A6-4B4B-BC7E-9FC7583FB3C6}"/>
                </a:ext>
              </a:extLst>
            </p:cNvPr>
            <p:cNvSpPr/>
            <p:nvPr/>
          </p:nvSpPr>
          <p:spPr>
            <a:xfrm rot="-73896" flipV="1">
              <a:off x="5474877" y="-471733"/>
              <a:ext cx="37949" cy="37711"/>
            </a:xfrm>
            <a:custGeom>
              <a:avLst/>
              <a:gdLst>
                <a:gd name="connsiteX0" fmla="*/ 19483 w 37949"/>
                <a:gd name="connsiteY0" fmla="*/ 17 h 37711"/>
                <a:gd name="connsiteX1" fmla="*/ 38456 w 37949"/>
                <a:gd name="connsiteY1" fmla="*/ 18454 h 37711"/>
                <a:gd name="connsiteX2" fmla="*/ 19491 w 37949"/>
                <a:gd name="connsiteY2" fmla="*/ 37717 h 37711"/>
                <a:gd name="connsiteX3" fmla="*/ 519 w 37949"/>
                <a:gd name="connsiteY3" fmla="*/ 19272 h 37711"/>
                <a:gd name="connsiteX4" fmla="*/ 19483 w 37949"/>
                <a:gd name="connsiteY4" fmla="*/ 17 h 37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949" h="37711">
                  <a:moveTo>
                    <a:pt x="19483" y="17"/>
                  </a:moveTo>
                  <a:cubicBezTo>
                    <a:pt x="30519" y="-219"/>
                    <a:pt x="38212" y="6883"/>
                    <a:pt x="38456" y="18454"/>
                  </a:cubicBezTo>
                  <a:cubicBezTo>
                    <a:pt x="38715" y="30300"/>
                    <a:pt x="31329" y="37457"/>
                    <a:pt x="19491" y="37717"/>
                  </a:cubicBezTo>
                  <a:cubicBezTo>
                    <a:pt x="8188" y="37953"/>
                    <a:pt x="771" y="31118"/>
                    <a:pt x="519" y="19272"/>
                  </a:cubicBezTo>
                  <a:cubicBezTo>
                    <a:pt x="267" y="7701"/>
                    <a:pt x="7378" y="284"/>
                    <a:pt x="19483" y="17"/>
                  </a:cubicBezTo>
                </a:path>
              </a:pathLst>
            </a:custGeom>
            <a:grpFill/>
            <a:ln w="7833" cap="flat">
              <a:noFill/>
              <a:prstDash val="solid"/>
              <a:round/>
            </a:ln>
          </p:spPr>
          <p:txBody>
            <a:bodyPr rtlCol="0" anchor="ctr"/>
            <a:lstStyle/>
            <a:p>
              <a:endParaRPr lang="en-US" sz="2400" noProof="0">
                <a:solidFill>
                  <a:schemeClr val="accent2"/>
                </a:solidFill>
              </a:endParaRPr>
            </a:p>
          </p:txBody>
        </p:sp>
        <p:sp>
          <p:nvSpPr>
            <p:cNvPr id="18" name="Forme libre : forme 17">
              <a:extLst>
                <a:ext uri="{FF2B5EF4-FFF2-40B4-BE49-F238E27FC236}">
                  <a16:creationId xmlns:a16="http://schemas.microsoft.com/office/drawing/2014/main" id="{2E436654-D7D3-4BBB-9470-2F10DA8514EE}"/>
                </a:ext>
              </a:extLst>
            </p:cNvPr>
            <p:cNvSpPr/>
            <p:nvPr/>
          </p:nvSpPr>
          <p:spPr>
            <a:xfrm rot="10725025" flipV="1">
              <a:off x="4768103" y="-317778"/>
              <a:ext cx="37406" cy="37169"/>
            </a:xfrm>
            <a:custGeom>
              <a:avLst/>
              <a:gdLst>
                <a:gd name="connsiteX0" fmla="*/ 18717 w 37406"/>
                <a:gd name="connsiteY0" fmla="*/ 130 h 37169"/>
                <a:gd name="connsiteX1" fmla="*/ 37414 w 37406"/>
                <a:gd name="connsiteY1" fmla="*/ 18300 h 37169"/>
                <a:gd name="connsiteX2" fmla="*/ 18717 w 37406"/>
                <a:gd name="connsiteY2" fmla="*/ 37288 h 37169"/>
                <a:gd name="connsiteX3" fmla="*/ 20 w 37406"/>
                <a:gd name="connsiteY3" fmla="*/ 19118 h 37169"/>
                <a:gd name="connsiteX4" fmla="*/ 18717 w 37406"/>
                <a:gd name="connsiteY4" fmla="*/ 130 h 371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406" h="37169">
                  <a:moveTo>
                    <a:pt x="18717" y="130"/>
                  </a:moveTo>
                  <a:cubicBezTo>
                    <a:pt x="29745" y="-106"/>
                    <a:pt x="37162" y="6729"/>
                    <a:pt x="37414" y="18300"/>
                  </a:cubicBezTo>
                  <a:cubicBezTo>
                    <a:pt x="37665" y="29603"/>
                    <a:pt x="30555" y="37028"/>
                    <a:pt x="18717" y="37288"/>
                  </a:cubicBezTo>
                  <a:cubicBezTo>
                    <a:pt x="7681" y="37524"/>
                    <a:pt x="264" y="30421"/>
                    <a:pt x="20" y="19118"/>
                  </a:cubicBezTo>
                  <a:cubicBezTo>
                    <a:pt x="-240" y="7547"/>
                    <a:pt x="6871" y="390"/>
                    <a:pt x="18717" y="130"/>
                  </a:cubicBezTo>
                </a:path>
              </a:pathLst>
            </a:custGeom>
            <a:grpFill/>
            <a:ln w="7833" cap="flat">
              <a:noFill/>
              <a:prstDash val="solid"/>
              <a:round/>
            </a:ln>
          </p:spPr>
          <p:txBody>
            <a:bodyPr rtlCol="0" anchor="ctr"/>
            <a:lstStyle/>
            <a:p>
              <a:endParaRPr lang="en-US" sz="2400" noProof="0"/>
            </a:p>
          </p:txBody>
        </p:sp>
      </p:grpSp>
      <p:sp>
        <p:nvSpPr>
          <p:cNvPr id="37" name="Espace réservé pour une image  36">
            <a:extLst>
              <a:ext uri="{FF2B5EF4-FFF2-40B4-BE49-F238E27FC236}">
                <a16:creationId xmlns:a16="http://schemas.microsoft.com/office/drawing/2014/main" id="{B393D89D-0FFD-4664-8FAD-EE45D64CF7A7}"/>
              </a:ext>
            </a:extLst>
          </p:cNvPr>
          <p:cNvSpPr>
            <a:spLocks noGrp="1"/>
          </p:cNvSpPr>
          <p:nvPr>
            <p:ph type="pic" sz="quarter" idx="17"/>
          </p:nvPr>
        </p:nvSpPr>
        <p:spPr>
          <a:xfrm>
            <a:off x="3" y="0"/>
            <a:ext cx="6374847" cy="6858000"/>
          </a:xfrm>
          <a:custGeom>
            <a:avLst/>
            <a:gdLst>
              <a:gd name="connsiteX0" fmla="*/ 0 w 4781135"/>
              <a:gd name="connsiteY0" fmla="*/ 0 h 5143500"/>
              <a:gd name="connsiteX1" fmla="*/ 3673235 w 4781135"/>
              <a:gd name="connsiteY1" fmla="*/ 0 h 5143500"/>
              <a:gd name="connsiteX2" fmla="*/ 3843349 w 4781135"/>
              <a:gd name="connsiteY2" fmla="*/ 145970 h 5143500"/>
              <a:gd name="connsiteX3" fmla="*/ 4781135 w 4781135"/>
              <a:gd name="connsiteY3" fmla="*/ 2622891 h 5143500"/>
              <a:gd name="connsiteX4" fmla="*/ 3861453 w 4781135"/>
              <a:gd name="connsiteY4" fmla="*/ 5081299 h 5143500"/>
              <a:gd name="connsiteX5" fmla="*/ 3792118 w 4781135"/>
              <a:gd name="connsiteY5" fmla="*/ 5143500 h 5143500"/>
              <a:gd name="connsiteX6" fmla="*/ 0 w 4781135"/>
              <a:gd name="connsiteY6" fmla="*/ 5143500 h 514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81135" h="5143500">
                <a:moveTo>
                  <a:pt x="0" y="0"/>
                </a:moveTo>
                <a:lnTo>
                  <a:pt x="3673235" y="0"/>
                </a:lnTo>
                <a:lnTo>
                  <a:pt x="3843349" y="145970"/>
                </a:lnTo>
                <a:cubicBezTo>
                  <a:pt x="4444478" y="723140"/>
                  <a:pt x="4781135" y="1564827"/>
                  <a:pt x="4781135" y="2622891"/>
                </a:cubicBezTo>
                <a:cubicBezTo>
                  <a:pt x="4781257" y="3656845"/>
                  <a:pt x="4444586" y="4498301"/>
                  <a:pt x="3861453" y="5081299"/>
                </a:cubicBezTo>
                <a:lnTo>
                  <a:pt x="3792118" y="5143500"/>
                </a:lnTo>
                <a:lnTo>
                  <a:pt x="0" y="5143500"/>
                </a:lnTo>
                <a:close/>
              </a:path>
            </a:pathLst>
          </a:custGeom>
        </p:spPr>
        <p:txBody>
          <a:bodyPr wrap="square">
            <a:noAutofit/>
          </a:bodyPr>
          <a:lstStyle>
            <a:lvl1pPr>
              <a:defRPr>
                <a:noFill/>
              </a:defRPr>
            </a:lvl1pPr>
          </a:lstStyle>
          <a:p>
            <a:r>
              <a:rPr lang="fr-FR" noProof="0"/>
              <a:t>Cliquez sur l'icône pour ajouter une image</a:t>
            </a:r>
            <a:endParaRPr lang="en-US" noProof="0"/>
          </a:p>
        </p:txBody>
      </p:sp>
      <p:sp>
        <p:nvSpPr>
          <p:cNvPr id="11" name="Espace réservé du graphique SmartArt 11">
            <a:extLst>
              <a:ext uri="{FF2B5EF4-FFF2-40B4-BE49-F238E27FC236}">
                <a16:creationId xmlns:a16="http://schemas.microsoft.com/office/drawing/2014/main" id="{540F3744-EAB0-48D1-B7AE-720C8628C071}"/>
              </a:ext>
            </a:extLst>
          </p:cNvPr>
          <p:cNvSpPr>
            <a:spLocks noGrp="1" noChangeAspect="1"/>
          </p:cNvSpPr>
          <p:nvPr>
            <p:ph type="dgm" sz="quarter" idx="14"/>
          </p:nvPr>
        </p:nvSpPr>
        <p:spPr>
          <a:xfrm>
            <a:off x="9190080" y="1763754"/>
            <a:ext cx="136443" cy="135473"/>
          </a:xfrm>
          <a:custGeom>
            <a:avLst/>
            <a:gdLst>
              <a:gd name="connsiteX0" fmla="*/ 122355 w 250013"/>
              <a:gd name="connsiteY0" fmla="*/ 0 h 248243"/>
              <a:gd name="connsiteX1" fmla="*/ 250013 w 250013"/>
              <a:gd name="connsiteY1" fmla="*/ 124134 h 248243"/>
              <a:gd name="connsiteX2" fmla="*/ 127674 w 250013"/>
              <a:gd name="connsiteY2" fmla="*/ 248243 h 248243"/>
              <a:gd name="connsiteX3" fmla="*/ 1 w 250013"/>
              <a:gd name="connsiteY3" fmla="*/ 124125 h 248243"/>
              <a:gd name="connsiteX4" fmla="*/ 122355 w 250013"/>
              <a:gd name="connsiteY4" fmla="*/ 0 h 248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0013" h="248243">
                <a:moveTo>
                  <a:pt x="122355" y="0"/>
                </a:moveTo>
                <a:cubicBezTo>
                  <a:pt x="200363" y="0"/>
                  <a:pt x="250013" y="46111"/>
                  <a:pt x="250013" y="124134"/>
                </a:cubicBezTo>
                <a:cubicBezTo>
                  <a:pt x="250022" y="200379"/>
                  <a:pt x="200361" y="248234"/>
                  <a:pt x="127674" y="248243"/>
                </a:cubicBezTo>
                <a:cubicBezTo>
                  <a:pt x="47872" y="248236"/>
                  <a:pt x="-6" y="200370"/>
                  <a:pt x="1" y="124125"/>
                </a:cubicBezTo>
                <a:cubicBezTo>
                  <a:pt x="0" y="46103"/>
                  <a:pt x="47874" y="2"/>
                  <a:pt x="122355" y="0"/>
                </a:cubicBezTo>
                <a:close/>
              </a:path>
            </a:pathLst>
          </a:custGeom>
          <a:solidFill>
            <a:schemeClr val="bg1"/>
          </a:solidFill>
          <a:ln w="22225">
            <a:noFill/>
          </a:ln>
        </p:spPr>
        <p:txBody>
          <a:bodyPr wrap="square">
            <a:noAutofit/>
          </a:bodyPr>
          <a:lstStyle>
            <a:lvl1pPr>
              <a:defRPr>
                <a:noFill/>
              </a:defRPr>
            </a:lvl1pPr>
          </a:lstStyle>
          <a:p>
            <a:r>
              <a:rPr lang="fr-FR" noProof="0"/>
              <a:t>Cliquez sur l'icône pour ajouter un graphique SmartArt</a:t>
            </a:r>
            <a:endParaRPr lang="en-US" noProof="0"/>
          </a:p>
        </p:txBody>
      </p:sp>
      <p:sp>
        <p:nvSpPr>
          <p:cNvPr id="16" name="Espace réservé du graphique SmartArt 11">
            <a:extLst>
              <a:ext uri="{FF2B5EF4-FFF2-40B4-BE49-F238E27FC236}">
                <a16:creationId xmlns:a16="http://schemas.microsoft.com/office/drawing/2014/main" id="{E04644FF-725F-4770-81BC-F016774228AE}"/>
              </a:ext>
            </a:extLst>
          </p:cNvPr>
          <p:cNvSpPr>
            <a:spLocks noGrp="1" noChangeAspect="1"/>
          </p:cNvSpPr>
          <p:nvPr>
            <p:ph type="dgm" sz="quarter" idx="19"/>
          </p:nvPr>
        </p:nvSpPr>
        <p:spPr>
          <a:xfrm>
            <a:off x="9190080" y="5169753"/>
            <a:ext cx="136443" cy="135473"/>
          </a:xfrm>
          <a:custGeom>
            <a:avLst/>
            <a:gdLst>
              <a:gd name="connsiteX0" fmla="*/ 122355 w 250013"/>
              <a:gd name="connsiteY0" fmla="*/ 0 h 248243"/>
              <a:gd name="connsiteX1" fmla="*/ 250013 w 250013"/>
              <a:gd name="connsiteY1" fmla="*/ 124134 h 248243"/>
              <a:gd name="connsiteX2" fmla="*/ 127674 w 250013"/>
              <a:gd name="connsiteY2" fmla="*/ 248243 h 248243"/>
              <a:gd name="connsiteX3" fmla="*/ 1 w 250013"/>
              <a:gd name="connsiteY3" fmla="*/ 124125 h 248243"/>
              <a:gd name="connsiteX4" fmla="*/ 122355 w 250013"/>
              <a:gd name="connsiteY4" fmla="*/ 0 h 248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0013" h="248243">
                <a:moveTo>
                  <a:pt x="122355" y="0"/>
                </a:moveTo>
                <a:cubicBezTo>
                  <a:pt x="200363" y="0"/>
                  <a:pt x="250013" y="46111"/>
                  <a:pt x="250013" y="124134"/>
                </a:cubicBezTo>
                <a:cubicBezTo>
                  <a:pt x="250022" y="200379"/>
                  <a:pt x="200361" y="248234"/>
                  <a:pt x="127674" y="248243"/>
                </a:cubicBezTo>
                <a:cubicBezTo>
                  <a:pt x="47872" y="248236"/>
                  <a:pt x="-6" y="200370"/>
                  <a:pt x="1" y="124125"/>
                </a:cubicBezTo>
                <a:cubicBezTo>
                  <a:pt x="0" y="46103"/>
                  <a:pt x="47874" y="2"/>
                  <a:pt x="122355" y="0"/>
                </a:cubicBezTo>
                <a:close/>
              </a:path>
            </a:pathLst>
          </a:custGeom>
          <a:solidFill>
            <a:schemeClr val="bg1"/>
          </a:solidFill>
          <a:ln w="22225">
            <a:noFill/>
          </a:ln>
        </p:spPr>
        <p:txBody>
          <a:bodyPr wrap="square">
            <a:noAutofit/>
          </a:bodyPr>
          <a:lstStyle>
            <a:lvl1pPr>
              <a:defRPr>
                <a:noFill/>
              </a:defRPr>
            </a:lvl1pPr>
          </a:lstStyle>
          <a:p>
            <a:r>
              <a:rPr lang="fr-FR" noProof="0"/>
              <a:t>Cliquez sur l'icône pour ajouter un graphique SmartArt</a:t>
            </a:r>
            <a:endParaRPr lang="en-US" noProof="0"/>
          </a:p>
        </p:txBody>
      </p:sp>
      <p:sp>
        <p:nvSpPr>
          <p:cNvPr id="21" name="Espace réservé du texte 5">
            <a:extLst>
              <a:ext uri="{FF2B5EF4-FFF2-40B4-BE49-F238E27FC236}">
                <a16:creationId xmlns:a16="http://schemas.microsoft.com/office/drawing/2014/main" id="{008D4AEF-2960-4B86-98AA-A0ABA6675BC8}"/>
              </a:ext>
            </a:extLst>
          </p:cNvPr>
          <p:cNvSpPr>
            <a:spLocks noGrp="1"/>
          </p:cNvSpPr>
          <p:nvPr>
            <p:ph type="body" sz="quarter" idx="21"/>
          </p:nvPr>
        </p:nvSpPr>
        <p:spPr>
          <a:xfrm>
            <a:off x="6783431" y="1926302"/>
            <a:ext cx="4949741" cy="1658148"/>
          </a:xfrm>
        </p:spPr>
        <p:txBody>
          <a:bodyPr anchor="b">
            <a:noAutofit/>
          </a:bodyPr>
          <a:lstStyle>
            <a:lvl1pPr algn="ctr">
              <a:lnSpc>
                <a:spcPct val="96000"/>
              </a:lnSpc>
              <a:spcAft>
                <a:spcPts val="1333"/>
              </a:spcAft>
              <a:defRPr lang="fr-FR" sz="4000" b="0" i="0" kern="1200" dirty="0" err="1" smtClean="0">
                <a:solidFill>
                  <a:schemeClr val="bg2"/>
                </a:solidFill>
                <a:latin typeface="Verdana" panose="020B0604030504040204" pitchFamily="34" charset="0"/>
                <a:ea typeface="Verdana" panose="020B0604030504040204" pitchFamily="34" charset="0"/>
                <a:cs typeface="Verdana" panose="020B0604030504040204" pitchFamily="34" charset="0"/>
              </a:defRPr>
            </a:lvl1pPr>
            <a:lvl2pPr algn="ctr">
              <a:lnSpc>
                <a:spcPct val="100000"/>
              </a:lnSpc>
              <a:defRPr sz="2667" b="0" i="1">
                <a:solidFill>
                  <a:schemeClr val="accent2"/>
                </a:solidFill>
                <a:latin typeface="Georgia" panose="02040502050405020303" pitchFamily="18" charset="0"/>
                <a:ea typeface="Verdana" panose="020B0604030504040204" pitchFamily="34" charset="0"/>
                <a:cs typeface="Verdana" panose="020B0604030504040204" pitchFamily="34" charset="0"/>
              </a:defRPr>
            </a:lvl2pPr>
            <a:lvl3pPr algn="ctr">
              <a:lnSpc>
                <a:spcPct val="100000"/>
              </a:lnSpc>
              <a:spcBef>
                <a:spcPts val="1333"/>
              </a:spcBef>
              <a:defRPr/>
            </a:lvl3pPr>
          </a:lstStyle>
          <a:p>
            <a:pPr lvl="0"/>
            <a:r>
              <a:rPr lang="fr-FR"/>
              <a:t>Cliquez pour modifier les styles du texte du masque</a:t>
            </a:r>
          </a:p>
        </p:txBody>
      </p:sp>
      <p:sp>
        <p:nvSpPr>
          <p:cNvPr id="22" name="Espace réservé du texte 5">
            <a:extLst>
              <a:ext uri="{FF2B5EF4-FFF2-40B4-BE49-F238E27FC236}">
                <a16:creationId xmlns:a16="http://schemas.microsoft.com/office/drawing/2014/main" id="{C4763866-3F61-4A13-9CE8-9A542B41F4FC}"/>
              </a:ext>
            </a:extLst>
          </p:cNvPr>
          <p:cNvSpPr>
            <a:spLocks noGrp="1"/>
          </p:cNvSpPr>
          <p:nvPr>
            <p:ph type="body" sz="quarter" idx="22"/>
          </p:nvPr>
        </p:nvSpPr>
        <p:spPr>
          <a:xfrm>
            <a:off x="6783431" y="3758158"/>
            <a:ext cx="4949741" cy="537959"/>
          </a:xfrm>
        </p:spPr>
        <p:txBody>
          <a:bodyPr anchor="t">
            <a:noAutofit/>
          </a:bodyPr>
          <a:lstStyle>
            <a:lvl1pPr algn="ctr">
              <a:lnSpc>
                <a:spcPct val="96000"/>
              </a:lnSpc>
              <a:spcAft>
                <a:spcPts val="1333"/>
              </a:spcAft>
              <a:defRPr lang="en-US" sz="2667" b="0" i="1" kern="1200" dirty="0">
                <a:solidFill>
                  <a:schemeClr val="bg2"/>
                </a:solidFill>
                <a:latin typeface="Georgia" panose="02040502050405020303" pitchFamily="18" charset="0"/>
                <a:ea typeface="Verdana" panose="020B0604030504040204" pitchFamily="34" charset="0"/>
                <a:cs typeface="Verdana" panose="020B0604030504040204" pitchFamily="34" charset="0"/>
              </a:defRPr>
            </a:lvl1pPr>
            <a:lvl2pPr marL="371381" indent="0" algn="ctr">
              <a:lnSpc>
                <a:spcPct val="100000"/>
              </a:lnSpc>
              <a:buFont typeface="Arial" panose="020B0604020202020204" pitchFamily="34" charset="0"/>
              <a:buNone/>
              <a:defRPr sz="2667" b="0" i="1">
                <a:solidFill>
                  <a:schemeClr val="bg1"/>
                </a:solidFill>
                <a:latin typeface="Georgia" panose="02040502050405020303" pitchFamily="18" charset="0"/>
                <a:ea typeface="Verdana" panose="020B0604030504040204" pitchFamily="34" charset="0"/>
                <a:cs typeface="Verdana" panose="020B0604030504040204" pitchFamily="34" charset="0"/>
              </a:defRPr>
            </a:lvl2pPr>
            <a:lvl3pPr algn="ctr">
              <a:lnSpc>
                <a:spcPct val="100000"/>
              </a:lnSpc>
              <a:spcBef>
                <a:spcPts val="1333"/>
              </a:spcBef>
              <a:defRPr/>
            </a:lvl3pPr>
          </a:lstStyle>
          <a:p>
            <a:pPr lvl="0"/>
            <a:r>
              <a:rPr lang="fr-FR"/>
              <a:t>Cliquez pour modifier les styles du texte du masque</a:t>
            </a:r>
          </a:p>
        </p:txBody>
      </p:sp>
      <p:sp>
        <p:nvSpPr>
          <p:cNvPr id="23" name="Espace réservé du texte 5">
            <a:extLst>
              <a:ext uri="{FF2B5EF4-FFF2-40B4-BE49-F238E27FC236}">
                <a16:creationId xmlns:a16="http://schemas.microsoft.com/office/drawing/2014/main" id="{7A2D6EFB-94B5-487C-A9CF-03E9B187D679}"/>
              </a:ext>
            </a:extLst>
          </p:cNvPr>
          <p:cNvSpPr>
            <a:spLocks noGrp="1"/>
          </p:cNvSpPr>
          <p:nvPr>
            <p:ph type="body" sz="quarter" idx="23"/>
          </p:nvPr>
        </p:nvSpPr>
        <p:spPr>
          <a:xfrm>
            <a:off x="6783431" y="4320499"/>
            <a:ext cx="4949741" cy="770660"/>
          </a:xfrm>
        </p:spPr>
        <p:txBody>
          <a:bodyPr anchor="t">
            <a:noAutofit/>
          </a:bodyPr>
          <a:lstStyle>
            <a:lvl1pPr algn="ctr">
              <a:lnSpc>
                <a:spcPct val="96000"/>
              </a:lnSpc>
              <a:spcAft>
                <a:spcPts val="1333"/>
              </a:spcAft>
              <a:defRPr lang="en-US" sz="1600" b="0" i="0" kern="1200" dirty="0">
                <a:solidFill>
                  <a:schemeClr val="bg2"/>
                </a:solidFill>
                <a:latin typeface="+mj-lt"/>
                <a:ea typeface="Verdana" panose="020B0604030504040204" pitchFamily="34" charset="0"/>
                <a:cs typeface="Verdana" panose="020B0604030504040204" pitchFamily="34" charset="0"/>
              </a:defRPr>
            </a:lvl1pPr>
            <a:lvl2pPr algn="l">
              <a:lnSpc>
                <a:spcPct val="100000"/>
              </a:lnSpc>
              <a:defRPr lang="en-US" sz="1600" b="0" i="0" kern="1200" noProof="0" dirty="0" smtClean="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lgn="ctr">
              <a:lnSpc>
                <a:spcPct val="100000"/>
              </a:lnSpc>
              <a:spcBef>
                <a:spcPts val="1333"/>
              </a:spcBef>
              <a:defRPr/>
            </a:lvl3pPr>
          </a:lstStyle>
          <a:p>
            <a:pPr lvl="0"/>
            <a:r>
              <a:rPr lang="fr-FR"/>
              <a:t>Cliquez pour modifier les styles du texte du masque</a:t>
            </a:r>
          </a:p>
        </p:txBody>
      </p:sp>
    </p:spTree>
    <p:extLst>
      <p:ext uri="{BB962C8B-B14F-4D97-AF65-F5344CB8AC3E}">
        <p14:creationId xmlns:p14="http://schemas.microsoft.com/office/powerpoint/2010/main" val="2063610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userDrawn="1">
  <p:cSld name="1_Title and Content">
    <p:bg>
      <p:bgPr>
        <a:solidFill>
          <a:schemeClr val="bg1"/>
        </a:solidFill>
        <a:effectLst/>
      </p:bgPr>
    </p:bg>
    <p:spTree>
      <p:nvGrpSpPr>
        <p:cNvPr id="1" name=""/>
        <p:cNvGrpSpPr/>
        <p:nvPr/>
      </p:nvGrpSpPr>
      <p:grpSpPr>
        <a:xfrm>
          <a:off x="0" y="0"/>
          <a:ext cx="0" cy="0"/>
          <a:chOff x="0" y="0"/>
          <a:chExt cx="0" cy="0"/>
        </a:xfrm>
      </p:grpSpPr>
      <p:sp>
        <p:nvSpPr>
          <p:cNvPr id="16" name="bk object 16"/>
          <p:cNvSpPr/>
          <p:nvPr userDrawn="1"/>
        </p:nvSpPr>
        <p:spPr>
          <a:xfrm>
            <a:off x="0" y="2"/>
            <a:ext cx="12192000" cy="6853671"/>
          </a:xfrm>
          <a:prstGeom prst="rect">
            <a:avLst/>
          </a:prstGeom>
          <a:blipFill>
            <a:blip r:embed="rId2" cstate="print"/>
            <a:stretch>
              <a:fillRect/>
            </a:stretch>
          </a:blipFill>
        </p:spPr>
        <p:txBody>
          <a:bodyPr wrap="square" lIns="0" tIns="0" rIns="0" bIns="0" rtlCol="0">
            <a:noAutofit/>
          </a:bodyPr>
          <a:lstStyle/>
          <a:p>
            <a:pPr marL="0" marR="0" lvl="0" indent="0" algn="l" defTabSz="1219140" rtl="0" eaLnBrk="1" fontAlgn="auto" latinLnBrk="0" hangingPunct="1">
              <a:lnSpc>
                <a:spcPct val="100000"/>
              </a:lnSpc>
              <a:spcBef>
                <a:spcPts val="0"/>
              </a:spcBef>
              <a:spcAft>
                <a:spcPts val="0"/>
              </a:spcAft>
              <a:buClrTx/>
              <a:buSzTx/>
              <a:buFontTx/>
              <a:buNone/>
              <a:tabLst/>
              <a:defRPr/>
            </a:pPr>
            <a:endParaRPr kumimoji="0" sz="1091" b="0" i="0" u="none" strike="noStrike" kern="1200" cap="none" spc="0" normalizeH="0" baseline="0" noProof="0">
              <a:ln>
                <a:noFill/>
              </a:ln>
              <a:solidFill>
                <a:prstClr val="black"/>
              </a:solidFill>
              <a:effectLst/>
              <a:uLnTx/>
              <a:uFillTx/>
              <a:latin typeface="Calibri"/>
              <a:ea typeface="+mn-ea"/>
              <a:cs typeface="+mn-cs"/>
            </a:endParaRPr>
          </a:p>
        </p:txBody>
      </p:sp>
      <p:sp>
        <p:nvSpPr>
          <p:cNvPr id="48" name="bk object 48"/>
          <p:cNvSpPr/>
          <p:nvPr/>
        </p:nvSpPr>
        <p:spPr>
          <a:xfrm>
            <a:off x="1955800" y="683787"/>
            <a:ext cx="10236200" cy="0"/>
          </a:xfrm>
          <a:custGeom>
            <a:avLst/>
            <a:gdLst/>
            <a:ahLst/>
            <a:cxnLst/>
            <a:rect l="l" t="t" r="r" b="b"/>
            <a:pathLst>
              <a:path w="16879067">
                <a:moveTo>
                  <a:pt x="0" y="0"/>
                </a:moveTo>
                <a:lnTo>
                  <a:pt x="16879067" y="0"/>
                </a:lnTo>
              </a:path>
            </a:pathLst>
          </a:custGeom>
          <a:ln w="5235">
            <a:solidFill>
              <a:srgbClr val="231F20"/>
            </a:solidFill>
          </a:ln>
        </p:spPr>
        <p:txBody>
          <a:bodyPr wrap="square" lIns="0" tIns="0" rIns="0" bIns="0" rtlCol="0">
            <a:noAutofit/>
          </a:bodyPr>
          <a:lstStyle/>
          <a:p>
            <a:pPr marL="0" marR="0" lvl="0" indent="0" algn="l" defTabSz="1219140" rtl="0" eaLnBrk="1" fontAlgn="auto" latinLnBrk="0" hangingPunct="1">
              <a:lnSpc>
                <a:spcPct val="100000"/>
              </a:lnSpc>
              <a:spcBef>
                <a:spcPts val="0"/>
              </a:spcBef>
              <a:spcAft>
                <a:spcPts val="0"/>
              </a:spcAft>
              <a:buClrTx/>
              <a:buSzTx/>
              <a:buFontTx/>
              <a:buNone/>
              <a:tabLst/>
              <a:defRPr/>
            </a:pPr>
            <a:endParaRPr kumimoji="0" sz="1091" b="0" i="0" u="none" strike="noStrike" kern="1200" cap="none" spc="0" normalizeH="0" baseline="0" noProof="0">
              <a:ln>
                <a:noFill/>
              </a:ln>
              <a:solidFill>
                <a:prstClr val="black"/>
              </a:solidFill>
              <a:effectLst/>
              <a:uLnTx/>
              <a:uFillTx/>
              <a:latin typeface="Calibri"/>
              <a:ea typeface="+mn-ea"/>
              <a:cs typeface="+mn-cs"/>
            </a:endParaRPr>
          </a:p>
        </p:txBody>
      </p:sp>
      <p:sp>
        <p:nvSpPr>
          <p:cNvPr id="49" name="bk object 49"/>
          <p:cNvSpPr/>
          <p:nvPr/>
        </p:nvSpPr>
        <p:spPr>
          <a:xfrm>
            <a:off x="645294" y="896933"/>
            <a:ext cx="147377" cy="2264433"/>
          </a:xfrm>
          <a:custGeom>
            <a:avLst/>
            <a:gdLst/>
            <a:ahLst/>
            <a:cxnLst/>
            <a:rect l="l" t="t" r="r" b="b"/>
            <a:pathLst>
              <a:path w="243018" h="3736315">
                <a:moveTo>
                  <a:pt x="243018" y="3736315"/>
                </a:moveTo>
                <a:lnTo>
                  <a:pt x="0" y="3736315"/>
                </a:lnTo>
                <a:lnTo>
                  <a:pt x="0" y="0"/>
                </a:lnTo>
                <a:lnTo>
                  <a:pt x="243018" y="0"/>
                </a:lnTo>
                <a:lnTo>
                  <a:pt x="243018" y="3736315"/>
                </a:lnTo>
                <a:close/>
              </a:path>
            </a:pathLst>
          </a:custGeom>
          <a:solidFill>
            <a:srgbClr val="874E9E"/>
          </a:solidFill>
        </p:spPr>
        <p:txBody>
          <a:bodyPr wrap="square" lIns="0" tIns="0" rIns="0" bIns="0" rtlCol="0">
            <a:noAutofit/>
          </a:bodyPr>
          <a:lstStyle/>
          <a:p>
            <a:pPr marL="0" marR="0" lvl="0" indent="0" algn="l" defTabSz="1219140" rtl="0" eaLnBrk="1" fontAlgn="auto" latinLnBrk="0" hangingPunct="1">
              <a:lnSpc>
                <a:spcPct val="100000"/>
              </a:lnSpc>
              <a:spcBef>
                <a:spcPts val="0"/>
              </a:spcBef>
              <a:spcAft>
                <a:spcPts val="0"/>
              </a:spcAft>
              <a:buClrTx/>
              <a:buSzTx/>
              <a:buFontTx/>
              <a:buNone/>
              <a:tabLst/>
              <a:defRPr/>
            </a:pPr>
            <a:endParaRPr kumimoji="0" sz="1091" b="0" i="0" u="none" strike="noStrike" kern="1200" cap="none" spc="0" normalizeH="0" baseline="0" noProof="0">
              <a:ln>
                <a:noFill/>
              </a:ln>
              <a:solidFill>
                <a:prstClr val="black"/>
              </a:solidFill>
              <a:effectLst/>
              <a:uLnTx/>
              <a:uFillTx/>
              <a:latin typeface="Calibri"/>
              <a:ea typeface="+mn-ea"/>
              <a:cs typeface="+mn-cs"/>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pPr defTabSz="1219140"/>
            <a:fld id="{86C020A9-E5E8-4A11-98F8-C2039ACA0F65}" type="datetime1">
              <a:rPr lang="en-US" sz="2400" smtClean="0">
                <a:solidFill>
                  <a:prstClr val="black">
                    <a:tint val="75000"/>
                  </a:prstClr>
                </a:solidFill>
              </a:rPr>
              <a:pPr defTabSz="1219140"/>
              <a:t>4/22/2026</a:t>
            </a:fld>
            <a:endParaRPr lang="en-US" sz="2400">
              <a:solidFill>
                <a:prstClr val="black">
                  <a:tint val="75000"/>
                </a:prstClr>
              </a:solidFill>
            </a:endParaRPr>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pPr defTabSz="1219140"/>
            <a:fld id="{B6F15528-21DE-4FAA-801E-634DDDAF4B2B}" type="slidenum">
              <a:rPr lang="en-US" sz="2400" smtClean="0">
                <a:solidFill>
                  <a:prstClr val="black">
                    <a:tint val="75000"/>
                  </a:prstClr>
                </a:solidFill>
              </a:rPr>
              <a:pPr defTabSz="1219140"/>
              <a:t>‹#›</a:t>
            </a:fld>
            <a:endParaRPr lang="en-US" sz="2400">
              <a:solidFill>
                <a:prstClr val="black">
                  <a:tint val="75000"/>
                </a:prstClr>
              </a:solidFill>
            </a:endParaRPr>
          </a:p>
        </p:txBody>
      </p:sp>
    </p:spTree>
    <p:extLst>
      <p:ext uri="{BB962C8B-B14F-4D97-AF65-F5344CB8AC3E}">
        <p14:creationId xmlns:p14="http://schemas.microsoft.com/office/powerpoint/2010/main" val="426785253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Tableau">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80002" y="364800"/>
            <a:ext cx="11225167" cy="517064"/>
          </a:xfrm>
        </p:spPr>
        <p:txBody>
          <a:bodyPr/>
          <a:lstStyle>
            <a:lvl1pPr>
              <a:defRPr/>
            </a:lvl1pPr>
          </a:lstStyle>
          <a:p>
            <a:r>
              <a:rPr lang="fr-FR" dirty="0"/>
              <a:t>Conclusion, corps 28</a:t>
            </a:r>
            <a:endParaRPr lang="en-US" dirty="0"/>
          </a:p>
        </p:txBody>
      </p:sp>
      <p:sp>
        <p:nvSpPr>
          <p:cNvPr id="26" name="Espace réservé du numéro de diapositive 25"/>
          <p:cNvSpPr>
            <a:spLocks noGrp="1"/>
          </p:cNvSpPr>
          <p:nvPr>
            <p:ph type="sldNum" sz="quarter" idx="16"/>
          </p:nvPr>
        </p:nvSpPr>
        <p:spPr/>
        <p:txBody>
          <a:bodyPr/>
          <a:lstStyle/>
          <a:p>
            <a:fld id="{6CC19534-8082-42C0-8F4D-FAE2C4EA7B07}" type="slidenum">
              <a:rPr lang="en-US" smtClean="0"/>
              <a:t>‹#›</a:t>
            </a:fld>
            <a:endParaRPr lang="en-US"/>
          </a:p>
        </p:txBody>
      </p:sp>
      <p:sp>
        <p:nvSpPr>
          <p:cNvPr id="31" name="Content Placeholder 2"/>
          <p:cNvSpPr>
            <a:spLocks noGrp="1"/>
          </p:cNvSpPr>
          <p:nvPr>
            <p:ph idx="17" hasCustomPrompt="1"/>
          </p:nvPr>
        </p:nvSpPr>
        <p:spPr>
          <a:xfrm>
            <a:off x="480002" y="950402"/>
            <a:ext cx="11225167" cy="465508"/>
          </a:xfrm>
        </p:spPr>
        <p:txBody>
          <a:bodyPr/>
          <a:lstStyle>
            <a:lvl1pPr marL="0" indent="0">
              <a:buNone/>
              <a:defRPr sz="2933" b="0" baseline="0">
                <a:solidFill>
                  <a:schemeClr val="tx1"/>
                </a:solidFill>
              </a:defRPr>
            </a:lvl1pPr>
            <a:lvl2pPr marL="355582" indent="0">
              <a:buNone/>
              <a:defRPr/>
            </a:lvl2pPr>
            <a:lvl3pPr marL="914354" indent="0">
              <a:buNone/>
              <a:defRPr/>
            </a:lvl3pPr>
            <a:lvl4pPr marL="1371532" indent="0">
              <a:buNone/>
              <a:defRPr/>
            </a:lvl4pPr>
            <a:lvl5pPr marL="1828709" indent="0">
              <a:buNone/>
              <a:defRPr/>
            </a:lvl5pPr>
          </a:lstStyle>
          <a:p>
            <a:pPr lvl="0"/>
            <a:r>
              <a:rPr lang="fr-FR" dirty="0"/>
              <a:t>Sous-titre, corps 22</a:t>
            </a:r>
            <a:endParaRPr lang="en-US" dirty="0"/>
          </a:p>
        </p:txBody>
      </p:sp>
      <p:sp>
        <p:nvSpPr>
          <p:cNvPr id="5" name="Espace réservé du tableau 4"/>
          <p:cNvSpPr>
            <a:spLocks noGrp="1"/>
          </p:cNvSpPr>
          <p:nvPr>
            <p:ph type="tbl" sz="quarter" idx="18"/>
          </p:nvPr>
        </p:nvSpPr>
        <p:spPr>
          <a:xfrm>
            <a:off x="478368" y="1653117"/>
            <a:ext cx="11226801" cy="4428067"/>
          </a:xfrm>
          <a:noFill/>
          <a:ln>
            <a:noFill/>
          </a:ln>
        </p:spPr>
        <p:txBody>
          <a:bodyPr/>
          <a:lstStyle/>
          <a:p>
            <a:r>
              <a:rPr lang="en-US"/>
              <a:t>Click icon to add table</a:t>
            </a:r>
            <a:endParaRPr lang="fr-FR" dirty="0"/>
          </a:p>
        </p:txBody>
      </p:sp>
    </p:spTree>
    <p:extLst>
      <p:ext uri="{BB962C8B-B14F-4D97-AF65-F5344CB8AC3E}">
        <p14:creationId xmlns:p14="http://schemas.microsoft.com/office/powerpoint/2010/main" val="1541017289"/>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4_Sommaire_1 colonne Only">
    <p:spTree>
      <p:nvGrpSpPr>
        <p:cNvPr id="1" name=""/>
        <p:cNvGrpSpPr/>
        <p:nvPr/>
      </p:nvGrpSpPr>
      <p:grpSpPr>
        <a:xfrm>
          <a:off x="0" y="0"/>
          <a:ext cx="0" cy="0"/>
          <a:chOff x="0" y="0"/>
          <a:chExt cx="0" cy="0"/>
        </a:xfrm>
      </p:grpSpPr>
      <p:sp>
        <p:nvSpPr>
          <p:cNvPr id="24" name="Espace réservé de la date 23"/>
          <p:cNvSpPr>
            <a:spLocks noGrp="1"/>
          </p:cNvSpPr>
          <p:nvPr>
            <p:ph type="dt" sz="half" idx="14"/>
          </p:nvPr>
        </p:nvSpPr>
        <p:spPr>
          <a:xfrm>
            <a:off x="10284665" y="6441571"/>
            <a:ext cx="1035587" cy="164148"/>
          </a:xfrm>
          <a:prstGeom prst="rect">
            <a:avLst/>
          </a:prstGeom>
        </p:spPr>
        <p:txBody>
          <a:bodyPr/>
          <a:lstStyle/>
          <a:p>
            <a:r>
              <a:rPr lang="en-US">
                <a:solidFill>
                  <a:srgbClr val="6B747B"/>
                </a:solidFill>
              </a:rPr>
              <a:t>XX . XX . XXXX</a:t>
            </a:r>
            <a:endParaRPr lang="fr-FR">
              <a:solidFill>
                <a:srgbClr val="6B747B"/>
              </a:solidFill>
            </a:endParaRPr>
          </a:p>
        </p:txBody>
      </p:sp>
      <p:sp>
        <p:nvSpPr>
          <p:cNvPr id="26" name="Espace réservé du numéro de diapositive 25"/>
          <p:cNvSpPr>
            <a:spLocks noGrp="1"/>
          </p:cNvSpPr>
          <p:nvPr>
            <p:ph type="sldNum" sz="quarter" idx="16"/>
          </p:nvPr>
        </p:nvSpPr>
        <p:spPr/>
        <p:txBody>
          <a:bodyPr/>
          <a:lstStyle/>
          <a:p>
            <a:fld id="{980E94A8-0648-D043-B8F7-3AFA110B04BE}" type="slidenum">
              <a:rPr lang="fr-FR" smtClean="0">
                <a:solidFill>
                  <a:srgbClr val="6B747B"/>
                </a:solidFill>
              </a:rPr>
              <a:pPr/>
              <a:t>‹#›</a:t>
            </a:fld>
            <a:endParaRPr lang="fr-FR">
              <a:solidFill>
                <a:srgbClr val="6B747B"/>
              </a:solidFill>
            </a:endParaRPr>
          </a:p>
        </p:txBody>
      </p:sp>
      <p:sp>
        <p:nvSpPr>
          <p:cNvPr id="7" name="Title 1">
            <a:extLst>
              <a:ext uri="{FF2B5EF4-FFF2-40B4-BE49-F238E27FC236}">
                <a16:creationId xmlns:a16="http://schemas.microsoft.com/office/drawing/2014/main" id="{C3E1FD64-E21D-42FE-9DF0-B5348E75FA8D}"/>
              </a:ext>
            </a:extLst>
          </p:cNvPr>
          <p:cNvSpPr>
            <a:spLocks noGrp="1"/>
          </p:cNvSpPr>
          <p:nvPr>
            <p:ph type="title" hasCustomPrompt="1"/>
          </p:nvPr>
        </p:nvSpPr>
        <p:spPr>
          <a:xfrm>
            <a:off x="478367" y="207581"/>
            <a:ext cx="9561600" cy="279051"/>
          </a:xfrm>
        </p:spPr>
        <p:txBody>
          <a:bodyPr/>
          <a:lstStyle>
            <a:lvl1pPr>
              <a:lnSpc>
                <a:spcPct val="85000"/>
              </a:lnSpc>
              <a:defRPr sz="2133" b="1">
                <a:solidFill>
                  <a:schemeClr val="tx1"/>
                </a:solidFill>
              </a:defRPr>
            </a:lvl1pPr>
          </a:lstStyle>
          <a:p>
            <a:r>
              <a:rPr lang="fr-FR"/>
              <a:t>key message</a:t>
            </a:r>
            <a:endParaRPr lang="en-US"/>
          </a:p>
        </p:txBody>
      </p:sp>
      <p:sp>
        <p:nvSpPr>
          <p:cNvPr id="8" name="Content Placeholder 2">
            <a:extLst>
              <a:ext uri="{FF2B5EF4-FFF2-40B4-BE49-F238E27FC236}">
                <a16:creationId xmlns:a16="http://schemas.microsoft.com/office/drawing/2014/main" id="{C7CBE107-3957-4D2C-A2C4-82EFD7F13940}"/>
              </a:ext>
            </a:extLst>
          </p:cNvPr>
          <p:cNvSpPr>
            <a:spLocks noGrp="1"/>
          </p:cNvSpPr>
          <p:nvPr>
            <p:ph idx="17" hasCustomPrompt="1"/>
          </p:nvPr>
        </p:nvSpPr>
        <p:spPr>
          <a:xfrm>
            <a:off x="478367" y="660609"/>
            <a:ext cx="9561600" cy="233475"/>
          </a:xfrm>
        </p:spPr>
        <p:txBody>
          <a:bodyPr/>
          <a:lstStyle>
            <a:lvl1pPr marL="0" indent="0">
              <a:buNone/>
              <a:defRPr sz="1600" b="0" baseline="0">
                <a:solidFill>
                  <a:schemeClr val="tx1"/>
                </a:solidFill>
              </a:defRPr>
            </a:lvl1pPr>
            <a:lvl2pPr marL="266667" indent="0">
              <a:buNone/>
              <a:defRPr/>
            </a:lvl2pPr>
            <a:lvl3pPr marL="685718" indent="0">
              <a:buNone/>
              <a:defRPr/>
            </a:lvl3pPr>
            <a:lvl4pPr marL="1028573" indent="0">
              <a:buNone/>
              <a:defRPr/>
            </a:lvl4pPr>
            <a:lvl5pPr marL="1371430" indent="0">
              <a:buNone/>
              <a:defRPr/>
            </a:lvl5pPr>
          </a:lstStyle>
          <a:p>
            <a:pPr lvl="0"/>
            <a:r>
              <a:rPr lang="fr-FR"/>
              <a:t>slide </a:t>
            </a:r>
            <a:r>
              <a:rPr lang="fr-FR" err="1"/>
              <a:t>title</a:t>
            </a:r>
            <a:endParaRPr lang="en-US"/>
          </a:p>
        </p:txBody>
      </p:sp>
    </p:spTree>
    <p:extLst>
      <p:ext uri="{BB962C8B-B14F-4D97-AF65-F5344CB8AC3E}">
        <p14:creationId xmlns:p14="http://schemas.microsoft.com/office/powerpoint/2010/main" val="295219792"/>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1_Disposition personnalisée">
    <p:bg>
      <p:bgPr>
        <a:solidFill>
          <a:schemeClr val="bg1"/>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4" name="Espace réservé du numéro de diapositive 3"/>
          <p:cNvSpPr>
            <a:spLocks noGrp="1"/>
          </p:cNvSpPr>
          <p:nvPr>
            <p:ph type="sldNum" sz="quarter" idx="11"/>
          </p:nvPr>
        </p:nvSpPr>
        <p:spPr/>
        <p:txBody>
          <a:bodyPr/>
          <a:lstStyle/>
          <a:p>
            <a:fld id="{6B54B0F7-55DD-40D6-B7F4-70B586885C0B}" type="slidenum">
              <a:rPr lang="en-US" smtClean="0"/>
              <a:pPr/>
              <a:t>‹#›</a:t>
            </a:fld>
            <a:endParaRPr lang="en-US"/>
          </a:p>
        </p:txBody>
      </p:sp>
      <p:sp>
        <p:nvSpPr>
          <p:cNvPr id="6" name="Espace réservé du texte 5"/>
          <p:cNvSpPr>
            <a:spLocks noGrp="1"/>
          </p:cNvSpPr>
          <p:nvPr>
            <p:ph type="body" sz="quarter" idx="12"/>
          </p:nvPr>
        </p:nvSpPr>
        <p:spPr>
          <a:xfrm>
            <a:off x="436033" y="1893698"/>
            <a:ext cx="11338984" cy="3210983"/>
          </a:xfrm>
        </p:spPr>
        <p:txBody>
          <a:bodyPr/>
          <a:lstStyle/>
          <a:p>
            <a:pPr lvl="0"/>
            <a:r>
              <a:rPr lang="fr-FR"/>
              <a:t>Modifiez les styles du texte du masque</a:t>
            </a:r>
          </a:p>
          <a:p>
            <a:pPr lvl="1"/>
            <a:r>
              <a:rPr lang="fr-FR"/>
              <a:t>Deuxième niveau</a:t>
            </a:r>
          </a:p>
        </p:txBody>
      </p:sp>
    </p:spTree>
    <p:extLst>
      <p:ext uri="{BB962C8B-B14F-4D97-AF65-F5344CB8AC3E}">
        <p14:creationId xmlns:p14="http://schemas.microsoft.com/office/powerpoint/2010/main" val="13942287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Deux contenus">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0A61A10B-B0C2-7E5D-06CB-685CD784EB4C}"/>
              </a:ext>
            </a:extLst>
          </p:cNvPr>
          <p:cNvSpPr>
            <a:spLocks noGrp="1"/>
          </p:cNvSpPr>
          <p:nvPr>
            <p:ph idx="1"/>
          </p:nvPr>
        </p:nvSpPr>
        <p:spPr>
          <a:xfrm>
            <a:off x="312301" y="1807244"/>
            <a:ext cx="11277443" cy="4028643"/>
          </a:xfrm>
          <a:prstGeom prst="rect">
            <a:avLst/>
          </a:prstGeom>
          <a:ln>
            <a:noFill/>
          </a:ln>
        </p:spPr>
        <p:txBody>
          <a:bodyPr>
            <a:normAutofit/>
          </a:bodyPr>
          <a:lstStyle>
            <a:lvl1pPr>
              <a:defRPr sz="1800">
                <a:solidFill>
                  <a:srgbClr val="15365A"/>
                </a:solidFill>
                <a:latin typeface="Verdana" panose="020B0604030504040204" pitchFamily="34" charset="0"/>
                <a:ea typeface="Verdana" panose="020B0604030504040204" pitchFamily="34" charset="0"/>
                <a:cs typeface="Verdana" panose="020B0604030504040204" pitchFamily="34" charset="0"/>
              </a:defRPr>
            </a:lvl1pPr>
            <a:lvl2pPr>
              <a:defRPr sz="1800">
                <a:solidFill>
                  <a:srgbClr val="15365A"/>
                </a:solidFill>
                <a:latin typeface="Verdana" panose="020B0604030504040204" pitchFamily="34" charset="0"/>
                <a:ea typeface="Verdana" panose="020B0604030504040204" pitchFamily="34" charset="0"/>
                <a:cs typeface="Verdana" panose="020B0604030504040204" pitchFamily="34" charset="0"/>
              </a:defRPr>
            </a:lvl2pPr>
            <a:lvl3pPr>
              <a:defRPr sz="1800">
                <a:solidFill>
                  <a:srgbClr val="15365A"/>
                </a:solidFill>
                <a:latin typeface="Verdana" panose="020B0604030504040204" pitchFamily="34" charset="0"/>
                <a:ea typeface="Verdana" panose="020B0604030504040204" pitchFamily="34" charset="0"/>
                <a:cs typeface="Verdana" panose="020B0604030504040204" pitchFamily="34" charset="0"/>
              </a:defRPr>
            </a:lvl3pPr>
            <a:lvl4pPr>
              <a:defRPr sz="1800">
                <a:solidFill>
                  <a:srgbClr val="15365A"/>
                </a:solidFill>
                <a:latin typeface="Verdana" panose="020B0604030504040204" pitchFamily="34" charset="0"/>
                <a:ea typeface="Verdana" panose="020B0604030504040204" pitchFamily="34" charset="0"/>
                <a:cs typeface="Verdana" panose="020B0604030504040204" pitchFamily="34" charset="0"/>
              </a:defRPr>
            </a:lvl4pPr>
            <a:lvl5pPr>
              <a:defRPr sz="1800">
                <a:solidFill>
                  <a:srgbClr val="15375A"/>
                </a:solidFill>
                <a:latin typeface="Verdana" panose="020B0604030504040204" pitchFamily="34" charset="0"/>
                <a:ea typeface="Verdana" panose="020B0604030504040204" pitchFamily="34" charset="0"/>
                <a:cs typeface="Verdana" panose="020B060403050404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2" name="Rectangle 1">
            <a:extLst>
              <a:ext uri="{FF2B5EF4-FFF2-40B4-BE49-F238E27FC236}">
                <a16:creationId xmlns:a16="http://schemas.microsoft.com/office/drawing/2014/main" id="{3271E22B-678B-057C-D2C2-27FFE8C06545}"/>
              </a:ext>
            </a:extLst>
          </p:cNvPr>
          <p:cNvSpPr/>
          <p:nvPr userDrawn="1"/>
        </p:nvSpPr>
        <p:spPr>
          <a:xfrm>
            <a:off x="312301" y="449195"/>
            <a:ext cx="11879699" cy="36355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Title 1">
            <a:extLst>
              <a:ext uri="{FF2B5EF4-FFF2-40B4-BE49-F238E27FC236}">
                <a16:creationId xmlns:a16="http://schemas.microsoft.com/office/drawing/2014/main" id="{FA14E51D-CB96-FF3E-3D23-B875032D1C87}"/>
              </a:ext>
            </a:extLst>
          </p:cNvPr>
          <p:cNvSpPr>
            <a:spLocks noGrp="1"/>
          </p:cNvSpPr>
          <p:nvPr>
            <p:ph type="title" hasCustomPrompt="1"/>
          </p:nvPr>
        </p:nvSpPr>
        <p:spPr>
          <a:xfrm>
            <a:off x="312301" y="267454"/>
            <a:ext cx="11277443" cy="1090596"/>
          </a:xfrm>
          <a:prstGeom prst="rect">
            <a:avLst/>
          </a:prstGeom>
        </p:spPr>
        <p:txBody>
          <a:bodyPr>
            <a:normAutofit/>
          </a:bodyPr>
          <a:lstStyle>
            <a:lvl1pPr algn="l">
              <a:defRPr sz="2800" b="1">
                <a:solidFill>
                  <a:srgbClr val="15375A"/>
                </a:solidFill>
                <a:latin typeface="Verdana" panose="020B0604030504040204" pitchFamily="34" charset="0"/>
                <a:ea typeface="Verdana" panose="020B0604030504040204" pitchFamily="34" charset="0"/>
                <a:cs typeface="Verdana" panose="020B0604030504040204" pitchFamily="34" charset="0"/>
              </a:defRPr>
            </a:lvl1pPr>
          </a:lstStyle>
          <a:p>
            <a:r>
              <a:rPr lang="en-GB"/>
              <a:t>Content Title</a:t>
            </a:r>
            <a:endParaRPr lang="en-FR"/>
          </a:p>
        </p:txBody>
      </p:sp>
    </p:spTree>
    <p:extLst>
      <p:ext uri="{BB962C8B-B14F-4D97-AF65-F5344CB8AC3E}">
        <p14:creationId xmlns:p14="http://schemas.microsoft.com/office/powerpoint/2010/main" val="129408725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1_Title, Content and Numbers (Alternativ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7276DEF-3CBF-476F-8A84-C6760A5FE884}"/>
              </a:ext>
            </a:extLst>
          </p:cNvPr>
          <p:cNvSpPr/>
          <p:nvPr/>
        </p:nvSpPr>
        <p:spPr>
          <a:xfrm>
            <a:off x="0" y="0"/>
            <a:ext cx="37296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noProof="0"/>
          </a:p>
        </p:txBody>
      </p:sp>
      <p:sp>
        <p:nvSpPr>
          <p:cNvPr id="11" name="Espace réservé du numéro de diapositive 10">
            <a:extLst>
              <a:ext uri="{FF2B5EF4-FFF2-40B4-BE49-F238E27FC236}">
                <a16:creationId xmlns:a16="http://schemas.microsoft.com/office/drawing/2014/main" id="{323D7EBE-BC7D-4AC5-AD6B-FCD5D270E1C6}"/>
              </a:ext>
            </a:extLst>
          </p:cNvPr>
          <p:cNvSpPr>
            <a:spLocks noGrp="1"/>
          </p:cNvSpPr>
          <p:nvPr>
            <p:ph type="sldNum" sz="quarter" idx="16"/>
          </p:nvPr>
        </p:nvSpPr>
        <p:spPr/>
        <p:txBody>
          <a:bodyPr/>
          <a:lstStyle/>
          <a:p>
            <a:fld id="{3AD8CF2D-8C6A-4A01-B744-59F09388191E}" type="slidenum">
              <a:rPr lang="en-US" smtClean="0"/>
              <a:t>‹#›</a:t>
            </a:fld>
            <a:endParaRPr lang="en-US"/>
          </a:p>
        </p:txBody>
      </p:sp>
      <p:sp>
        <p:nvSpPr>
          <p:cNvPr id="29" name="Espace réservé du texte 4">
            <a:extLst>
              <a:ext uri="{FF2B5EF4-FFF2-40B4-BE49-F238E27FC236}">
                <a16:creationId xmlns:a16="http://schemas.microsoft.com/office/drawing/2014/main" id="{EFA975DA-1F61-4E92-847F-881A6B959F18}"/>
              </a:ext>
            </a:extLst>
          </p:cNvPr>
          <p:cNvSpPr>
            <a:spLocks noGrp="1"/>
          </p:cNvSpPr>
          <p:nvPr>
            <p:ph type="body" sz="quarter" idx="21" hasCustomPrompt="1"/>
          </p:nvPr>
        </p:nvSpPr>
        <p:spPr>
          <a:xfrm>
            <a:off x="4352281" y="2220016"/>
            <a:ext cx="1091851" cy="921277"/>
          </a:xfrm>
        </p:spPr>
        <p:txBody>
          <a:bodyPr wrap="square">
            <a:spAutoFit/>
          </a:bodyPr>
          <a:lstStyle>
            <a:lvl1pPr algn="l">
              <a:lnSpc>
                <a:spcPct val="110000"/>
              </a:lnSpc>
              <a:defRPr sz="6000" b="0" i="0" cap="all" baseline="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0" indent="0">
              <a:buFont typeface="Arial" panose="020B0604020202020204" pitchFamily="34" charset="0"/>
              <a:buNone/>
              <a:defRPr sz="1067"/>
            </a:lvl2pPr>
            <a:lvl3pPr marL="307176" indent="0">
              <a:lnSpc>
                <a:spcPct val="110000"/>
              </a:lnSpc>
              <a:buFont typeface="Arial" panose="020B0604020202020204" pitchFamily="34" charset="0"/>
              <a:buNone/>
              <a:defRPr sz="1067">
                <a:latin typeface="+mj-lt"/>
              </a:defRPr>
            </a:lvl3pPr>
            <a:lvl4pPr>
              <a:defRPr sz="1333"/>
            </a:lvl4pPr>
            <a:lvl5pPr>
              <a:defRPr sz="1333"/>
            </a:lvl5pPr>
          </a:lstStyle>
          <a:p>
            <a:pPr lvl="0"/>
            <a:r>
              <a:rPr lang="en-US" noProof="0"/>
              <a:t>01</a:t>
            </a:r>
          </a:p>
        </p:txBody>
      </p:sp>
      <p:sp>
        <p:nvSpPr>
          <p:cNvPr id="30" name="Espace réservé du texte 4">
            <a:extLst>
              <a:ext uri="{FF2B5EF4-FFF2-40B4-BE49-F238E27FC236}">
                <a16:creationId xmlns:a16="http://schemas.microsoft.com/office/drawing/2014/main" id="{F6E50AC3-1EA3-493F-A0D3-634DA300E233}"/>
              </a:ext>
            </a:extLst>
          </p:cNvPr>
          <p:cNvSpPr>
            <a:spLocks noGrp="1"/>
          </p:cNvSpPr>
          <p:nvPr>
            <p:ph type="body" sz="quarter" idx="22"/>
          </p:nvPr>
        </p:nvSpPr>
        <p:spPr>
          <a:xfrm>
            <a:off x="4352280" y="1577579"/>
            <a:ext cx="6459117" cy="245708"/>
          </a:xfrm>
        </p:spPr>
        <p:txBody>
          <a:bodyPr wrap="square">
            <a:spAutoFit/>
          </a:bodyPr>
          <a:lstStyle>
            <a:lvl1pPr algn="l">
              <a:lnSpc>
                <a:spcPct val="110000"/>
              </a:lnSpc>
              <a:defRPr sz="1600">
                <a:solidFill>
                  <a:schemeClr val="tx1"/>
                </a:solidFill>
              </a:defRPr>
            </a:lvl1pPr>
            <a:lvl2pPr marL="228584" indent="-228584">
              <a:buFontTx/>
              <a:buBlip>
                <a:blip>
                  <a:extLst>
                    <a:ext uri="{96DAC541-7B7A-43D3-8B79-37D633B846F1}">
                      <asvg:svgBlip xmlns:asvg="http://schemas.microsoft.com/office/drawing/2016/SVG/main" r:embed="rId2"/>
                    </a:ext>
                  </a:extLst>
                </a:blip>
              </a:buBlip>
              <a:defRPr sz="1067"/>
            </a:lvl2pPr>
            <a:lvl3pPr>
              <a:lnSpc>
                <a:spcPct val="110000"/>
              </a:lnSpc>
              <a:defRPr sz="1067">
                <a:latin typeface="+mj-lt"/>
              </a:defRPr>
            </a:lvl3pPr>
            <a:lvl4pPr>
              <a:defRPr sz="1333"/>
            </a:lvl4pPr>
            <a:lvl5pPr>
              <a:defRPr sz="1333"/>
            </a:lvl5pPr>
          </a:lstStyle>
          <a:p>
            <a:pPr lvl="0"/>
            <a:r>
              <a:rPr lang="en-US" noProof="0"/>
              <a:t>Click to edit Master text styles</a:t>
            </a:r>
          </a:p>
        </p:txBody>
      </p:sp>
      <p:sp>
        <p:nvSpPr>
          <p:cNvPr id="31" name="Espace réservé du texte 4">
            <a:extLst>
              <a:ext uri="{FF2B5EF4-FFF2-40B4-BE49-F238E27FC236}">
                <a16:creationId xmlns:a16="http://schemas.microsoft.com/office/drawing/2014/main" id="{0E2314AF-F33D-4B84-8412-DF73ECC51E6B}"/>
              </a:ext>
            </a:extLst>
          </p:cNvPr>
          <p:cNvSpPr>
            <a:spLocks noGrp="1"/>
          </p:cNvSpPr>
          <p:nvPr>
            <p:ph type="body" sz="quarter" idx="25" hasCustomPrompt="1"/>
          </p:nvPr>
        </p:nvSpPr>
        <p:spPr>
          <a:xfrm>
            <a:off x="6253081" y="2220016"/>
            <a:ext cx="1091851" cy="921277"/>
          </a:xfrm>
        </p:spPr>
        <p:txBody>
          <a:bodyPr wrap="square">
            <a:spAutoFit/>
          </a:bodyPr>
          <a:lstStyle>
            <a:lvl1pPr algn="l">
              <a:lnSpc>
                <a:spcPct val="110000"/>
              </a:lnSpc>
              <a:defRPr sz="6000" b="0" i="0" cap="all" baseline="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0" indent="0">
              <a:buFont typeface="Arial" panose="020B0604020202020204" pitchFamily="34" charset="0"/>
              <a:buNone/>
              <a:defRPr sz="1067"/>
            </a:lvl2pPr>
            <a:lvl3pPr marL="307176" indent="0">
              <a:lnSpc>
                <a:spcPct val="110000"/>
              </a:lnSpc>
              <a:buFont typeface="Arial" panose="020B0604020202020204" pitchFamily="34" charset="0"/>
              <a:buNone/>
              <a:defRPr sz="1067">
                <a:latin typeface="+mj-lt"/>
              </a:defRPr>
            </a:lvl3pPr>
            <a:lvl4pPr>
              <a:defRPr sz="1333"/>
            </a:lvl4pPr>
            <a:lvl5pPr>
              <a:defRPr sz="1333"/>
            </a:lvl5pPr>
          </a:lstStyle>
          <a:p>
            <a:pPr lvl="0"/>
            <a:r>
              <a:rPr lang="en-US" noProof="0"/>
              <a:t>02</a:t>
            </a:r>
          </a:p>
        </p:txBody>
      </p:sp>
      <p:sp>
        <p:nvSpPr>
          <p:cNvPr id="32" name="Espace réservé du texte 4">
            <a:extLst>
              <a:ext uri="{FF2B5EF4-FFF2-40B4-BE49-F238E27FC236}">
                <a16:creationId xmlns:a16="http://schemas.microsoft.com/office/drawing/2014/main" id="{8444AA6E-9EC0-4895-8FC6-4351D2BEE032}"/>
              </a:ext>
            </a:extLst>
          </p:cNvPr>
          <p:cNvSpPr>
            <a:spLocks noGrp="1"/>
          </p:cNvSpPr>
          <p:nvPr>
            <p:ph type="body" sz="quarter" idx="28" hasCustomPrompt="1"/>
          </p:nvPr>
        </p:nvSpPr>
        <p:spPr>
          <a:xfrm>
            <a:off x="8153885" y="2220016"/>
            <a:ext cx="1091851" cy="921277"/>
          </a:xfrm>
        </p:spPr>
        <p:txBody>
          <a:bodyPr wrap="square">
            <a:spAutoFit/>
          </a:bodyPr>
          <a:lstStyle>
            <a:lvl1pPr algn="l">
              <a:lnSpc>
                <a:spcPct val="110000"/>
              </a:lnSpc>
              <a:defRPr sz="6000" b="0" i="0" cap="all" baseline="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0" indent="0">
              <a:buFont typeface="Arial" panose="020B0604020202020204" pitchFamily="34" charset="0"/>
              <a:buNone/>
              <a:defRPr sz="1067"/>
            </a:lvl2pPr>
            <a:lvl3pPr marL="307176" indent="0">
              <a:lnSpc>
                <a:spcPct val="110000"/>
              </a:lnSpc>
              <a:buFont typeface="Arial" panose="020B0604020202020204" pitchFamily="34" charset="0"/>
              <a:buNone/>
              <a:defRPr sz="1067">
                <a:latin typeface="+mj-lt"/>
              </a:defRPr>
            </a:lvl3pPr>
            <a:lvl4pPr>
              <a:defRPr sz="1333"/>
            </a:lvl4pPr>
            <a:lvl5pPr>
              <a:defRPr sz="1333"/>
            </a:lvl5pPr>
          </a:lstStyle>
          <a:p>
            <a:pPr lvl="0"/>
            <a:r>
              <a:rPr lang="en-US" noProof="0"/>
              <a:t>03</a:t>
            </a:r>
          </a:p>
        </p:txBody>
      </p:sp>
      <p:sp>
        <p:nvSpPr>
          <p:cNvPr id="33" name="Espace réservé du texte 4">
            <a:extLst>
              <a:ext uri="{FF2B5EF4-FFF2-40B4-BE49-F238E27FC236}">
                <a16:creationId xmlns:a16="http://schemas.microsoft.com/office/drawing/2014/main" id="{E3BC2BD0-41C8-4C7A-BC1B-E444A392D03A}"/>
              </a:ext>
            </a:extLst>
          </p:cNvPr>
          <p:cNvSpPr>
            <a:spLocks noGrp="1"/>
          </p:cNvSpPr>
          <p:nvPr>
            <p:ph type="body" sz="quarter" idx="31" hasCustomPrompt="1"/>
          </p:nvPr>
        </p:nvSpPr>
        <p:spPr>
          <a:xfrm>
            <a:off x="10054689" y="2220016"/>
            <a:ext cx="1091851" cy="921277"/>
          </a:xfrm>
        </p:spPr>
        <p:txBody>
          <a:bodyPr wrap="square">
            <a:spAutoFit/>
          </a:bodyPr>
          <a:lstStyle>
            <a:lvl1pPr algn="l">
              <a:lnSpc>
                <a:spcPct val="110000"/>
              </a:lnSpc>
              <a:defRPr sz="6000" b="0" i="0" cap="all" baseline="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0" indent="0">
              <a:buFont typeface="Arial" panose="020B0604020202020204" pitchFamily="34" charset="0"/>
              <a:buNone/>
              <a:defRPr sz="1067"/>
            </a:lvl2pPr>
            <a:lvl3pPr marL="307176" indent="0">
              <a:lnSpc>
                <a:spcPct val="110000"/>
              </a:lnSpc>
              <a:buFont typeface="Arial" panose="020B0604020202020204" pitchFamily="34" charset="0"/>
              <a:buNone/>
              <a:defRPr sz="1067">
                <a:latin typeface="+mj-lt"/>
              </a:defRPr>
            </a:lvl3pPr>
            <a:lvl4pPr>
              <a:defRPr sz="1333"/>
            </a:lvl4pPr>
            <a:lvl5pPr>
              <a:defRPr sz="1333"/>
            </a:lvl5pPr>
          </a:lstStyle>
          <a:p>
            <a:pPr lvl="0"/>
            <a:r>
              <a:rPr lang="en-US" noProof="0"/>
              <a:t>04</a:t>
            </a:r>
          </a:p>
        </p:txBody>
      </p:sp>
      <p:sp>
        <p:nvSpPr>
          <p:cNvPr id="38" name="Espace réservé du texte 4">
            <a:extLst>
              <a:ext uri="{FF2B5EF4-FFF2-40B4-BE49-F238E27FC236}">
                <a16:creationId xmlns:a16="http://schemas.microsoft.com/office/drawing/2014/main" id="{E6118210-A598-4833-8C53-BBA66CF5796F}"/>
              </a:ext>
            </a:extLst>
          </p:cNvPr>
          <p:cNvSpPr>
            <a:spLocks noGrp="1"/>
          </p:cNvSpPr>
          <p:nvPr>
            <p:ph type="body" sz="quarter" idx="40"/>
          </p:nvPr>
        </p:nvSpPr>
        <p:spPr>
          <a:xfrm>
            <a:off x="4352279" y="3269351"/>
            <a:ext cx="1694284" cy="419247"/>
          </a:xfrm>
        </p:spPr>
        <p:txBody>
          <a:bodyPr/>
          <a:lstStyle>
            <a:lvl1pPr algn="l">
              <a:lnSpc>
                <a:spcPct val="125000"/>
              </a:lnSpc>
              <a:defRPr sz="1600">
                <a:solidFill>
                  <a:schemeClr val="accent2"/>
                </a:solidFill>
              </a:defRPr>
            </a:lvl1pPr>
            <a:lvl2pPr marL="0" indent="0">
              <a:lnSpc>
                <a:spcPts val="1600"/>
              </a:lnSpc>
              <a:spcAft>
                <a:spcPts val="533"/>
              </a:spcAft>
              <a:buFont typeface="Arial" panose="020B0604020202020204" pitchFamily="34" charset="0"/>
              <a:buNone/>
              <a:defRPr sz="1467">
                <a:solidFill>
                  <a:schemeClr val="accent2"/>
                </a:solidFill>
              </a:defRPr>
            </a:lvl2pPr>
            <a:lvl3pPr marL="307176" indent="0">
              <a:lnSpc>
                <a:spcPct val="110000"/>
              </a:lnSpc>
              <a:buFont typeface="Arial" panose="020B0604020202020204" pitchFamily="34" charset="0"/>
              <a:buNone/>
              <a:defRPr sz="1067">
                <a:latin typeface="+mj-lt"/>
              </a:defRPr>
            </a:lvl3pPr>
            <a:lvl4pPr>
              <a:defRPr sz="1333"/>
            </a:lvl4pPr>
            <a:lvl5pPr>
              <a:defRPr sz="1333"/>
            </a:lvl5pPr>
          </a:lstStyle>
          <a:p>
            <a:pPr lvl="0"/>
            <a:r>
              <a:rPr lang="en-US" noProof="0"/>
              <a:t>Click to edit Master text styles</a:t>
            </a:r>
          </a:p>
        </p:txBody>
      </p:sp>
      <p:sp>
        <p:nvSpPr>
          <p:cNvPr id="39" name="Espace réservé du texte 4">
            <a:extLst>
              <a:ext uri="{FF2B5EF4-FFF2-40B4-BE49-F238E27FC236}">
                <a16:creationId xmlns:a16="http://schemas.microsoft.com/office/drawing/2014/main" id="{140FC0A1-6231-4649-9573-C6772F9B84BC}"/>
              </a:ext>
            </a:extLst>
          </p:cNvPr>
          <p:cNvSpPr>
            <a:spLocks noGrp="1"/>
          </p:cNvSpPr>
          <p:nvPr>
            <p:ph type="body" sz="quarter" idx="41"/>
          </p:nvPr>
        </p:nvSpPr>
        <p:spPr>
          <a:xfrm>
            <a:off x="4352279" y="3721785"/>
            <a:ext cx="1694284" cy="419247"/>
          </a:xfrm>
        </p:spPr>
        <p:txBody>
          <a:bodyPr/>
          <a:lstStyle>
            <a:lvl1pPr algn="l">
              <a:lnSpc>
                <a:spcPct val="125000"/>
              </a:lnSpc>
              <a:defRPr sz="1067">
                <a:solidFill>
                  <a:schemeClr val="tx1"/>
                </a:solidFill>
              </a:defRPr>
            </a:lvl1pPr>
            <a:lvl2pPr marL="0" indent="0">
              <a:lnSpc>
                <a:spcPts val="1600"/>
              </a:lnSpc>
              <a:spcAft>
                <a:spcPts val="533"/>
              </a:spcAft>
              <a:buFont typeface="Arial" panose="020B0604020202020204" pitchFamily="34" charset="0"/>
              <a:buNone/>
              <a:defRPr sz="933">
                <a:solidFill>
                  <a:schemeClr val="tx1"/>
                </a:solidFill>
              </a:defRPr>
            </a:lvl2pPr>
            <a:lvl3pPr marL="307176" indent="0">
              <a:lnSpc>
                <a:spcPct val="110000"/>
              </a:lnSpc>
              <a:buFont typeface="Arial" panose="020B0604020202020204" pitchFamily="34" charset="0"/>
              <a:buNone/>
              <a:defRPr sz="1067">
                <a:latin typeface="+mj-lt"/>
              </a:defRPr>
            </a:lvl3pPr>
            <a:lvl4pPr>
              <a:defRPr sz="1333"/>
            </a:lvl4pPr>
            <a:lvl5pPr>
              <a:defRPr sz="1333"/>
            </a:lvl5pPr>
          </a:lstStyle>
          <a:p>
            <a:pPr lvl="0"/>
            <a:r>
              <a:rPr lang="en-US" noProof="0"/>
              <a:t>Click to edit Master text styles</a:t>
            </a:r>
          </a:p>
        </p:txBody>
      </p:sp>
      <p:sp>
        <p:nvSpPr>
          <p:cNvPr id="40" name="Espace réservé du texte 4">
            <a:extLst>
              <a:ext uri="{FF2B5EF4-FFF2-40B4-BE49-F238E27FC236}">
                <a16:creationId xmlns:a16="http://schemas.microsoft.com/office/drawing/2014/main" id="{2DAC1528-CEDA-41B5-AAAF-B8FF60A576A9}"/>
              </a:ext>
            </a:extLst>
          </p:cNvPr>
          <p:cNvSpPr>
            <a:spLocks noGrp="1"/>
          </p:cNvSpPr>
          <p:nvPr>
            <p:ph type="body" sz="quarter" idx="42"/>
          </p:nvPr>
        </p:nvSpPr>
        <p:spPr>
          <a:xfrm>
            <a:off x="6253083" y="3269351"/>
            <a:ext cx="1694284" cy="419247"/>
          </a:xfrm>
        </p:spPr>
        <p:txBody>
          <a:bodyPr/>
          <a:lstStyle>
            <a:lvl1pPr algn="l">
              <a:lnSpc>
                <a:spcPct val="125000"/>
              </a:lnSpc>
              <a:defRPr sz="1600">
                <a:solidFill>
                  <a:schemeClr val="accent2"/>
                </a:solidFill>
              </a:defRPr>
            </a:lvl1pPr>
            <a:lvl2pPr marL="0" indent="0">
              <a:lnSpc>
                <a:spcPts val="1600"/>
              </a:lnSpc>
              <a:spcAft>
                <a:spcPts val="533"/>
              </a:spcAft>
              <a:buFont typeface="Arial" panose="020B0604020202020204" pitchFamily="34" charset="0"/>
              <a:buNone/>
              <a:defRPr sz="1467">
                <a:solidFill>
                  <a:schemeClr val="accent2"/>
                </a:solidFill>
              </a:defRPr>
            </a:lvl2pPr>
            <a:lvl3pPr marL="307176" indent="0">
              <a:lnSpc>
                <a:spcPct val="110000"/>
              </a:lnSpc>
              <a:buFont typeface="Arial" panose="020B0604020202020204" pitchFamily="34" charset="0"/>
              <a:buNone/>
              <a:defRPr sz="1067">
                <a:latin typeface="+mj-lt"/>
              </a:defRPr>
            </a:lvl3pPr>
            <a:lvl4pPr>
              <a:defRPr sz="1333"/>
            </a:lvl4pPr>
            <a:lvl5pPr>
              <a:defRPr sz="1333"/>
            </a:lvl5pPr>
          </a:lstStyle>
          <a:p>
            <a:pPr lvl="0"/>
            <a:r>
              <a:rPr lang="en-US" noProof="0"/>
              <a:t>Click to edit Master text styles</a:t>
            </a:r>
          </a:p>
        </p:txBody>
      </p:sp>
      <p:sp>
        <p:nvSpPr>
          <p:cNvPr id="41" name="Espace réservé du texte 4">
            <a:extLst>
              <a:ext uri="{FF2B5EF4-FFF2-40B4-BE49-F238E27FC236}">
                <a16:creationId xmlns:a16="http://schemas.microsoft.com/office/drawing/2014/main" id="{5FFDA929-E8A8-4AC0-99CE-44C3C6910AE5}"/>
              </a:ext>
            </a:extLst>
          </p:cNvPr>
          <p:cNvSpPr>
            <a:spLocks noGrp="1"/>
          </p:cNvSpPr>
          <p:nvPr>
            <p:ph type="body" sz="quarter" idx="43"/>
          </p:nvPr>
        </p:nvSpPr>
        <p:spPr>
          <a:xfrm>
            <a:off x="6253083" y="3721785"/>
            <a:ext cx="1694284" cy="419247"/>
          </a:xfrm>
        </p:spPr>
        <p:txBody>
          <a:bodyPr/>
          <a:lstStyle>
            <a:lvl1pPr algn="l">
              <a:lnSpc>
                <a:spcPct val="125000"/>
              </a:lnSpc>
              <a:defRPr sz="1067">
                <a:solidFill>
                  <a:schemeClr val="tx1"/>
                </a:solidFill>
              </a:defRPr>
            </a:lvl1pPr>
            <a:lvl2pPr marL="0" indent="0">
              <a:lnSpc>
                <a:spcPts val="1600"/>
              </a:lnSpc>
              <a:spcAft>
                <a:spcPts val="533"/>
              </a:spcAft>
              <a:buFont typeface="Arial" panose="020B0604020202020204" pitchFamily="34" charset="0"/>
              <a:buNone/>
              <a:defRPr sz="933">
                <a:solidFill>
                  <a:schemeClr val="tx1"/>
                </a:solidFill>
              </a:defRPr>
            </a:lvl2pPr>
            <a:lvl3pPr marL="307176" indent="0">
              <a:lnSpc>
                <a:spcPct val="110000"/>
              </a:lnSpc>
              <a:buFont typeface="Arial" panose="020B0604020202020204" pitchFamily="34" charset="0"/>
              <a:buNone/>
              <a:defRPr sz="1067">
                <a:latin typeface="+mj-lt"/>
              </a:defRPr>
            </a:lvl3pPr>
            <a:lvl4pPr>
              <a:defRPr sz="1333"/>
            </a:lvl4pPr>
            <a:lvl5pPr>
              <a:defRPr sz="1333"/>
            </a:lvl5pPr>
          </a:lstStyle>
          <a:p>
            <a:pPr lvl="0"/>
            <a:r>
              <a:rPr lang="en-US" noProof="0"/>
              <a:t>Click to edit Master text styles</a:t>
            </a:r>
          </a:p>
        </p:txBody>
      </p:sp>
      <p:sp>
        <p:nvSpPr>
          <p:cNvPr id="42" name="Espace réservé du texte 4">
            <a:extLst>
              <a:ext uri="{FF2B5EF4-FFF2-40B4-BE49-F238E27FC236}">
                <a16:creationId xmlns:a16="http://schemas.microsoft.com/office/drawing/2014/main" id="{9709CCCA-F00B-45D4-9788-1FBC4F09AA09}"/>
              </a:ext>
            </a:extLst>
          </p:cNvPr>
          <p:cNvSpPr>
            <a:spLocks noGrp="1"/>
          </p:cNvSpPr>
          <p:nvPr>
            <p:ph type="body" sz="quarter" idx="44"/>
          </p:nvPr>
        </p:nvSpPr>
        <p:spPr>
          <a:xfrm>
            <a:off x="8153887" y="3269351"/>
            <a:ext cx="1694284" cy="419247"/>
          </a:xfrm>
        </p:spPr>
        <p:txBody>
          <a:bodyPr/>
          <a:lstStyle>
            <a:lvl1pPr algn="l">
              <a:lnSpc>
                <a:spcPct val="125000"/>
              </a:lnSpc>
              <a:defRPr sz="1600">
                <a:solidFill>
                  <a:schemeClr val="accent2"/>
                </a:solidFill>
              </a:defRPr>
            </a:lvl1pPr>
            <a:lvl2pPr marL="0" indent="0">
              <a:lnSpc>
                <a:spcPts val="1600"/>
              </a:lnSpc>
              <a:spcAft>
                <a:spcPts val="533"/>
              </a:spcAft>
              <a:buFont typeface="Arial" panose="020B0604020202020204" pitchFamily="34" charset="0"/>
              <a:buNone/>
              <a:defRPr sz="1467">
                <a:solidFill>
                  <a:schemeClr val="accent2"/>
                </a:solidFill>
              </a:defRPr>
            </a:lvl2pPr>
            <a:lvl3pPr marL="307176" indent="0">
              <a:lnSpc>
                <a:spcPct val="110000"/>
              </a:lnSpc>
              <a:buFont typeface="Arial" panose="020B0604020202020204" pitchFamily="34" charset="0"/>
              <a:buNone/>
              <a:defRPr sz="1067">
                <a:latin typeface="+mj-lt"/>
              </a:defRPr>
            </a:lvl3pPr>
            <a:lvl4pPr>
              <a:defRPr sz="1333"/>
            </a:lvl4pPr>
            <a:lvl5pPr>
              <a:defRPr sz="1333"/>
            </a:lvl5pPr>
          </a:lstStyle>
          <a:p>
            <a:pPr lvl="0"/>
            <a:r>
              <a:rPr lang="en-US" noProof="0"/>
              <a:t>Click to edit Master text styles</a:t>
            </a:r>
          </a:p>
        </p:txBody>
      </p:sp>
      <p:sp>
        <p:nvSpPr>
          <p:cNvPr id="43" name="Espace réservé du texte 4">
            <a:extLst>
              <a:ext uri="{FF2B5EF4-FFF2-40B4-BE49-F238E27FC236}">
                <a16:creationId xmlns:a16="http://schemas.microsoft.com/office/drawing/2014/main" id="{B5E93FAA-61CE-40AC-8738-0DE2C5E1F424}"/>
              </a:ext>
            </a:extLst>
          </p:cNvPr>
          <p:cNvSpPr>
            <a:spLocks noGrp="1"/>
          </p:cNvSpPr>
          <p:nvPr>
            <p:ph type="body" sz="quarter" idx="45"/>
          </p:nvPr>
        </p:nvSpPr>
        <p:spPr>
          <a:xfrm>
            <a:off x="8153887" y="3721785"/>
            <a:ext cx="1694284" cy="419247"/>
          </a:xfrm>
        </p:spPr>
        <p:txBody>
          <a:bodyPr/>
          <a:lstStyle>
            <a:lvl1pPr algn="l">
              <a:lnSpc>
                <a:spcPct val="125000"/>
              </a:lnSpc>
              <a:defRPr sz="1067">
                <a:solidFill>
                  <a:schemeClr val="tx1"/>
                </a:solidFill>
              </a:defRPr>
            </a:lvl1pPr>
            <a:lvl2pPr marL="0" indent="0">
              <a:lnSpc>
                <a:spcPts val="1600"/>
              </a:lnSpc>
              <a:spcAft>
                <a:spcPts val="533"/>
              </a:spcAft>
              <a:buFont typeface="Arial" panose="020B0604020202020204" pitchFamily="34" charset="0"/>
              <a:buNone/>
              <a:defRPr sz="933">
                <a:solidFill>
                  <a:schemeClr val="tx1"/>
                </a:solidFill>
              </a:defRPr>
            </a:lvl2pPr>
            <a:lvl3pPr marL="307176" indent="0">
              <a:lnSpc>
                <a:spcPct val="110000"/>
              </a:lnSpc>
              <a:buFont typeface="Arial" panose="020B0604020202020204" pitchFamily="34" charset="0"/>
              <a:buNone/>
              <a:defRPr sz="1067">
                <a:latin typeface="+mj-lt"/>
              </a:defRPr>
            </a:lvl3pPr>
            <a:lvl4pPr>
              <a:defRPr sz="1333"/>
            </a:lvl4pPr>
            <a:lvl5pPr>
              <a:defRPr sz="1333"/>
            </a:lvl5pPr>
          </a:lstStyle>
          <a:p>
            <a:pPr lvl="0"/>
            <a:r>
              <a:rPr lang="en-US" noProof="0"/>
              <a:t>Click to edit Master text styles</a:t>
            </a:r>
          </a:p>
        </p:txBody>
      </p:sp>
      <p:sp>
        <p:nvSpPr>
          <p:cNvPr id="44" name="Espace réservé du texte 4">
            <a:extLst>
              <a:ext uri="{FF2B5EF4-FFF2-40B4-BE49-F238E27FC236}">
                <a16:creationId xmlns:a16="http://schemas.microsoft.com/office/drawing/2014/main" id="{14A4C1F7-829A-4567-999B-287472F1F401}"/>
              </a:ext>
            </a:extLst>
          </p:cNvPr>
          <p:cNvSpPr>
            <a:spLocks noGrp="1"/>
          </p:cNvSpPr>
          <p:nvPr>
            <p:ph type="body" sz="quarter" idx="46"/>
          </p:nvPr>
        </p:nvSpPr>
        <p:spPr>
          <a:xfrm>
            <a:off x="10054691" y="3269351"/>
            <a:ext cx="1694284" cy="419247"/>
          </a:xfrm>
        </p:spPr>
        <p:txBody>
          <a:bodyPr/>
          <a:lstStyle>
            <a:lvl1pPr algn="l">
              <a:lnSpc>
                <a:spcPct val="125000"/>
              </a:lnSpc>
              <a:defRPr sz="1600">
                <a:solidFill>
                  <a:schemeClr val="accent2"/>
                </a:solidFill>
              </a:defRPr>
            </a:lvl1pPr>
            <a:lvl2pPr marL="0" indent="0">
              <a:lnSpc>
                <a:spcPts val="1600"/>
              </a:lnSpc>
              <a:spcAft>
                <a:spcPts val="533"/>
              </a:spcAft>
              <a:buFont typeface="Arial" panose="020B0604020202020204" pitchFamily="34" charset="0"/>
              <a:buNone/>
              <a:defRPr sz="1467">
                <a:solidFill>
                  <a:schemeClr val="accent2"/>
                </a:solidFill>
              </a:defRPr>
            </a:lvl2pPr>
            <a:lvl3pPr marL="307176" indent="0">
              <a:lnSpc>
                <a:spcPct val="110000"/>
              </a:lnSpc>
              <a:buFont typeface="Arial" panose="020B0604020202020204" pitchFamily="34" charset="0"/>
              <a:buNone/>
              <a:defRPr sz="1067">
                <a:latin typeface="+mj-lt"/>
              </a:defRPr>
            </a:lvl3pPr>
            <a:lvl4pPr>
              <a:defRPr sz="1333"/>
            </a:lvl4pPr>
            <a:lvl5pPr>
              <a:defRPr sz="1333"/>
            </a:lvl5pPr>
          </a:lstStyle>
          <a:p>
            <a:pPr lvl="0"/>
            <a:r>
              <a:rPr lang="en-US" noProof="0"/>
              <a:t>Click to edit Master text styles</a:t>
            </a:r>
          </a:p>
        </p:txBody>
      </p:sp>
      <p:sp>
        <p:nvSpPr>
          <p:cNvPr id="45" name="Espace réservé du texte 4">
            <a:extLst>
              <a:ext uri="{FF2B5EF4-FFF2-40B4-BE49-F238E27FC236}">
                <a16:creationId xmlns:a16="http://schemas.microsoft.com/office/drawing/2014/main" id="{A4030E47-E75C-4A3D-9FAD-95FD358BD577}"/>
              </a:ext>
            </a:extLst>
          </p:cNvPr>
          <p:cNvSpPr>
            <a:spLocks noGrp="1"/>
          </p:cNvSpPr>
          <p:nvPr>
            <p:ph type="body" sz="quarter" idx="47"/>
          </p:nvPr>
        </p:nvSpPr>
        <p:spPr>
          <a:xfrm>
            <a:off x="10054691" y="3721785"/>
            <a:ext cx="1694284" cy="419247"/>
          </a:xfrm>
        </p:spPr>
        <p:txBody>
          <a:bodyPr/>
          <a:lstStyle>
            <a:lvl1pPr algn="l">
              <a:lnSpc>
                <a:spcPct val="125000"/>
              </a:lnSpc>
              <a:defRPr sz="1067">
                <a:solidFill>
                  <a:schemeClr val="tx1"/>
                </a:solidFill>
              </a:defRPr>
            </a:lvl1pPr>
            <a:lvl2pPr marL="0" indent="0">
              <a:lnSpc>
                <a:spcPts val="1600"/>
              </a:lnSpc>
              <a:spcAft>
                <a:spcPts val="533"/>
              </a:spcAft>
              <a:buFont typeface="Arial" panose="020B0604020202020204" pitchFamily="34" charset="0"/>
              <a:buNone/>
              <a:defRPr sz="933">
                <a:solidFill>
                  <a:schemeClr val="tx1"/>
                </a:solidFill>
              </a:defRPr>
            </a:lvl2pPr>
            <a:lvl3pPr marL="307176" indent="0">
              <a:lnSpc>
                <a:spcPct val="110000"/>
              </a:lnSpc>
              <a:buFont typeface="Arial" panose="020B0604020202020204" pitchFamily="34" charset="0"/>
              <a:buNone/>
              <a:defRPr sz="1067">
                <a:latin typeface="+mj-lt"/>
              </a:defRPr>
            </a:lvl3pPr>
            <a:lvl4pPr>
              <a:defRPr sz="1333"/>
            </a:lvl4pPr>
            <a:lvl5pPr>
              <a:defRPr sz="1333"/>
            </a:lvl5pPr>
          </a:lstStyle>
          <a:p>
            <a:pPr lvl="0"/>
            <a:r>
              <a:rPr lang="en-US" noProof="0"/>
              <a:t>Click to edit Master text styles</a:t>
            </a:r>
          </a:p>
        </p:txBody>
      </p:sp>
      <p:sp>
        <p:nvSpPr>
          <p:cNvPr id="24" name="Espace réservé du texte 4">
            <a:extLst>
              <a:ext uri="{FF2B5EF4-FFF2-40B4-BE49-F238E27FC236}">
                <a16:creationId xmlns:a16="http://schemas.microsoft.com/office/drawing/2014/main" id="{CBC1E183-B986-4005-B87A-30E837CB27F1}"/>
              </a:ext>
            </a:extLst>
          </p:cNvPr>
          <p:cNvSpPr>
            <a:spLocks noGrp="1"/>
          </p:cNvSpPr>
          <p:nvPr>
            <p:ph type="body" sz="quarter" idx="48"/>
          </p:nvPr>
        </p:nvSpPr>
        <p:spPr>
          <a:xfrm>
            <a:off x="444975" y="1577577"/>
            <a:ext cx="2824073" cy="492443"/>
          </a:xfrm>
        </p:spPr>
        <p:txBody>
          <a:bodyPr wrap="square">
            <a:spAutoFit/>
          </a:bodyPr>
          <a:lstStyle>
            <a:lvl1pPr>
              <a:lnSpc>
                <a:spcPct val="100000"/>
              </a:lnSpc>
              <a:spcAft>
                <a:spcPts val="0"/>
              </a:spcAft>
              <a:defRPr sz="1600" b="0" i="0">
                <a:solidFill>
                  <a:schemeClr val="bg1"/>
                </a:solidFill>
                <a:latin typeface="Verdana" panose="020B0604030504040204" pitchFamily="34" charset="0"/>
                <a:ea typeface="Verdana" panose="020B0604030504040204" pitchFamily="34" charset="0"/>
                <a:cs typeface="Verdana" panose="020B0604030504040204" pitchFamily="34" charset="0"/>
              </a:defRPr>
            </a:lvl1pPr>
            <a:lvl2pPr marL="0" indent="0">
              <a:spcBef>
                <a:spcPts val="533"/>
              </a:spcBef>
              <a:buFont typeface="Arial" panose="020B0604020202020204" pitchFamily="34" charset="0"/>
              <a:buNone/>
              <a:defRPr sz="1600"/>
            </a:lvl2pPr>
            <a:lvl3pPr>
              <a:lnSpc>
                <a:spcPct val="110000"/>
              </a:lnSpc>
              <a:defRPr lang="en-US" sz="1333" kern="1200" dirty="0" smtClean="0">
                <a:solidFill>
                  <a:schemeClr val="tx1"/>
                </a:solidFill>
                <a:latin typeface="Sanofi Sans 3 Regular"/>
                <a:ea typeface="+mn-ea"/>
                <a:cs typeface="+mn-cs"/>
              </a:defRPr>
            </a:lvl3pPr>
            <a:lvl4pPr>
              <a:defRPr sz="1333"/>
            </a:lvl4pPr>
            <a:lvl5pPr>
              <a:defRPr sz="1333"/>
            </a:lvl5pPr>
          </a:lstStyle>
          <a:p>
            <a:pPr lvl="0"/>
            <a:r>
              <a:rPr lang="en-US" noProof="0"/>
              <a:t>Click to edit Master text styles</a:t>
            </a:r>
          </a:p>
        </p:txBody>
      </p:sp>
      <p:sp>
        <p:nvSpPr>
          <p:cNvPr id="25" name="Text Placeholder 2">
            <a:extLst>
              <a:ext uri="{FF2B5EF4-FFF2-40B4-BE49-F238E27FC236}">
                <a16:creationId xmlns:a16="http://schemas.microsoft.com/office/drawing/2014/main" id="{61183799-5968-4FC4-B6D2-F8DDF1F8685C}"/>
              </a:ext>
            </a:extLst>
          </p:cNvPr>
          <p:cNvSpPr>
            <a:spLocks noGrp="1"/>
          </p:cNvSpPr>
          <p:nvPr>
            <p:ph type="body" sz="quarter" idx="49"/>
          </p:nvPr>
        </p:nvSpPr>
        <p:spPr>
          <a:xfrm>
            <a:off x="442037" y="1943802"/>
            <a:ext cx="2827447" cy="4295223"/>
          </a:xfrm>
        </p:spPr>
        <p:txBody>
          <a:bodyPr/>
          <a:lstStyle>
            <a:lvl1pPr>
              <a:defRPr>
                <a:solidFill>
                  <a:schemeClr val="bg1"/>
                </a:solidFill>
              </a:defRPr>
            </a:lvl1pPr>
            <a:lvl2pPr marL="302376" indent="-302376">
              <a:buFontTx/>
              <a:buBlip>
                <a:blip r:embed="rId3"/>
              </a:buBlip>
              <a:defRPr>
                <a:solidFill>
                  <a:schemeClr val="bg1"/>
                </a:solidFill>
              </a:defRPr>
            </a:lvl2pPr>
            <a:lvl3pPr marL="609555" indent="-302376">
              <a:buFontTx/>
              <a:buBlip>
                <a:blip r:embed="rId3"/>
              </a:buBlip>
              <a:defRPr>
                <a:solidFill>
                  <a:schemeClr val="bg1"/>
                </a:solidFill>
              </a:defRPr>
            </a:lvl3pPr>
            <a:lvl4pPr marL="911932" indent="-302376">
              <a:buFontTx/>
              <a:buBlip>
                <a:blip r:embed="rId3"/>
              </a:buBlip>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1B60C5BA-4E6C-49B9-BC13-AE34B754C3AB}"/>
              </a:ext>
            </a:extLst>
          </p:cNvPr>
          <p:cNvSpPr>
            <a:spLocks noGrp="1"/>
          </p:cNvSpPr>
          <p:nvPr>
            <p:ph type="title"/>
          </p:nvPr>
        </p:nvSpPr>
        <p:spPr>
          <a:xfrm>
            <a:off x="441600" y="710403"/>
            <a:ext cx="2827447" cy="748247"/>
          </a:xfrm>
        </p:spPr>
        <p:txBody>
          <a:bodyPr/>
          <a:lstStyle>
            <a:lvl1pPr>
              <a:defRPr>
                <a:solidFill>
                  <a:schemeClr val="bg1"/>
                </a:solidFill>
              </a:defRPr>
            </a:lvl1pPr>
          </a:lstStyle>
          <a:p>
            <a:r>
              <a:rPr lang="en-US"/>
              <a:t>Click to edit Master title style</a:t>
            </a:r>
          </a:p>
        </p:txBody>
      </p:sp>
      <p:sp>
        <p:nvSpPr>
          <p:cNvPr id="26" name="Forme libre : forme 9">
            <a:extLst>
              <a:ext uri="{FF2B5EF4-FFF2-40B4-BE49-F238E27FC236}">
                <a16:creationId xmlns:a16="http://schemas.microsoft.com/office/drawing/2014/main" id="{A9C36C71-038F-4436-BBC3-96ADAFADF4C5}"/>
              </a:ext>
            </a:extLst>
          </p:cNvPr>
          <p:cNvSpPr>
            <a:spLocks noChangeAspect="1"/>
          </p:cNvSpPr>
          <p:nvPr/>
        </p:nvSpPr>
        <p:spPr>
          <a:xfrm>
            <a:off x="441599" y="6330316"/>
            <a:ext cx="1073008" cy="273600"/>
          </a:xfrm>
          <a:custGeom>
            <a:avLst/>
            <a:gdLst>
              <a:gd name="connsiteX0" fmla="*/ 689325 w 740699"/>
              <a:gd name="connsiteY0" fmla="*/ 7347 h 191096"/>
              <a:gd name="connsiteX1" fmla="*/ 688790 w 740699"/>
              <a:gd name="connsiteY1" fmla="*/ 10847 h 191096"/>
              <a:gd name="connsiteX2" fmla="*/ 686092 w 740699"/>
              <a:gd name="connsiteY2" fmla="*/ 24840 h 191096"/>
              <a:gd name="connsiteX3" fmla="*/ 680980 w 740699"/>
              <a:gd name="connsiteY3" fmla="*/ 29953 h 191096"/>
              <a:gd name="connsiteX4" fmla="*/ 667797 w 740699"/>
              <a:gd name="connsiteY4" fmla="*/ 28608 h 191096"/>
              <a:gd name="connsiteX5" fmla="*/ 646528 w 740699"/>
              <a:gd name="connsiteY5" fmla="*/ 50946 h 191096"/>
              <a:gd name="connsiteX6" fmla="*/ 646528 w 740699"/>
              <a:gd name="connsiteY6" fmla="*/ 53911 h 191096"/>
              <a:gd name="connsiteX7" fmla="*/ 680712 w 740699"/>
              <a:gd name="connsiteY7" fmla="*/ 53911 h 191096"/>
              <a:gd name="connsiteX8" fmla="*/ 686092 w 740699"/>
              <a:gd name="connsiteY8" fmla="*/ 59559 h 191096"/>
              <a:gd name="connsiteX9" fmla="*/ 686092 w 740699"/>
              <a:gd name="connsiteY9" fmla="*/ 78130 h 191096"/>
              <a:gd name="connsiteX10" fmla="*/ 680712 w 740699"/>
              <a:gd name="connsiteY10" fmla="*/ 83518 h 191096"/>
              <a:gd name="connsiteX11" fmla="*/ 646528 w 740699"/>
              <a:gd name="connsiteY11" fmla="*/ 83518 h 191096"/>
              <a:gd name="connsiteX12" fmla="*/ 646528 w 740699"/>
              <a:gd name="connsiteY12" fmla="*/ 183097 h 191096"/>
              <a:gd name="connsiteX13" fmla="*/ 641148 w 740699"/>
              <a:gd name="connsiteY13" fmla="*/ 188485 h 191096"/>
              <a:gd name="connsiteX14" fmla="*/ 617197 w 740699"/>
              <a:gd name="connsiteY14" fmla="*/ 188485 h 191096"/>
              <a:gd name="connsiteX15" fmla="*/ 611809 w 740699"/>
              <a:gd name="connsiteY15" fmla="*/ 183097 h 191096"/>
              <a:gd name="connsiteX16" fmla="*/ 611809 w 740699"/>
              <a:gd name="connsiteY16" fmla="*/ 56602 h 191096"/>
              <a:gd name="connsiteX17" fmla="*/ 666987 w 740699"/>
              <a:gd name="connsiteY17" fmla="*/ 79 h 191096"/>
              <a:gd name="connsiteX18" fmla="*/ 683945 w 740699"/>
              <a:gd name="connsiteY18" fmla="*/ 1966 h 191096"/>
              <a:gd name="connsiteX19" fmla="*/ 689325 w 740699"/>
              <a:gd name="connsiteY19" fmla="*/ 7347 h 191096"/>
              <a:gd name="connsiteX20" fmla="*/ 741003 w 740699"/>
              <a:gd name="connsiteY20" fmla="*/ 59292 h 191096"/>
              <a:gd name="connsiteX21" fmla="*/ 741003 w 740699"/>
              <a:gd name="connsiteY21" fmla="*/ 183097 h 191096"/>
              <a:gd name="connsiteX22" fmla="*/ 735615 w 740699"/>
              <a:gd name="connsiteY22" fmla="*/ 188485 h 191096"/>
              <a:gd name="connsiteX23" fmla="*/ 711396 w 740699"/>
              <a:gd name="connsiteY23" fmla="*/ 188485 h 191096"/>
              <a:gd name="connsiteX24" fmla="*/ 706008 w 740699"/>
              <a:gd name="connsiteY24" fmla="*/ 183097 h 191096"/>
              <a:gd name="connsiteX25" fmla="*/ 706008 w 740699"/>
              <a:gd name="connsiteY25" fmla="*/ 59292 h 191096"/>
              <a:gd name="connsiteX26" fmla="*/ 711396 w 740699"/>
              <a:gd name="connsiteY26" fmla="*/ 53911 h 191096"/>
              <a:gd name="connsiteX27" fmla="*/ 735615 w 740699"/>
              <a:gd name="connsiteY27" fmla="*/ 53911 h 191096"/>
              <a:gd name="connsiteX28" fmla="*/ 741003 w 740699"/>
              <a:gd name="connsiteY28" fmla="*/ 59292 h 191096"/>
              <a:gd name="connsiteX29" fmla="*/ 518954 w 740699"/>
              <a:gd name="connsiteY29" fmla="*/ 158879 h 191096"/>
              <a:gd name="connsiteX30" fmla="*/ 485847 w 740699"/>
              <a:gd name="connsiteY30" fmla="*/ 121195 h 191096"/>
              <a:gd name="connsiteX31" fmla="*/ 517074 w 740699"/>
              <a:gd name="connsiteY31" fmla="*/ 83518 h 191096"/>
              <a:gd name="connsiteX32" fmla="*/ 550173 w 740699"/>
              <a:gd name="connsiteY32" fmla="*/ 121195 h 191096"/>
              <a:gd name="connsiteX33" fmla="*/ 518954 w 740699"/>
              <a:gd name="connsiteY33" fmla="*/ 158879 h 191096"/>
              <a:gd name="connsiteX34" fmla="*/ 517074 w 740699"/>
              <a:gd name="connsiteY34" fmla="*/ 51221 h 191096"/>
              <a:gd name="connsiteX35" fmla="*/ 450317 w 740699"/>
              <a:gd name="connsiteY35" fmla="*/ 121195 h 191096"/>
              <a:gd name="connsiteX36" fmla="*/ 518954 w 740699"/>
              <a:gd name="connsiteY36" fmla="*/ 191176 h 191096"/>
              <a:gd name="connsiteX37" fmla="*/ 585702 w 740699"/>
              <a:gd name="connsiteY37" fmla="*/ 121195 h 191096"/>
              <a:gd name="connsiteX38" fmla="*/ 517074 w 740699"/>
              <a:gd name="connsiteY38" fmla="*/ 51221 h 191096"/>
              <a:gd name="connsiteX39" fmla="*/ 424486 w 740699"/>
              <a:gd name="connsiteY39" fmla="*/ 101813 h 191096"/>
              <a:gd name="connsiteX40" fmla="*/ 424486 w 740699"/>
              <a:gd name="connsiteY40" fmla="*/ 183097 h 191096"/>
              <a:gd name="connsiteX41" fmla="*/ 419098 w 740699"/>
              <a:gd name="connsiteY41" fmla="*/ 188485 h 191096"/>
              <a:gd name="connsiteX42" fmla="*/ 394880 w 740699"/>
              <a:gd name="connsiteY42" fmla="*/ 188485 h 191096"/>
              <a:gd name="connsiteX43" fmla="*/ 389492 w 740699"/>
              <a:gd name="connsiteY43" fmla="*/ 183097 h 191096"/>
              <a:gd name="connsiteX44" fmla="*/ 389492 w 740699"/>
              <a:gd name="connsiteY44" fmla="*/ 106391 h 191096"/>
              <a:gd name="connsiteX45" fmla="*/ 363385 w 740699"/>
              <a:gd name="connsiteY45" fmla="*/ 83518 h 191096"/>
              <a:gd name="connsiteX46" fmla="*/ 343469 w 740699"/>
              <a:gd name="connsiteY46" fmla="*/ 85665 h 191096"/>
              <a:gd name="connsiteX47" fmla="*/ 337012 w 740699"/>
              <a:gd name="connsiteY47" fmla="*/ 92666 h 191096"/>
              <a:gd name="connsiteX48" fmla="*/ 337012 w 740699"/>
              <a:gd name="connsiteY48" fmla="*/ 183097 h 191096"/>
              <a:gd name="connsiteX49" fmla="*/ 331624 w 740699"/>
              <a:gd name="connsiteY49" fmla="*/ 188485 h 191096"/>
              <a:gd name="connsiteX50" fmla="*/ 307405 w 740699"/>
              <a:gd name="connsiteY50" fmla="*/ 188485 h 191096"/>
              <a:gd name="connsiteX51" fmla="*/ 302017 w 740699"/>
              <a:gd name="connsiteY51" fmla="*/ 183097 h 191096"/>
              <a:gd name="connsiteX52" fmla="*/ 302017 w 740699"/>
              <a:gd name="connsiteY52" fmla="*/ 71672 h 191096"/>
              <a:gd name="connsiteX53" fmla="*/ 308750 w 740699"/>
              <a:gd name="connsiteY53" fmla="*/ 60904 h 191096"/>
              <a:gd name="connsiteX54" fmla="*/ 362850 w 740699"/>
              <a:gd name="connsiteY54" fmla="*/ 51221 h 191096"/>
              <a:gd name="connsiteX55" fmla="*/ 424486 w 740699"/>
              <a:gd name="connsiteY55" fmla="*/ 101813 h 191096"/>
              <a:gd name="connsiteX56" fmla="*/ 122497 w 740699"/>
              <a:gd name="connsiteY56" fmla="*/ 167759 h 191096"/>
              <a:gd name="connsiteX57" fmla="*/ 120342 w 740699"/>
              <a:gd name="connsiteY57" fmla="*/ 183097 h 191096"/>
              <a:gd name="connsiteX58" fmla="*/ 113350 w 740699"/>
              <a:gd name="connsiteY58" fmla="*/ 188485 h 191096"/>
              <a:gd name="connsiteX59" fmla="*/ 89123 w 740699"/>
              <a:gd name="connsiteY59" fmla="*/ 188485 h 191096"/>
              <a:gd name="connsiteX60" fmla="*/ 85088 w 740699"/>
              <a:gd name="connsiteY60" fmla="*/ 184718 h 191096"/>
              <a:gd name="connsiteX61" fmla="*/ 85356 w 740699"/>
              <a:gd name="connsiteY61" fmla="*/ 183097 h 191096"/>
              <a:gd name="connsiteX62" fmla="*/ 86968 w 740699"/>
              <a:gd name="connsiteY62" fmla="*/ 173140 h 191096"/>
              <a:gd name="connsiteX63" fmla="*/ 303 w 740699"/>
              <a:gd name="connsiteY63" fmla="*/ 98589 h 191096"/>
              <a:gd name="connsiteX64" fmla="*/ 59517 w 740699"/>
              <a:gd name="connsiteY64" fmla="*/ 50144 h 191096"/>
              <a:gd name="connsiteX65" fmla="*/ 115230 w 740699"/>
              <a:gd name="connsiteY65" fmla="*/ 64404 h 191096"/>
              <a:gd name="connsiteX66" fmla="*/ 118462 w 740699"/>
              <a:gd name="connsiteY66" fmla="*/ 69792 h 191096"/>
              <a:gd name="connsiteX67" fmla="*/ 117385 w 740699"/>
              <a:gd name="connsiteY67" fmla="*/ 74362 h 191096"/>
              <a:gd name="connsiteX68" fmla="*/ 109039 w 740699"/>
              <a:gd name="connsiteY68" fmla="*/ 92131 h 191096"/>
              <a:gd name="connsiteX69" fmla="*/ 103116 w 740699"/>
              <a:gd name="connsiteY69" fmla="*/ 95899 h 191096"/>
              <a:gd name="connsiteX70" fmla="*/ 99081 w 740699"/>
              <a:gd name="connsiteY70" fmla="*/ 94821 h 191096"/>
              <a:gd name="connsiteX71" fmla="*/ 58439 w 740699"/>
              <a:gd name="connsiteY71" fmla="*/ 82708 h 191096"/>
              <a:gd name="connsiteX72" fmla="*/ 35833 w 740699"/>
              <a:gd name="connsiteY72" fmla="*/ 96166 h 191096"/>
              <a:gd name="connsiteX73" fmla="*/ 122497 w 740699"/>
              <a:gd name="connsiteY73" fmla="*/ 167759 h 191096"/>
              <a:gd name="connsiteX74" fmla="*/ 234191 w 740699"/>
              <a:gd name="connsiteY74" fmla="*/ 149189 h 191096"/>
              <a:gd name="connsiteX75" fmla="*/ 227466 w 740699"/>
              <a:gd name="connsiteY75" fmla="*/ 156456 h 191096"/>
              <a:gd name="connsiteX76" fmla="*/ 209162 w 740699"/>
              <a:gd name="connsiteY76" fmla="*/ 158879 h 191096"/>
              <a:gd name="connsiteX77" fmla="*/ 175788 w 740699"/>
              <a:gd name="connsiteY77" fmla="*/ 121195 h 191096"/>
              <a:gd name="connsiteX78" fmla="*/ 209162 w 740699"/>
              <a:gd name="connsiteY78" fmla="*/ 83518 h 191096"/>
              <a:gd name="connsiteX79" fmla="*/ 227466 w 740699"/>
              <a:gd name="connsiteY79" fmla="*/ 85941 h 191096"/>
              <a:gd name="connsiteX80" fmla="*/ 234191 w 740699"/>
              <a:gd name="connsiteY80" fmla="*/ 93201 h 191096"/>
              <a:gd name="connsiteX81" fmla="*/ 234191 w 740699"/>
              <a:gd name="connsiteY81" fmla="*/ 149189 h 191096"/>
              <a:gd name="connsiteX82" fmla="*/ 262452 w 740699"/>
              <a:gd name="connsiteY82" fmla="*/ 61179 h 191096"/>
              <a:gd name="connsiteX83" fmla="*/ 209430 w 740699"/>
              <a:gd name="connsiteY83" fmla="*/ 51221 h 191096"/>
              <a:gd name="connsiteX84" fmla="*/ 140258 w 740699"/>
              <a:gd name="connsiteY84" fmla="*/ 121195 h 191096"/>
              <a:gd name="connsiteX85" fmla="*/ 208895 w 740699"/>
              <a:gd name="connsiteY85" fmla="*/ 191176 h 191096"/>
              <a:gd name="connsiteX86" fmla="*/ 262452 w 740699"/>
              <a:gd name="connsiteY86" fmla="*/ 180407 h 191096"/>
              <a:gd name="connsiteX87" fmla="*/ 269185 w 740699"/>
              <a:gd name="connsiteY87" fmla="*/ 169639 h 191096"/>
              <a:gd name="connsiteX88" fmla="*/ 269185 w 740699"/>
              <a:gd name="connsiteY88" fmla="*/ 71940 h 191096"/>
              <a:gd name="connsiteX89" fmla="*/ 262452 w 740699"/>
              <a:gd name="connsiteY89" fmla="*/ 61179 h 191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740699" h="191096">
                <a:moveTo>
                  <a:pt x="689325" y="7347"/>
                </a:moveTo>
                <a:cubicBezTo>
                  <a:pt x="689325" y="8511"/>
                  <a:pt x="689026" y="9604"/>
                  <a:pt x="688790" y="10847"/>
                </a:cubicBezTo>
                <a:lnTo>
                  <a:pt x="686092" y="24840"/>
                </a:lnTo>
                <a:cubicBezTo>
                  <a:pt x="685558" y="28073"/>
                  <a:pt x="684213" y="29953"/>
                  <a:pt x="680980" y="29953"/>
                </a:cubicBezTo>
                <a:cubicBezTo>
                  <a:pt x="678974" y="29953"/>
                  <a:pt x="673177" y="28608"/>
                  <a:pt x="667797" y="28608"/>
                </a:cubicBezTo>
                <a:cubicBezTo>
                  <a:pt x="652993" y="28608"/>
                  <a:pt x="646528" y="36143"/>
                  <a:pt x="646528" y="50946"/>
                </a:cubicBezTo>
                <a:lnTo>
                  <a:pt x="646528" y="53911"/>
                </a:lnTo>
                <a:lnTo>
                  <a:pt x="680712" y="53911"/>
                </a:lnTo>
                <a:cubicBezTo>
                  <a:pt x="684213" y="53911"/>
                  <a:pt x="686092" y="56059"/>
                  <a:pt x="686092" y="59559"/>
                </a:cubicBezTo>
                <a:lnTo>
                  <a:pt x="686092" y="78130"/>
                </a:lnTo>
                <a:cubicBezTo>
                  <a:pt x="686092" y="81363"/>
                  <a:pt x="684213" y="83518"/>
                  <a:pt x="680712" y="83518"/>
                </a:cubicBezTo>
                <a:lnTo>
                  <a:pt x="646528" y="83518"/>
                </a:lnTo>
                <a:lnTo>
                  <a:pt x="646528" y="183097"/>
                </a:lnTo>
                <a:cubicBezTo>
                  <a:pt x="646528" y="186330"/>
                  <a:pt x="644380" y="188485"/>
                  <a:pt x="641148" y="188485"/>
                </a:cubicBezTo>
                <a:lnTo>
                  <a:pt x="617197" y="188485"/>
                </a:lnTo>
                <a:cubicBezTo>
                  <a:pt x="613964" y="188485"/>
                  <a:pt x="611809" y="186330"/>
                  <a:pt x="611809" y="183097"/>
                </a:cubicBezTo>
                <a:lnTo>
                  <a:pt x="611809" y="56602"/>
                </a:lnTo>
                <a:cubicBezTo>
                  <a:pt x="611809" y="17839"/>
                  <a:pt x="633612" y="79"/>
                  <a:pt x="666987" y="79"/>
                </a:cubicBezTo>
                <a:cubicBezTo>
                  <a:pt x="672729" y="79"/>
                  <a:pt x="678557" y="621"/>
                  <a:pt x="683945" y="1966"/>
                </a:cubicBezTo>
                <a:cubicBezTo>
                  <a:pt x="687713" y="2769"/>
                  <a:pt x="689325" y="4358"/>
                  <a:pt x="689325" y="7347"/>
                </a:cubicBezTo>
                <a:moveTo>
                  <a:pt x="741003" y="59292"/>
                </a:moveTo>
                <a:lnTo>
                  <a:pt x="741003" y="183097"/>
                </a:lnTo>
                <a:cubicBezTo>
                  <a:pt x="741003" y="186330"/>
                  <a:pt x="738848" y="188485"/>
                  <a:pt x="735615" y="188485"/>
                </a:cubicBezTo>
                <a:lnTo>
                  <a:pt x="711396" y="188485"/>
                </a:lnTo>
                <a:cubicBezTo>
                  <a:pt x="708164" y="188485"/>
                  <a:pt x="706008" y="186330"/>
                  <a:pt x="706008" y="183097"/>
                </a:cubicBezTo>
                <a:lnTo>
                  <a:pt x="706008" y="59292"/>
                </a:lnTo>
                <a:cubicBezTo>
                  <a:pt x="706008" y="56059"/>
                  <a:pt x="708164" y="53911"/>
                  <a:pt x="711396" y="53911"/>
                </a:cubicBezTo>
                <a:lnTo>
                  <a:pt x="735615" y="53911"/>
                </a:lnTo>
                <a:cubicBezTo>
                  <a:pt x="738848" y="53911"/>
                  <a:pt x="741003" y="56059"/>
                  <a:pt x="741003" y="59292"/>
                </a:cubicBezTo>
                <a:moveTo>
                  <a:pt x="518954" y="158879"/>
                </a:moveTo>
                <a:cubicBezTo>
                  <a:pt x="499038" y="158879"/>
                  <a:pt x="485847" y="145956"/>
                  <a:pt x="485847" y="121195"/>
                </a:cubicBezTo>
                <a:cubicBezTo>
                  <a:pt x="485847" y="96433"/>
                  <a:pt x="499038" y="83518"/>
                  <a:pt x="517074" y="83518"/>
                </a:cubicBezTo>
                <a:cubicBezTo>
                  <a:pt x="536990" y="83518"/>
                  <a:pt x="550173" y="96433"/>
                  <a:pt x="550173" y="121195"/>
                </a:cubicBezTo>
                <a:cubicBezTo>
                  <a:pt x="550173" y="145956"/>
                  <a:pt x="536990" y="158879"/>
                  <a:pt x="518954" y="158879"/>
                </a:cubicBezTo>
                <a:moveTo>
                  <a:pt x="517074" y="51221"/>
                </a:moveTo>
                <a:cubicBezTo>
                  <a:pt x="476699" y="51221"/>
                  <a:pt x="450317" y="80553"/>
                  <a:pt x="450317" y="121195"/>
                </a:cubicBezTo>
                <a:cubicBezTo>
                  <a:pt x="450317" y="161837"/>
                  <a:pt x="476699" y="191176"/>
                  <a:pt x="518954" y="191176"/>
                </a:cubicBezTo>
                <a:cubicBezTo>
                  <a:pt x="559328" y="191176"/>
                  <a:pt x="585702" y="161837"/>
                  <a:pt x="585702" y="121195"/>
                </a:cubicBezTo>
                <a:cubicBezTo>
                  <a:pt x="585702" y="80553"/>
                  <a:pt x="559328" y="51221"/>
                  <a:pt x="517074" y="51221"/>
                </a:cubicBezTo>
                <a:moveTo>
                  <a:pt x="424486" y="101813"/>
                </a:moveTo>
                <a:lnTo>
                  <a:pt x="424486" y="183097"/>
                </a:lnTo>
                <a:cubicBezTo>
                  <a:pt x="424486" y="186330"/>
                  <a:pt x="422331" y="188485"/>
                  <a:pt x="419098" y="188485"/>
                </a:cubicBezTo>
                <a:lnTo>
                  <a:pt x="394880" y="188485"/>
                </a:lnTo>
                <a:cubicBezTo>
                  <a:pt x="391647" y="188485"/>
                  <a:pt x="389492" y="186330"/>
                  <a:pt x="389492" y="183097"/>
                </a:cubicBezTo>
                <a:lnTo>
                  <a:pt x="389492" y="106391"/>
                </a:lnTo>
                <a:cubicBezTo>
                  <a:pt x="389492" y="90243"/>
                  <a:pt x="377921" y="83518"/>
                  <a:pt x="363385" y="83518"/>
                </a:cubicBezTo>
                <a:cubicBezTo>
                  <a:pt x="355040" y="83518"/>
                  <a:pt x="350470" y="84053"/>
                  <a:pt x="343469" y="85665"/>
                </a:cubicBezTo>
                <a:cubicBezTo>
                  <a:pt x="339159" y="86743"/>
                  <a:pt x="337012" y="88631"/>
                  <a:pt x="337012" y="92666"/>
                </a:cubicBezTo>
                <a:lnTo>
                  <a:pt x="337012" y="183097"/>
                </a:lnTo>
                <a:cubicBezTo>
                  <a:pt x="337012" y="186330"/>
                  <a:pt x="334856" y="188485"/>
                  <a:pt x="331624" y="188485"/>
                </a:cubicBezTo>
                <a:lnTo>
                  <a:pt x="307405" y="188485"/>
                </a:lnTo>
                <a:cubicBezTo>
                  <a:pt x="304172" y="188485"/>
                  <a:pt x="302017" y="186330"/>
                  <a:pt x="302017" y="183097"/>
                </a:cubicBezTo>
                <a:lnTo>
                  <a:pt x="302017" y="71672"/>
                </a:lnTo>
                <a:cubicBezTo>
                  <a:pt x="302017" y="65482"/>
                  <a:pt x="304982" y="62249"/>
                  <a:pt x="308750" y="60904"/>
                </a:cubicBezTo>
                <a:cubicBezTo>
                  <a:pt x="328399" y="53911"/>
                  <a:pt x="346970" y="51221"/>
                  <a:pt x="362850" y="51221"/>
                </a:cubicBezTo>
                <a:cubicBezTo>
                  <a:pt x="404295" y="51221"/>
                  <a:pt x="424486" y="68982"/>
                  <a:pt x="424486" y="101813"/>
                </a:cubicBezTo>
                <a:moveTo>
                  <a:pt x="122497" y="167759"/>
                </a:moveTo>
                <a:cubicBezTo>
                  <a:pt x="122497" y="172337"/>
                  <a:pt x="121963" y="178528"/>
                  <a:pt x="120342" y="183097"/>
                </a:cubicBezTo>
                <a:cubicBezTo>
                  <a:pt x="118997" y="187140"/>
                  <a:pt x="117385" y="188485"/>
                  <a:pt x="113350" y="188485"/>
                </a:cubicBezTo>
                <a:lnTo>
                  <a:pt x="89123" y="188485"/>
                </a:lnTo>
                <a:cubicBezTo>
                  <a:pt x="86433" y="188485"/>
                  <a:pt x="85088" y="186865"/>
                  <a:pt x="85088" y="184718"/>
                </a:cubicBezTo>
                <a:cubicBezTo>
                  <a:pt x="85088" y="184175"/>
                  <a:pt x="85088" y="183640"/>
                  <a:pt x="85356" y="183097"/>
                </a:cubicBezTo>
                <a:cubicBezTo>
                  <a:pt x="86433" y="179597"/>
                  <a:pt x="86968" y="177175"/>
                  <a:pt x="86968" y="173140"/>
                </a:cubicBezTo>
                <a:cubicBezTo>
                  <a:pt x="86968" y="133559"/>
                  <a:pt x="303" y="155646"/>
                  <a:pt x="303" y="98589"/>
                </a:cubicBezTo>
                <a:cubicBezTo>
                  <a:pt x="303" y="69517"/>
                  <a:pt x="23452" y="50144"/>
                  <a:pt x="59517" y="50144"/>
                </a:cubicBezTo>
                <a:cubicBezTo>
                  <a:pt x="78623" y="50144"/>
                  <a:pt x="98546" y="54714"/>
                  <a:pt x="115230" y="64404"/>
                </a:cubicBezTo>
                <a:cubicBezTo>
                  <a:pt x="117393" y="65490"/>
                  <a:pt x="118462" y="67637"/>
                  <a:pt x="118462" y="69792"/>
                </a:cubicBezTo>
                <a:cubicBezTo>
                  <a:pt x="118462" y="71137"/>
                  <a:pt x="118164" y="72710"/>
                  <a:pt x="117385" y="74362"/>
                </a:cubicBezTo>
                <a:lnTo>
                  <a:pt x="109039" y="92131"/>
                </a:lnTo>
                <a:cubicBezTo>
                  <a:pt x="107962" y="94553"/>
                  <a:pt x="105539" y="95899"/>
                  <a:pt x="103116" y="95899"/>
                </a:cubicBezTo>
                <a:cubicBezTo>
                  <a:pt x="101771" y="95899"/>
                  <a:pt x="100426" y="95623"/>
                  <a:pt x="99081" y="94821"/>
                </a:cubicBezTo>
                <a:cubicBezTo>
                  <a:pt x="85356" y="87286"/>
                  <a:pt x="72165" y="82708"/>
                  <a:pt x="58439" y="82708"/>
                </a:cubicBezTo>
                <a:cubicBezTo>
                  <a:pt x="44179" y="82708"/>
                  <a:pt x="35833" y="87923"/>
                  <a:pt x="35833" y="96166"/>
                </a:cubicBezTo>
                <a:cubicBezTo>
                  <a:pt x="35833" y="121368"/>
                  <a:pt x="122497" y="106659"/>
                  <a:pt x="122497" y="167759"/>
                </a:cubicBezTo>
                <a:moveTo>
                  <a:pt x="234191" y="149189"/>
                </a:moveTo>
                <a:cubicBezTo>
                  <a:pt x="234191" y="153224"/>
                  <a:pt x="232043" y="155111"/>
                  <a:pt x="227466" y="156456"/>
                </a:cubicBezTo>
                <a:cubicBezTo>
                  <a:pt x="221543" y="158069"/>
                  <a:pt x="216430" y="158879"/>
                  <a:pt x="209162" y="158879"/>
                </a:cubicBezTo>
                <a:cubicBezTo>
                  <a:pt x="191936" y="158879"/>
                  <a:pt x="175788" y="148646"/>
                  <a:pt x="175788" y="121195"/>
                </a:cubicBezTo>
                <a:cubicBezTo>
                  <a:pt x="175788" y="93743"/>
                  <a:pt x="191936" y="83518"/>
                  <a:pt x="209162" y="83518"/>
                </a:cubicBezTo>
                <a:cubicBezTo>
                  <a:pt x="216430" y="83518"/>
                  <a:pt x="221543" y="84320"/>
                  <a:pt x="227466" y="85941"/>
                </a:cubicBezTo>
                <a:cubicBezTo>
                  <a:pt x="232043" y="87286"/>
                  <a:pt x="234191" y="89165"/>
                  <a:pt x="234191" y="93201"/>
                </a:cubicBezTo>
                <a:lnTo>
                  <a:pt x="234191" y="149189"/>
                </a:lnTo>
                <a:close/>
                <a:moveTo>
                  <a:pt x="262452" y="61179"/>
                </a:moveTo>
                <a:cubicBezTo>
                  <a:pt x="244692" y="54446"/>
                  <a:pt x="228000" y="51221"/>
                  <a:pt x="209430" y="51221"/>
                </a:cubicBezTo>
                <a:cubicBezTo>
                  <a:pt x="168795" y="51221"/>
                  <a:pt x="140258" y="78405"/>
                  <a:pt x="140258" y="121195"/>
                </a:cubicBezTo>
                <a:cubicBezTo>
                  <a:pt x="140258" y="164527"/>
                  <a:pt x="165020" y="191176"/>
                  <a:pt x="208895" y="191176"/>
                </a:cubicBezTo>
                <a:cubicBezTo>
                  <a:pt x="226655" y="191176"/>
                  <a:pt x="243881" y="188210"/>
                  <a:pt x="262452" y="180407"/>
                </a:cubicBezTo>
                <a:cubicBezTo>
                  <a:pt x="266763" y="178528"/>
                  <a:pt x="269185" y="175562"/>
                  <a:pt x="269185" y="169639"/>
                </a:cubicBezTo>
                <a:lnTo>
                  <a:pt x="269185" y="71940"/>
                </a:lnTo>
                <a:cubicBezTo>
                  <a:pt x="269185" y="65749"/>
                  <a:pt x="266763" y="62792"/>
                  <a:pt x="262452" y="61179"/>
                </a:cubicBezTo>
              </a:path>
            </a:pathLst>
          </a:custGeom>
          <a:solidFill>
            <a:schemeClr val="bg1"/>
          </a:solidFill>
          <a:ln w="7833" cap="flat">
            <a:noFill/>
            <a:prstDash val="solid"/>
            <a:round/>
          </a:ln>
        </p:spPr>
        <p:txBody>
          <a:bodyPr rtlCol="0" anchor="ctr"/>
          <a:lstStyle/>
          <a:p>
            <a:endParaRPr lang="en-US" sz="2400" noProof="0"/>
          </a:p>
        </p:txBody>
      </p:sp>
      <p:grpSp>
        <p:nvGrpSpPr>
          <p:cNvPr id="27" name="Graphique 7">
            <a:extLst>
              <a:ext uri="{FF2B5EF4-FFF2-40B4-BE49-F238E27FC236}">
                <a16:creationId xmlns:a16="http://schemas.microsoft.com/office/drawing/2014/main" id="{DBF91248-A888-4963-A212-5E5A4549B33C}"/>
              </a:ext>
            </a:extLst>
          </p:cNvPr>
          <p:cNvGrpSpPr>
            <a:grpSpLocks noChangeAspect="1"/>
          </p:cNvGrpSpPr>
          <p:nvPr/>
        </p:nvGrpSpPr>
        <p:grpSpPr>
          <a:xfrm>
            <a:off x="442168" y="6329527"/>
            <a:ext cx="1071853" cy="275084"/>
            <a:chOff x="4768103" y="-471733"/>
            <a:chExt cx="744723" cy="191124"/>
          </a:xfrm>
          <a:solidFill>
            <a:schemeClr val="bg1"/>
          </a:solidFill>
        </p:grpSpPr>
        <p:sp>
          <p:nvSpPr>
            <p:cNvPr id="28" name="Forme libre : forme 9">
              <a:extLst>
                <a:ext uri="{FF2B5EF4-FFF2-40B4-BE49-F238E27FC236}">
                  <a16:creationId xmlns:a16="http://schemas.microsoft.com/office/drawing/2014/main" id="{68EE507B-C9A9-4C38-B6EF-2887A9778C9A}"/>
                </a:ext>
              </a:extLst>
            </p:cNvPr>
            <p:cNvSpPr/>
            <p:nvPr/>
          </p:nvSpPr>
          <p:spPr>
            <a:xfrm>
              <a:off x="4770087" y="-471716"/>
              <a:ext cx="740699" cy="191096"/>
            </a:xfrm>
            <a:custGeom>
              <a:avLst/>
              <a:gdLst>
                <a:gd name="connsiteX0" fmla="*/ 689325 w 740699"/>
                <a:gd name="connsiteY0" fmla="*/ 7347 h 191096"/>
                <a:gd name="connsiteX1" fmla="*/ 688790 w 740699"/>
                <a:gd name="connsiteY1" fmla="*/ 10847 h 191096"/>
                <a:gd name="connsiteX2" fmla="*/ 686092 w 740699"/>
                <a:gd name="connsiteY2" fmla="*/ 24840 h 191096"/>
                <a:gd name="connsiteX3" fmla="*/ 680980 w 740699"/>
                <a:gd name="connsiteY3" fmla="*/ 29953 h 191096"/>
                <a:gd name="connsiteX4" fmla="*/ 667797 w 740699"/>
                <a:gd name="connsiteY4" fmla="*/ 28608 h 191096"/>
                <a:gd name="connsiteX5" fmla="*/ 646528 w 740699"/>
                <a:gd name="connsiteY5" fmla="*/ 50946 h 191096"/>
                <a:gd name="connsiteX6" fmla="*/ 646528 w 740699"/>
                <a:gd name="connsiteY6" fmla="*/ 53911 h 191096"/>
                <a:gd name="connsiteX7" fmla="*/ 680712 w 740699"/>
                <a:gd name="connsiteY7" fmla="*/ 53911 h 191096"/>
                <a:gd name="connsiteX8" fmla="*/ 686092 w 740699"/>
                <a:gd name="connsiteY8" fmla="*/ 59559 h 191096"/>
                <a:gd name="connsiteX9" fmla="*/ 686092 w 740699"/>
                <a:gd name="connsiteY9" fmla="*/ 78130 h 191096"/>
                <a:gd name="connsiteX10" fmla="*/ 680712 w 740699"/>
                <a:gd name="connsiteY10" fmla="*/ 83518 h 191096"/>
                <a:gd name="connsiteX11" fmla="*/ 646528 w 740699"/>
                <a:gd name="connsiteY11" fmla="*/ 83518 h 191096"/>
                <a:gd name="connsiteX12" fmla="*/ 646528 w 740699"/>
                <a:gd name="connsiteY12" fmla="*/ 183097 h 191096"/>
                <a:gd name="connsiteX13" fmla="*/ 641148 w 740699"/>
                <a:gd name="connsiteY13" fmla="*/ 188485 h 191096"/>
                <a:gd name="connsiteX14" fmla="*/ 617197 w 740699"/>
                <a:gd name="connsiteY14" fmla="*/ 188485 h 191096"/>
                <a:gd name="connsiteX15" fmla="*/ 611809 w 740699"/>
                <a:gd name="connsiteY15" fmla="*/ 183097 h 191096"/>
                <a:gd name="connsiteX16" fmla="*/ 611809 w 740699"/>
                <a:gd name="connsiteY16" fmla="*/ 56602 h 191096"/>
                <a:gd name="connsiteX17" fmla="*/ 666987 w 740699"/>
                <a:gd name="connsiteY17" fmla="*/ 79 h 191096"/>
                <a:gd name="connsiteX18" fmla="*/ 683945 w 740699"/>
                <a:gd name="connsiteY18" fmla="*/ 1966 h 191096"/>
                <a:gd name="connsiteX19" fmla="*/ 689325 w 740699"/>
                <a:gd name="connsiteY19" fmla="*/ 7347 h 191096"/>
                <a:gd name="connsiteX20" fmla="*/ 741003 w 740699"/>
                <a:gd name="connsiteY20" fmla="*/ 59292 h 191096"/>
                <a:gd name="connsiteX21" fmla="*/ 741003 w 740699"/>
                <a:gd name="connsiteY21" fmla="*/ 183097 h 191096"/>
                <a:gd name="connsiteX22" fmla="*/ 735615 w 740699"/>
                <a:gd name="connsiteY22" fmla="*/ 188485 h 191096"/>
                <a:gd name="connsiteX23" fmla="*/ 711396 w 740699"/>
                <a:gd name="connsiteY23" fmla="*/ 188485 h 191096"/>
                <a:gd name="connsiteX24" fmla="*/ 706008 w 740699"/>
                <a:gd name="connsiteY24" fmla="*/ 183097 h 191096"/>
                <a:gd name="connsiteX25" fmla="*/ 706008 w 740699"/>
                <a:gd name="connsiteY25" fmla="*/ 59292 h 191096"/>
                <a:gd name="connsiteX26" fmla="*/ 711396 w 740699"/>
                <a:gd name="connsiteY26" fmla="*/ 53911 h 191096"/>
                <a:gd name="connsiteX27" fmla="*/ 735615 w 740699"/>
                <a:gd name="connsiteY27" fmla="*/ 53911 h 191096"/>
                <a:gd name="connsiteX28" fmla="*/ 741003 w 740699"/>
                <a:gd name="connsiteY28" fmla="*/ 59292 h 191096"/>
                <a:gd name="connsiteX29" fmla="*/ 518954 w 740699"/>
                <a:gd name="connsiteY29" fmla="*/ 158879 h 191096"/>
                <a:gd name="connsiteX30" fmla="*/ 485847 w 740699"/>
                <a:gd name="connsiteY30" fmla="*/ 121195 h 191096"/>
                <a:gd name="connsiteX31" fmla="*/ 517074 w 740699"/>
                <a:gd name="connsiteY31" fmla="*/ 83518 h 191096"/>
                <a:gd name="connsiteX32" fmla="*/ 550173 w 740699"/>
                <a:gd name="connsiteY32" fmla="*/ 121195 h 191096"/>
                <a:gd name="connsiteX33" fmla="*/ 518954 w 740699"/>
                <a:gd name="connsiteY33" fmla="*/ 158879 h 191096"/>
                <a:gd name="connsiteX34" fmla="*/ 517074 w 740699"/>
                <a:gd name="connsiteY34" fmla="*/ 51221 h 191096"/>
                <a:gd name="connsiteX35" fmla="*/ 450317 w 740699"/>
                <a:gd name="connsiteY35" fmla="*/ 121195 h 191096"/>
                <a:gd name="connsiteX36" fmla="*/ 518954 w 740699"/>
                <a:gd name="connsiteY36" fmla="*/ 191176 h 191096"/>
                <a:gd name="connsiteX37" fmla="*/ 585702 w 740699"/>
                <a:gd name="connsiteY37" fmla="*/ 121195 h 191096"/>
                <a:gd name="connsiteX38" fmla="*/ 517074 w 740699"/>
                <a:gd name="connsiteY38" fmla="*/ 51221 h 191096"/>
                <a:gd name="connsiteX39" fmla="*/ 424486 w 740699"/>
                <a:gd name="connsiteY39" fmla="*/ 101813 h 191096"/>
                <a:gd name="connsiteX40" fmla="*/ 424486 w 740699"/>
                <a:gd name="connsiteY40" fmla="*/ 183097 h 191096"/>
                <a:gd name="connsiteX41" fmla="*/ 419098 w 740699"/>
                <a:gd name="connsiteY41" fmla="*/ 188485 h 191096"/>
                <a:gd name="connsiteX42" fmla="*/ 394880 w 740699"/>
                <a:gd name="connsiteY42" fmla="*/ 188485 h 191096"/>
                <a:gd name="connsiteX43" fmla="*/ 389492 w 740699"/>
                <a:gd name="connsiteY43" fmla="*/ 183097 h 191096"/>
                <a:gd name="connsiteX44" fmla="*/ 389492 w 740699"/>
                <a:gd name="connsiteY44" fmla="*/ 106391 h 191096"/>
                <a:gd name="connsiteX45" fmla="*/ 363385 w 740699"/>
                <a:gd name="connsiteY45" fmla="*/ 83518 h 191096"/>
                <a:gd name="connsiteX46" fmla="*/ 343469 w 740699"/>
                <a:gd name="connsiteY46" fmla="*/ 85665 h 191096"/>
                <a:gd name="connsiteX47" fmla="*/ 337012 w 740699"/>
                <a:gd name="connsiteY47" fmla="*/ 92666 h 191096"/>
                <a:gd name="connsiteX48" fmla="*/ 337012 w 740699"/>
                <a:gd name="connsiteY48" fmla="*/ 183097 h 191096"/>
                <a:gd name="connsiteX49" fmla="*/ 331624 w 740699"/>
                <a:gd name="connsiteY49" fmla="*/ 188485 h 191096"/>
                <a:gd name="connsiteX50" fmla="*/ 307405 w 740699"/>
                <a:gd name="connsiteY50" fmla="*/ 188485 h 191096"/>
                <a:gd name="connsiteX51" fmla="*/ 302017 w 740699"/>
                <a:gd name="connsiteY51" fmla="*/ 183097 h 191096"/>
                <a:gd name="connsiteX52" fmla="*/ 302017 w 740699"/>
                <a:gd name="connsiteY52" fmla="*/ 71672 h 191096"/>
                <a:gd name="connsiteX53" fmla="*/ 308750 w 740699"/>
                <a:gd name="connsiteY53" fmla="*/ 60904 h 191096"/>
                <a:gd name="connsiteX54" fmla="*/ 362850 w 740699"/>
                <a:gd name="connsiteY54" fmla="*/ 51221 h 191096"/>
                <a:gd name="connsiteX55" fmla="*/ 424486 w 740699"/>
                <a:gd name="connsiteY55" fmla="*/ 101813 h 191096"/>
                <a:gd name="connsiteX56" fmla="*/ 122497 w 740699"/>
                <a:gd name="connsiteY56" fmla="*/ 167759 h 191096"/>
                <a:gd name="connsiteX57" fmla="*/ 120342 w 740699"/>
                <a:gd name="connsiteY57" fmla="*/ 183097 h 191096"/>
                <a:gd name="connsiteX58" fmla="*/ 113350 w 740699"/>
                <a:gd name="connsiteY58" fmla="*/ 188485 h 191096"/>
                <a:gd name="connsiteX59" fmla="*/ 89123 w 740699"/>
                <a:gd name="connsiteY59" fmla="*/ 188485 h 191096"/>
                <a:gd name="connsiteX60" fmla="*/ 85088 w 740699"/>
                <a:gd name="connsiteY60" fmla="*/ 184718 h 191096"/>
                <a:gd name="connsiteX61" fmla="*/ 85356 w 740699"/>
                <a:gd name="connsiteY61" fmla="*/ 183097 h 191096"/>
                <a:gd name="connsiteX62" fmla="*/ 86968 w 740699"/>
                <a:gd name="connsiteY62" fmla="*/ 173140 h 191096"/>
                <a:gd name="connsiteX63" fmla="*/ 303 w 740699"/>
                <a:gd name="connsiteY63" fmla="*/ 98589 h 191096"/>
                <a:gd name="connsiteX64" fmla="*/ 59517 w 740699"/>
                <a:gd name="connsiteY64" fmla="*/ 50144 h 191096"/>
                <a:gd name="connsiteX65" fmla="*/ 115230 w 740699"/>
                <a:gd name="connsiteY65" fmla="*/ 64404 h 191096"/>
                <a:gd name="connsiteX66" fmla="*/ 118462 w 740699"/>
                <a:gd name="connsiteY66" fmla="*/ 69792 h 191096"/>
                <a:gd name="connsiteX67" fmla="*/ 117385 w 740699"/>
                <a:gd name="connsiteY67" fmla="*/ 74362 h 191096"/>
                <a:gd name="connsiteX68" fmla="*/ 109039 w 740699"/>
                <a:gd name="connsiteY68" fmla="*/ 92131 h 191096"/>
                <a:gd name="connsiteX69" fmla="*/ 103116 w 740699"/>
                <a:gd name="connsiteY69" fmla="*/ 95899 h 191096"/>
                <a:gd name="connsiteX70" fmla="*/ 99081 w 740699"/>
                <a:gd name="connsiteY70" fmla="*/ 94821 h 191096"/>
                <a:gd name="connsiteX71" fmla="*/ 58439 w 740699"/>
                <a:gd name="connsiteY71" fmla="*/ 82708 h 191096"/>
                <a:gd name="connsiteX72" fmla="*/ 35833 w 740699"/>
                <a:gd name="connsiteY72" fmla="*/ 96166 h 191096"/>
                <a:gd name="connsiteX73" fmla="*/ 122497 w 740699"/>
                <a:gd name="connsiteY73" fmla="*/ 167759 h 191096"/>
                <a:gd name="connsiteX74" fmla="*/ 234191 w 740699"/>
                <a:gd name="connsiteY74" fmla="*/ 149189 h 191096"/>
                <a:gd name="connsiteX75" fmla="*/ 227466 w 740699"/>
                <a:gd name="connsiteY75" fmla="*/ 156456 h 191096"/>
                <a:gd name="connsiteX76" fmla="*/ 209162 w 740699"/>
                <a:gd name="connsiteY76" fmla="*/ 158879 h 191096"/>
                <a:gd name="connsiteX77" fmla="*/ 175788 w 740699"/>
                <a:gd name="connsiteY77" fmla="*/ 121195 h 191096"/>
                <a:gd name="connsiteX78" fmla="*/ 209162 w 740699"/>
                <a:gd name="connsiteY78" fmla="*/ 83518 h 191096"/>
                <a:gd name="connsiteX79" fmla="*/ 227466 w 740699"/>
                <a:gd name="connsiteY79" fmla="*/ 85941 h 191096"/>
                <a:gd name="connsiteX80" fmla="*/ 234191 w 740699"/>
                <a:gd name="connsiteY80" fmla="*/ 93201 h 191096"/>
                <a:gd name="connsiteX81" fmla="*/ 234191 w 740699"/>
                <a:gd name="connsiteY81" fmla="*/ 149189 h 191096"/>
                <a:gd name="connsiteX82" fmla="*/ 262452 w 740699"/>
                <a:gd name="connsiteY82" fmla="*/ 61179 h 191096"/>
                <a:gd name="connsiteX83" fmla="*/ 209430 w 740699"/>
                <a:gd name="connsiteY83" fmla="*/ 51221 h 191096"/>
                <a:gd name="connsiteX84" fmla="*/ 140258 w 740699"/>
                <a:gd name="connsiteY84" fmla="*/ 121195 h 191096"/>
                <a:gd name="connsiteX85" fmla="*/ 208895 w 740699"/>
                <a:gd name="connsiteY85" fmla="*/ 191176 h 191096"/>
                <a:gd name="connsiteX86" fmla="*/ 262452 w 740699"/>
                <a:gd name="connsiteY86" fmla="*/ 180407 h 191096"/>
                <a:gd name="connsiteX87" fmla="*/ 269185 w 740699"/>
                <a:gd name="connsiteY87" fmla="*/ 169639 h 191096"/>
                <a:gd name="connsiteX88" fmla="*/ 269185 w 740699"/>
                <a:gd name="connsiteY88" fmla="*/ 71940 h 191096"/>
                <a:gd name="connsiteX89" fmla="*/ 262452 w 740699"/>
                <a:gd name="connsiteY89" fmla="*/ 61179 h 191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740699" h="191096">
                  <a:moveTo>
                    <a:pt x="689325" y="7347"/>
                  </a:moveTo>
                  <a:cubicBezTo>
                    <a:pt x="689325" y="8511"/>
                    <a:pt x="689026" y="9604"/>
                    <a:pt x="688790" y="10847"/>
                  </a:cubicBezTo>
                  <a:lnTo>
                    <a:pt x="686092" y="24840"/>
                  </a:lnTo>
                  <a:cubicBezTo>
                    <a:pt x="685558" y="28073"/>
                    <a:pt x="684213" y="29953"/>
                    <a:pt x="680980" y="29953"/>
                  </a:cubicBezTo>
                  <a:cubicBezTo>
                    <a:pt x="678974" y="29953"/>
                    <a:pt x="673177" y="28608"/>
                    <a:pt x="667797" y="28608"/>
                  </a:cubicBezTo>
                  <a:cubicBezTo>
                    <a:pt x="652993" y="28608"/>
                    <a:pt x="646528" y="36143"/>
                    <a:pt x="646528" y="50946"/>
                  </a:cubicBezTo>
                  <a:lnTo>
                    <a:pt x="646528" y="53911"/>
                  </a:lnTo>
                  <a:lnTo>
                    <a:pt x="680712" y="53911"/>
                  </a:lnTo>
                  <a:cubicBezTo>
                    <a:pt x="684213" y="53911"/>
                    <a:pt x="686092" y="56059"/>
                    <a:pt x="686092" y="59559"/>
                  </a:cubicBezTo>
                  <a:lnTo>
                    <a:pt x="686092" y="78130"/>
                  </a:lnTo>
                  <a:cubicBezTo>
                    <a:pt x="686092" y="81363"/>
                    <a:pt x="684213" y="83518"/>
                    <a:pt x="680712" y="83518"/>
                  </a:cubicBezTo>
                  <a:lnTo>
                    <a:pt x="646528" y="83518"/>
                  </a:lnTo>
                  <a:lnTo>
                    <a:pt x="646528" y="183097"/>
                  </a:lnTo>
                  <a:cubicBezTo>
                    <a:pt x="646528" y="186330"/>
                    <a:pt x="644380" y="188485"/>
                    <a:pt x="641148" y="188485"/>
                  </a:cubicBezTo>
                  <a:lnTo>
                    <a:pt x="617197" y="188485"/>
                  </a:lnTo>
                  <a:cubicBezTo>
                    <a:pt x="613964" y="188485"/>
                    <a:pt x="611809" y="186330"/>
                    <a:pt x="611809" y="183097"/>
                  </a:cubicBezTo>
                  <a:lnTo>
                    <a:pt x="611809" y="56602"/>
                  </a:lnTo>
                  <a:cubicBezTo>
                    <a:pt x="611809" y="17839"/>
                    <a:pt x="633612" y="79"/>
                    <a:pt x="666987" y="79"/>
                  </a:cubicBezTo>
                  <a:cubicBezTo>
                    <a:pt x="672729" y="79"/>
                    <a:pt x="678557" y="621"/>
                    <a:pt x="683945" y="1966"/>
                  </a:cubicBezTo>
                  <a:cubicBezTo>
                    <a:pt x="687713" y="2769"/>
                    <a:pt x="689325" y="4358"/>
                    <a:pt x="689325" y="7347"/>
                  </a:cubicBezTo>
                  <a:moveTo>
                    <a:pt x="741003" y="59292"/>
                  </a:moveTo>
                  <a:lnTo>
                    <a:pt x="741003" y="183097"/>
                  </a:lnTo>
                  <a:cubicBezTo>
                    <a:pt x="741003" y="186330"/>
                    <a:pt x="738848" y="188485"/>
                    <a:pt x="735615" y="188485"/>
                  </a:cubicBezTo>
                  <a:lnTo>
                    <a:pt x="711396" y="188485"/>
                  </a:lnTo>
                  <a:cubicBezTo>
                    <a:pt x="708164" y="188485"/>
                    <a:pt x="706008" y="186330"/>
                    <a:pt x="706008" y="183097"/>
                  </a:cubicBezTo>
                  <a:lnTo>
                    <a:pt x="706008" y="59292"/>
                  </a:lnTo>
                  <a:cubicBezTo>
                    <a:pt x="706008" y="56059"/>
                    <a:pt x="708164" y="53911"/>
                    <a:pt x="711396" y="53911"/>
                  </a:cubicBezTo>
                  <a:lnTo>
                    <a:pt x="735615" y="53911"/>
                  </a:lnTo>
                  <a:cubicBezTo>
                    <a:pt x="738848" y="53911"/>
                    <a:pt x="741003" y="56059"/>
                    <a:pt x="741003" y="59292"/>
                  </a:cubicBezTo>
                  <a:moveTo>
                    <a:pt x="518954" y="158879"/>
                  </a:moveTo>
                  <a:cubicBezTo>
                    <a:pt x="499038" y="158879"/>
                    <a:pt x="485847" y="145956"/>
                    <a:pt x="485847" y="121195"/>
                  </a:cubicBezTo>
                  <a:cubicBezTo>
                    <a:pt x="485847" y="96433"/>
                    <a:pt x="499038" y="83518"/>
                    <a:pt x="517074" y="83518"/>
                  </a:cubicBezTo>
                  <a:cubicBezTo>
                    <a:pt x="536990" y="83518"/>
                    <a:pt x="550173" y="96433"/>
                    <a:pt x="550173" y="121195"/>
                  </a:cubicBezTo>
                  <a:cubicBezTo>
                    <a:pt x="550173" y="145956"/>
                    <a:pt x="536990" y="158879"/>
                    <a:pt x="518954" y="158879"/>
                  </a:cubicBezTo>
                  <a:moveTo>
                    <a:pt x="517074" y="51221"/>
                  </a:moveTo>
                  <a:cubicBezTo>
                    <a:pt x="476699" y="51221"/>
                    <a:pt x="450317" y="80553"/>
                    <a:pt x="450317" y="121195"/>
                  </a:cubicBezTo>
                  <a:cubicBezTo>
                    <a:pt x="450317" y="161837"/>
                    <a:pt x="476699" y="191176"/>
                    <a:pt x="518954" y="191176"/>
                  </a:cubicBezTo>
                  <a:cubicBezTo>
                    <a:pt x="559328" y="191176"/>
                    <a:pt x="585702" y="161837"/>
                    <a:pt x="585702" y="121195"/>
                  </a:cubicBezTo>
                  <a:cubicBezTo>
                    <a:pt x="585702" y="80553"/>
                    <a:pt x="559328" y="51221"/>
                    <a:pt x="517074" y="51221"/>
                  </a:cubicBezTo>
                  <a:moveTo>
                    <a:pt x="424486" y="101813"/>
                  </a:moveTo>
                  <a:lnTo>
                    <a:pt x="424486" y="183097"/>
                  </a:lnTo>
                  <a:cubicBezTo>
                    <a:pt x="424486" y="186330"/>
                    <a:pt x="422331" y="188485"/>
                    <a:pt x="419098" y="188485"/>
                  </a:cubicBezTo>
                  <a:lnTo>
                    <a:pt x="394880" y="188485"/>
                  </a:lnTo>
                  <a:cubicBezTo>
                    <a:pt x="391647" y="188485"/>
                    <a:pt x="389492" y="186330"/>
                    <a:pt x="389492" y="183097"/>
                  </a:cubicBezTo>
                  <a:lnTo>
                    <a:pt x="389492" y="106391"/>
                  </a:lnTo>
                  <a:cubicBezTo>
                    <a:pt x="389492" y="90243"/>
                    <a:pt x="377921" y="83518"/>
                    <a:pt x="363385" y="83518"/>
                  </a:cubicBezTo>
                  <a:cubicBezTo>
                    <a:pt x="355040" y="83518"/>
                    <a:pt x="350470" y="84053"/>
                    <a:pt x="343469" y="85665"/>
                  </a:cubicBezTo>
                  <a:cubicBezTo>
                    <a:pt x="339159" y="86743"/>
                    <a:pt x="337012" y="88631"/>
                    <a:pt x="337012" y="92666"/>
                  </a:cubicBezTo>
                  <a:lnTo>
                    <a:pt x="337012" y="183097"/>
                  </a:lnTo>
                  <a:cubicBezTo>
                    <a:pt x="337012" y="186330"/>
                    <a:pt x="334856" y="188485"/>
                    <a:pt x="331624" y="188485"/>
                  </a:cubicBezTo>
                  <a:lnTo>
                    <a:pt x="307405" y="188485"/>
                  </a:lnTo>
                  <a:cubicBezTo>
                    <a:pt x="304172" y="188485"/>
                    <a:pt x="302017" y="186330"/>
                    <a:pt x="302017" y="183097"/>
                  </a:cubicBezTo>
                  <a:lnTo>
                    <a:pt x="302017" y="71672"/>
                  </a:lnTo>
                  <a:cubicBezTo>
                    <a:pt x="302017" y="65482"/>
                    <a:pt x="304982" y="62249"/>
                    <a:pt x="308750" y="60904"/>
                  </a:cubicBezTo>
                  <a:cubicBezTo>
                    <a:pt x="328399" y="53911"/>
                    <a:pt x="346970" y="51221"/>
                    <a:pt x="362850" y="51221"/>
                  </a:cubicBezTo>
                  <a:cubicBezTo>
                    <a:pt x="404295" y="51221"/>
                    <a:pt x="424486" y="68982"/>
                    <a:pt x="424486" y="101813"/>
                  </a:cubicBezTo>
                  <a:moveTo>
                    <a:pt x="122497" y="167759"/>
                  </a:moveTo>
                  <a:cubicBezTo>
                    <a:pt x="122497" y="172337"/>
                    <a:pt x="121963" y="178528"/>
                    <a:pt x="120342" y="183097"/>
                  </a:cubicBezTo>
                  <a:cubicBezTo>
                    <a:pt x="118997" y="187140"/>
                    <a:pt x="117385" y="188485"/>
                    <a:pt x="113350" y="188485"/>
                  </a:cubicBezTo>
                  <a:lnTo>
                    <a:pt x="89123" y="188485"/>
                  </a:lnTo>
                  <a:cubicBezTo>
                    <a:pt x="86433" y="188485"/>
                    <a:pt x="85088" y="186865"/>
                    <a:pt x="85088" y="184718"/>
                  </a:cubicBezTo>
                  <a:cubicBezTo>
                    <a:pt x="85088" y="184175"/>
                    <a:pt x="85088" y="183640"/>
                    <a:pt x="85356" y="183097"/>
                  </a:cubicBezTo>
                  <a:cubicBezTo>
                    <a:pt x="86433" y="179597"/>
                    <a:pt x="86968" y="177175"/>
                    <a:pt x="86968" y="173140"/>
                  </a:cubicBezTo>
                  <a:cubicBezTo>
                    <a:pt x="86968" y="133559"/>
                    <a:pt x="303" y="155646"/>
                    <a:pt x="303" y="98589"/>
                  </a:cubicBezTo>
                  <a:cubicBezTo>
                    <a:pt x="303" y="69517"/>
                    <a:pt x="23452" y="50144"/>
                    <a:pt x="59517" y="50144"/>
                  </a:cubicBezTo>
                  <a:cubicBezTo>
                    <a:pt x="78623" y="50144"/>
                    <a:pt x="98546" y="54714"/>
                    <a:pt x="115230" y="64404"/>
                  </a:cubicBezTo>
                  <a:cubicBezTo>
                    <a:pt x="117393" y="65490"/>
                    <a:pt x="118462" y="67637"/>
                    <a:pt x="118462" y="69792"/>
                  </a:cubicBezTo>
                  <a:cubicBezTo>
                    <a:pt x="118462" y="71137"/>
                    <a:pt x="118164" y="72710"/>
                    <a:pt x="117385" y="74362"/>
                  </a:cubicBezTo>
                  <a:lnTo>
                    <a:pt x="109039" y="92131"/>
                  </a:lnTo>
                  <a:cubicBezTo>
                    <a:pt x="107962" y="94553"/>
                    <a:pt x="105539" y="95899"/>
                    <a:pt x="103116" y="95899"/>
                  </a:cubicBezTo>
                  <a:cubicBezTo>
                    <a:pt x="101771" y="95899"/>
                    <a:pt x="100426" y="95623"/>
                    <a:pt x="99081" y="94821"/>
                  </a:cubicBezTo>
                  <a:cubicBezTo>
                    <a:pt x="85356" y="87286"/>
                    <a:pt x="72165" y="82708"/>
                    <a:pt x="58439" y="82708"/>
                  </a:cubicBezTo>
                  <a:cubicBezTo>
                    <a:pt x="44179" y="82708"/>
                    <a:pt x="35833" y="87923"/>
                    <a:pt x="35833" y="96166"/>
                  </a:cubicBezTo>
                  <a:cubicBezTo>
                    <a:pt x="35833" y="121368"/>
                    <a:pt x="122497" y="106659"/>
                    <a:pt x="122497" y="167759"/>
                  </a:cubicBezTo>
                  <a:moveTo>
                    <a:pt x="234191" y="149189"/>
                  </a:moveTo>
                  <a:cubicBezTo>
                    <a:pt x="234191" y="153224"/>
                    <a:pt x="232043" y="155111"/>
                    <a:pt x="227466" y="156456"/>
                  </a:cubicBezTo>
                  <a:cubicBezTo>
                    <a:pt x="221543" y="158069"/>
                    <a:pt x="216430" y="158879"/>
                    <a:pt x="209162" y="158879"/>
                  </a:cubicBezTo>
                  <a:cubicBezTo>
                    <a:pt x="191936" y="158879"/>
                    <a:pt x="175788" y="148646"/>
                    <a:pt x="175788" y="121195"/>
                  </a:cubicBezTo>
                  <a:cubicBezTo>
                    <a:pt x="175788" y="93743"/>
                    <a:pt x="191936" y="83518"/>
                    <a:pt x="209162" y="83518"/>
                  </a:cubicBezTo>
                  <a:cubicBezTo>
                    <a:pt x="216430" y="83518"/>
                    <a:pt x="221543" y="84320"/>
                    <a:pt x="227466" y="85941"/>
                  </a:cubicBezTo>
                  <a:cubicBezTo>
                    <a:pt x="232043" y="87286"/>
                    <a:pt x="234191" y="89165"/>
                    <a:pt x="234191" y="93201"/>
                  </a:cubicBezTo>
                  <a:lnTo>
                    <a:pt x="234191" y="149189"/>
                  </a:lnTo>
                  <a:close/>
                  <a:moveTo>
                    <a:pt x="262452" y="61179"/>
                  </a:moveTo>
                  <a:cubicBezTo>
                    <a:pt x="244692" y="54446"/>
                    <a:pt x="228000" y="51221"/>
                    <a:pt x="209430" y="51221"/>
                  </a:cubicBezTo>
                  <a:cubicBezTo>
                    <a:pt x="168795" y="51221"/>
                    <a:pt x="140258" y="78405"/>
                    <a:pt x="140258" y="121195"/>
                  </a:cubicBezTo>
                  <a:cubicBezTo>
                    <a:pt x="140258" y="164527"/>
                    <a:pt x="165020" y="191176"/>
                    <a:pt x="208895" y="191176"/>
                  </a:cubicBezTo>
                  <a:cubicBezTo>
                    <a:pt x="226655" y="191176"/>
                    <a:pt x="243881" y="188210"/>
                    <a:pt x="262452" y="180407"/>
                  </a:cubicBezTo>
                  <a:cubicBezTo>
                    <a:pt x="266763" y="178528"/>
                    <a:pt x="269185" y="175562"/>
                    <a:pt x="269185" y="169639"/>
                  </a:cubicBezTo>
                  <a:lnTo>
                    <a:pt x="269185" y="71940"/>
                  </a:lnTo>
                  <a:cubicBezTo>
                    <a:pt x="269185" y="65749"/>
                    <a:pt x="266763" y="62792"/>
                    <a:pt x="262452" y="61179"/>
                  </a:cubicBezTo>
                </a:path>
              </a:pathLst>
            </a:custGeom>
            <a:grpFill/>
            <a:ln w="7833" cap="flat">
              <a:noFill/>
              <a:prstDash val="solid"/>
              <a:round/>
            </a:ln>
          </p:spPr>
          <p:txBody>
            <a:bodyPr rtlCol="0" anchor="ctr"/>
            <a:lstStyle/>
            <a:p>
              <a:endParaRPr lang="fr-FR" sz="2400"/>
            </a:p>
          </p:txBody>
        </p:sp>
        <p:sp>
          <p:nvSpPr>
            <p:cNvPr id="34" name="Forme libre : forme 10">
              <a:extLst>
                <a:ext uri="{FF2B5EF4-FFF2-40B4-BE49-F238E27FC236}">
                  <a16:creationId xmlns:a16="http://schemas.microsoft.com/office/drawing/2014/main" id="{AE069B0D-3A77-4024-93DE-B14818FED9C1}"/>
                </a:ext>
              </a:extLst>
            </p:cNvPr>
            <p:cNvSpPr/>
            <p:nvPr/>
          </p:nvSpPr>
          <p:spPr>
            <a:xfrm rot="-73896" flipV="1">
              <a:off x="5474877" y="-471733"/>
              <a:ext cx="37949" cy="37711"/>
            </a:xfrm>
            <a:custGeom>
              <a:avLst/>
              <a:gdLst>
                <a:gd name="connsiteX0" fmla="*/ 19483 w 37949"/>
                <a:gd name="connsiteY0" fmla="*/ 17 h 37711"/>
                <a:gd name="connsiteX1" fmla="*/ 38456 w 37949"/>
                <a:gd name="connsiteY1" fmla="*/ 18454 h 37711"/>
                <a:gd name="connsiteX2" fmla="*/ 19491 w 37949"/>
                <a:gd name="connsiteY2" fmla="*/ 37717 h 37711"/>
                <a:gd name="connsiteX3" fmla="*/ 519 w 37949"/>
                <a:gd name="connsiteY3" fmla="*/ 19272 h 37711"/>
                <a:gd name="connsiteX4" fmla="*/ 19483 w 37949"/>
                <a:gd name="connsiteY4" fmla="*/ 17 h 37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949" h="37711">
                  <a:moveTo>
                    <a:pt x="19483" y="17"/>
                  </a:moveTo>
                  <a:cubicBezTo>
                    <a:pt x="30519" y="-219"/>
                    <a:pt x="38212" y="6883"/>
                    <a:pt x="38456" y="18454"/>
                  </a:cubicBezTo>
                  <a:cubicBezTo>
                    <a:pt x="38715" y="30300"/>
                    <a:pt x="31329" y="37457"/>
                    <a:pt x="19491" y="37717"/>
                  </a:cubicBezTo>
                  <a:cubicBezTo>
                    <a:pt x="8188" y="37953"/>
                    <a:pt x="771" y="31118"/>
                    <a:pt x="519" y="19272"/>
                  </a:cubicBezTo>
                  <a:cubicBezTo>
                    <a:pt x="267" y="7701"/>
                    <a:pt x="7378" y="284"/>
                    <a:pt x="19483" y="17"/>
                  </a:cubicBezTo>
                </a:path>
              </a:pathLst>
            </a:custGeom>
            <a:grpFill/>
            <a:ln w="7833" cap="flat">
              <a:noFill/>
              <a:prstDash val="solid"/>
              <a:round/>
            </a:ln>
          </p:spPr>
          <p:txBody>
            <a:bodyPr rtlCol="0" anchor="ctr"/>
            <a:lstStyle/>
            <a:p>
              <a:endParaRPr lang="fr-FR" sz="2400">
                <a:solidFill>
                  <a:schemeClr val="accent2"/>
                </a:solidFill>
              </a:endParaRPr>
            </a:p>
          </p:txBody>
        </p:sp>
        <p:sp>
          <p:nvSpPr>
            <p:cNvPr id="46" name="Forme libre : forme 11">
              <a:extLst>
                <a:ext uri="{FF2B5EF4-FFF2-40B4-BE49-F238E27FC236}">
                  <a16:creationId xmlns:a16="http://schemas.microsoft.com/office/drawing/2014/main" id="{4FEF900E-F4FF-408E-9225-41DC79A3C407}"/>
                </a:ext>
              </a:extLst>
            </p:cNvPr>
            <p:cNvSpPr/>
            <p:nvPr/>
          </p:nvSpPr>
          <p:spPr>
            <a:xfrm rot="10725025" flipV="1">
              <a:off x="4768103" y="-317778"/>
              <a:ext cx="37406" cy="37169"/>
            </a:xfrm>
            <a:custGeom>
              <a:avLst/>
              <a:gdLst>
                <a:gd name="connsiteX0" fmla="*/ 18717 w 37406"/>
                <a:gd name="connsiteY0" fmla="*/ 130 h 37169"/>
                <a:gd name="connsiteX1" fmla="*/ 37414 w 37406"/>
                <a:gd name="connsiteY1" fmla="*/ 18300 h 37169"/>
                <a:gd name="connsiteX2" fmla="*/ 18717 w 37406"/>
                <a:gd name="connsiteY2" fmla="*/ 37288 h 37169"/>
                <a:gd name="connsiteX3" fmla="*/ 20 w 37406"/>
                <a:gd name="connsiteY3" fmla="*/ 19118 h 37169"/>
                <a:gd name="connsiteX4" fmla="*/ 18717 w 37406"/>
                <a:gd name="connsiteY4" fmla="*/ 130 h 371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406" h="37169">
                  <a:moveTo>
                    <a:pt x="18717" y="130"/>
                  </a:moveTo>
                  <a:cubicBezTo>
                    <a:pt x="29745" y="-106"/>
                    <a:pt x="37162" y="6729"/>
                    <a:pt x="37414" y="18300"/>
                  </a:cubicBezTo>
                  <a:cubicBezTo>
                    <a:pt x="37665" y="29603"/>
                    <a:pt x="30555" y="37028"/>
                    <a:pt x="18717" y="37288"/>
                  </a:cubicBezTo>
                  <a:cubicBezTo>
                    <a:pt x="7681" y="37524"/>
                    <a:pt x="264" y="30421"/>
                    <a:pt x="20" y="19118"/>
                  </a:cubicBezTo>
                  <a:cubicBezTo>
                    <a:pt x="-240" y="7547"/>
                    <a:pt x="6871" y="390"/>
                    <a:pt x="18717" y="130"/>
                  </a:cubicBezTo>
                </a:path>
              </a:pathLst>
            </a:custGeom>
            <a:grpFill/>
            <a:ln w="7833" cap="flat">
              <a:noFill/>
              <a:prstDash val="solid"/>
              <a:round/>
            </a:ln>
          </p:spPr>
          <p:txBody>
            <a:bodyPr rtlCol="0" anchor="ctr"/>
            <a:lstStyle/>
            <a:p>
              <a:endParaRPr lang="fr-FR" sz="2400"/>
            </a:p>
          </p:txBody>
        </p:sp>
      </p:grpSp>
      <p:sp>
        <p:nvSpPr>
          <p:cNvPr id="36" name="Espace réservé du texte 5">
            <a:extLst>
              <a:ext uri="{FF2B5EF4-FFF2-40B4-BE49-F238E27FC236}">
                <a16:creationId xmlns:a16="http://schemas.microsoft.com/office/drawing/2014/main" id="{E84A8FD7-8FA2-4544-A842-D034742C4BED}"/>
              </a:ext>
            </a:extLst>
          </p:cNvPr>
          <p:cNvSpPr>
            <a:spLocks noGrp="1"/>
          </p:cNvSpPr>
          <p:nvPr>
            <p:ph type="body" sz="quarter" idx="50"/>
          </p:nvPr>
        </p:nvSpPr>
        <p:spPr>
          <a:xfrm>
            <a:off x="4033429" y="425183"/>
            <a:ext cx="7715547" cy="164148"/>
          </a:xfrm>
        </p:spPr>
        <p:txBody>
          <a:bodyPr wrap="square" anchor="t" anchorCtr="0">
            <a:spAutoFit/>
          </a:bodyPr>
          <a:lstStyle>
            <a:lvl1pPr algn="l">
              <a:lnSpc>
                <a:spcPct val="100000"/>
              </a:lnSpc>
              <a:spcAft>
                <a:spcPts val="0"/>
              </a:spcAft>
              <a:defRPr lang="fr-FR" sz="1067" b="0" i="0" kern="1200" dirty="0" err="1" smtClean="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0" indent="0" algn="l">
              <a:lnSpc>
                <a:spcPct val="100000"/>
              </a:lnSpc>
              <a:spcBef>
                <a:spcPts val="400"/>
              </a:spcBef>
              <a:spcAft>
                <a:spcPts val="0"/>
              </a:spcAft>
              <a:buFont typeface="Arial" panose="020B0604020202020204" pitchFamily="34" charset="0"/>
              <a:buNone/>
              <a:defRPr sz="533" b="0" i="0" cap="all" baseline="0">
                <a:latin typeface="Verdana" panose="020B0604030504040204" pitchFamily="34" charset="0"/>
                <a:ea typeface="Verdana" panose="020B0604030504040204" pitchFamily="34" charset="0"/>
                <a:cs typeface="Verdana" panose="020B0604030504040204" pitchFamily="34" charset="0"/>
              </a:defRPr>
            </a:lvl2pPr>
            <a:lvl3pPr marL="307176" indent="0">
              <a:spcBef>
                <a:spcPts val="400"/>
              </a:spcBef>
              <a:buFont typeface="Arial" panose="020B0604020202020204" pitchFamily="34" charset="0"/>
              <a:buNone/>
              <a:tabLst>
                <a:tab pos="836022" algn="l"/>
              </a:tabLst>
              <a:defRPr sz="533"/>
            </a:lvl3pPr>
          </a:lstStyle>
          <a:p>
            <a:pPr lvl="0"/>
            <a:r>
              <a:rPr lang="en-US" noProof="0"/>
              <a:t>Click to edit Master text styles</a:t>
            </a:r>
          </a:p>
        </p:txBody>
      </p:sp>
    </p:spTree>
    <p:extLst>
      <p:ext uri="{BB962C8B-B14F-4D97-AF65-F5344CB8AC3E}">
        <p14:creationId xmlns:p14="http://schemas.microsoft.com/office/powerpoint/2010/main" val="492536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7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236812747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3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287931102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1_Title, Bullets">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444036929"/>
              </p:ext>
            </p:extLst>
          </p:nvPr>
        </p:nvGraphicFramePr>
        <p:xfrm>
          <a:off x="2119" y="1589"/>
          <a:ext cx="2116"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3" name="Object 2" hidden="1"/>
                      <p:cNvPicPr/>
                      <p:nvPr/>
                    </p:nvPicPr>
                    <p:blipFill>
                      <a:blip r:embed="rId4"/>
                      <a:stretch>
                        <a:fillRect/>
                      </a:stretch>
                    </p:blipFill>
                    <p:spPr>
                      <a:xfrm>
                        <a:off x="2119" y="1589"/>
                        <a:ext cx="2116" cy="1587"/>
                      </a:xfrm>
                      <a:prstGeom prst="rect">
                        <a:avLst/>
                      </a:prstGeom>
                    </p:spPr>
                  </p:pic>
                </p:oleObj>
              </mc:Fallback>
            </mc:AlternateContent>
          </a:graphicData>
        </a:graphic>
      </p:graphicFrame>
      <p:sp>
        <p:nvSpPr>
          <p:cNvPr id="4" name="Rectangle 2">
            <a:extLst>
              <a:ext uri="{FF2B5EF4-FFF2-40B4-BE49-F238E27FC236}">
                <a16:creationId xmlns:a16="http://schemas.microsoft.com/office/drawing/2014/main" id="{9E873AB7-7E63-4A48-B9A0-2D869D756E8A}"/>
              </a:ext>
            </a:extLst>
          </p:cNvPr>
          <p:cNvSpPr>
            <a:spLocks noGrp="1" noChangeArrowheads="1"/>
          </p:cNvSpPr>
          <p:nvPr>
            <p:ph type="title" hasCustomPrompt="1"/>
          </p:nvPr>
        </p:nvSpPr>
        <p:spPr bwMode="auto">
          <a:xfrm>
            <a:off x="488952" y="368707"/>
            <a:ext cx="11214101" cy="443199"/>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defRPr sz="3200"/>
            </a:lvl1pPr>
          </a:lstStyle>
          <a:p>
            <a:pPr lvl="0"/>
            <a:r>
              <a:rPr lang="en-US" err="1"/>
              <a:t>Cliquez</a:t>
            </a:r>
            <a:r>
              <a:rPr lang="en-US"/>
              <a:t> pour modifier le style du </a:t>
            </a:r>
            <a:r>
              <a:rPr lang="en-US" err="1"/>
              <a:t>titre</a:t>
            </a:r>
            <a:endParaRPr lang="en-US"/>
          </a:p>
        </p:txBody>
      </p:sp>
    </p:spTree>
    <p:extLst>
      <p:ext uri="{BB962C8B-B14F-4D97-AF65-F5344CB8AC3E}">
        <p14:creationId xmlns:p14="http://schemas.microsoft.com/office/powerpoint/2010/main" val="350782741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Contenu 1 colonn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78367" y="429435"/>
            <a:ext cx="11226800" cy="387799"/>
          </a:xfrm>
        </p:spPr>
        <p:txBody>
          <a:bodyPr/>
          <a:lstStyle>
            <a:lvl1pPr>
              <a:defRPr/>
            </a:lvl1pPr>
          </a:lstStyle>
          <a:p>
            <a:r>
              <a:rPr lang="fr-FR" dirty="0"/>
              <a:t>Slide texte - 1 colonne, corps 28</a:t>
            </a:r>
            <a:endParaRPr lang="en-US" dirty="0"/>
          </a:p>
        </p:txBody>
      </p:sp>
      <p:sp>
        <p:nvSpPr>
          <p:cNvPr id="8" name="Content Placeholder 2"/>
          <p:cNvSpPr>
            <a:spLocks noGrp="1"/>
          </p:cNvSpPr>
          <p:nvPr>
            <p:ph idx="13" hasCustomPrompt="1"/>
          </p:nvPr>
        </p:nvSpPr>
        <p:spPr>
          <a:xfrm>
            <a:off x="478370" y="1777408"/>
            <a:ext cx="11226801" cy="4483693"/>
          </a:xfrm>
        </p:spPr>
        <p:txBody>
          <a:bodyPr/>
          <a:lstStyle>
            <a:lvl1pPr>
              <a:defRPr baseline="0"/>
            </a:lvl1pPr>
            <a:lvl3pPr marL="403205" indent="-133343">
              <a:buFont typeface="Arial" charset="0"/>
              <a:buChar char="•"/>
              <a:tabLst/>
              <a:defRPr/>
            </a:lvl3pPr>
          </a:lstStyle>
          <a:p>
            <a:pPr lvl="0"/>
            <a:r>
              <a:rPr lang="fr-FR" dirty="0"/>
              <a:t>Texte 1er niveau, corps 18</a:t>
            </a:r>
          </a:p>
          <a:p>
            <a:pPr lvl="1"/>
            <a:r>
              <a:rPr lang="fr-FR" dirty="0"/>
              <a:t>Texte 2e niveau, corps 16</a:t>
            </a:r>
          </a:p>
          <a:p>
            <a:pPr lvl="2"/>
            <a:r>
              <a:rPr lang="fr-FR" dirty="0"/>
              <a:t>Texte 3e niveau, corps 14</a:t>
            </a:r>
          </a:p>
        </p:txBody>
      </p:sp>
      <p:sp>
        <p:nvSpPr>
          <p:cNvPr id="25" name="Espace réservé du pied de page 24"/>
          <p:cNvSpPr>
            <a:spLocks noGrp="1"/>
          </p:cNvSpPr>
          <p:nvPr>
            <p:ph type="ftr" sz="quarter" idx="15"/>
          </p:nvPr>
        </p:nvSpPr>
        <p:spPr>
          <a:xfrm>
            <a:off x="2866442" y="6479322"/>
            <a:ext cx="6459117" cy="170333"/>
          </a:xfrm>
          <a:prstGeom prst="rect">
            <a:avLst/>
          </a:prstGeom>
        </p:spPr>
        <p:txBody>
          <a:bodyPr/>
          <a:lstStyle/>
          <a:p>
            <a:r>
              <a:rPr lang="fr-FR" dirty="0"/>
              <a:t>Presentation title</a:t>
            </a:r>
          </a:p>
        </p:txBody>
      </p:sp>
      <p:sp>
        <p:nvSpPr>
          <p:cNvPr id="26" name="Espace réservé du numéro de diapositive 25"/>
          <p:cNvSpPr>
            <a:spLocks noGrp="1"/>
          </p:cNvSpPr>
          <p:nvPr>
            <p:ph type="sldNum" sz="quarter" idx="16"/>
          </p:nvPr>
        </p:nvSpPr>
        <p:spPr/>
        <p:txBody>
          <a:bodyPr/>
          <a:lstStyle/>
          <a:p>
            <a:fld id="{980E94A8-0648-D043-B8F7-3AFA110B04BE}" type="slidenum">
              <a:rPr lang="fr-FR" smtClean="0"/>
              <a:pPr/>
              <a:t>‹#›</a:t>
            </a:fld>
            <a:endParaRPr lang="fr-FR" dirty="0"/>
          </a:p>
        </p:txBody>
      </p:sp>
      <p:sp>
        <p:nvSpPr>
          <p:cNvPr id="31" name="Content Placeholder 2"/>
          <p:cNvSpPr>
            <a:spLocks noGrp="1"/>
          </p:cNvSpPr>
          <p:nvPr>
            <p:ph idx="17" hasCustomPrompt="1"/>
          </p:nvPr>
        </p:nvSpPr>
        <p:spPr>
          <a:xfrm>
            <a:off x="478370" y="950403"/>
            <a:ext cx="11226801" cy="465508"/>
          </a:xfrm>
        </p:spPr>
        <p:txBody>
          <a:bodyPr/>
          <a:lstStyle>
            <a:lvl1pPr marL="0" indent="0">
              <a:buNone/>
              <a:defRPr sz="2200" b="0" baseline="0">
                <a:solidFill>
                  <a:schemeClr val="tx1"/>
                </a:solidFill>
              </a:defRPr>
            </a:lvl1pPr>
            <a:lvl2pPr marL="266687" indent="0">
              <a:buNone/>
              <a:defRPr/>
            </a:lvl2pPr>
            <a:lvl3pPr marL="685766" indent="0">
              <a:buNone/>
              <a:defRPr/>
            </a:lvl3pPr>
            <a:lvl4pPr marL="1028649" indent="0">
              <a:buNone/>
              <a:defRPr/>
            </a:lvl4pPr>
            <a:lvl5pPr marL="1371532" indent="0">
              <a:buNone/>
              <a:defRPr/>
            </a:lvl5pPr>
          </a:lstStyle>
          <a:p>
            <a:pPr lvl="0"/>
            <a:r>
              <a:rPr lang="fr-FR" dirty="0"/>
              <a:t>Sous-titre, corps 22</a:t>
            </a:r>
            <a:endParaRPr lang="en-US" dirty="0"/>
          </a:p>
        </p:txBody>
      </p:sp>
    </p:spTree>
    <p:extLst>
      <p:ext uri="{BB962C8B-B14F-4D97-AF65-F5344CB8AC3E}">
        <p14:creationId xmlns:p14="http://schemas.microsoft.com/office/powerpoint/2010/main" val="760909305"/>
      </p:ext>
    </p:extLst>
  </p:cSld>
  <p:clrMapOvr>
    <a:masterClrMapping/>
  </p:clrMapOvr>
  <p:extLst>
    <p:ext uri="{DCECCB84-F9BA-43D5-87BE-67443E8EF086}">
      <p15:sldGuideLst xmlns:p15="http://schemas.microsoft.com/office/powerpoint/2012/main">
        <p15:guide id="1" orient="horz" pos="3140">
          <p15:clr>
            <a:srgbClr val="FBAE40"/>
          </p15:clr>
        </p15:guide>
        <p15:guide id="2" orient="horz" pos="3094">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2_Title and Content">
    <p:bg>
      <p:bgPr>
        <a:solidFill>
          <a:srgbClr val="F5F3F8"/>
        </a:solidFill>
        <a:effectLst/>
      </p:bgPr>
    </p:bg>
    <p:spTree>
      <p:nvGrpSpPr>
        <p:cNvPr id="1" name=""/>
        <p:cNvGrpSpPr/>
        <p:nvPr/>
      </p:nvGrpSpPr>
      <p:grpSpPr>
        <a:xfrm>
          <a:off x="0" y="0"/>
          <a:ext cx="0" cy="0"/>
          <a:chOff x="0" y="0"/>
          <a:chExt cx="0" cy="0"/>
        </a:xfrm>
      </p:grpSpPr>
      <p:sp>
        <p:nvSpPr>
          <p:cNvPr id="11" name="Espace réservé du numéro de diapositive 10">
            <a:extLst>
              <a:ext uri="{FF2B5EF4-FFF2-40B4-BE49-F238E27FC236}">
                <a16:creationId xmlns:a16="http://schemas.microsoft.com/office/drawing/2014/main" id="{323D7EBE-BC7D-4AC5-AD6B-FCD5D270E1C6}"/>
              </a:ext>
            </a:extLst>
          </p:cNvPr>
          <p:cNvSpPr>
            <a:spLocks noGrp="1"/>
          </p:cNvSpPr>
          <p:nvPr>
            <p:ph type="sldNum" sz="quarter" idx="16"/>
          </p:nvPr>
        </p:nvSpPr>
        <p:spPr/>
        <p:txBody>
          <a:bodyPr/>
          <a:lstStyle/>
          <a:p>
            <a:fld id="{6B54B0F7-55DD-40D6-B7F4-70B586885C0B}" type="slidenum">
              <a:rPr lang="en-US" noProof="0" smtClean="0"/>
              <a:pPr/>
              <a:t>‹#›</a:t>
            </a:fld>
            <a:endParaRPr lang="en-US" noProof="0"/>
          </a:p>
        </p:txBody>
      </p:sp>
      <p:sp>
        <p:nvSpPr>
          <p:cNvPr id="3" name="Text Placeholder 2">
            <a:extLst>
              <a:ext uri="{FF2B5EF4-FFF2-40B4-BE49-F238E27FC236}">
                <a16:creationId xmlns:a16="http://schemas.microsoft.com/office/drawing/2014/main" id="{D0E56171-4788-4B4A-B8DB-98CB348C66F3}"/>
              </a:ext>
            </a:extLst>
          </p:cNvPr>
          <p:cNvSpPr>
            <a:spLocks noGrp="1"/>
          </p:cNvSpPr>
          <p:nvPr>
            <p:ph type="body" sz="quarter" idx="21"/>
          </p:nvPr>
        </p:nvSpPr>
        <p:spPr>
          <a:xfrm>
            <a:off x="442033" y="1943801"/>
            <a:ext cx="11304000" cy="429522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Espace réservé du texte 4">
            <a:extLst>
              <a:ext uri="{FF2B5EF4-FFF2-40B4-BE49-F238E27FC236}">
                <a16:creationId xmlns:a16="http://schemas.microsoft.com/office/drawing/2014/main" id="{E214CB94-27AF-41B7-A363-829DCFEBE7A6}"/>
              </a:ext>
            </a:extLst>
          </p:cNvPr>
          <p:cNvSpPr>
            <a:spLocks noGrp="1"/>
          </p:cNvSpPr>
          <p:nvPr>
            <p:ph type="body" sz="quarter" idx="22"/>
          </p:nvPr>
        </p:nvSpPr>
        <p:spPr>
          <a:xfrm>
            <a:off x="444973" y="1577579"/>
            <a:ext cx="11304000" cy="246221"/>
          </a:xfrm>
        </p:spPr>
        <p:txBody>
          <a:bodyPr wrap="square">
            <a:spAutoFit/>
          </a:bodyPr>
          <a:lstStyle>
            <a:lvl1pPr>
              <a:lnSpc>
                <a:spcPct val="100000"/>
              </a:lnSpc>
              <a:spcAft>
                <a:spcPts val="0"/>
              </a:spcAft>
              <a:defRPr sz="1600" b="0" i="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0" indent="0">
              <a:spcBef>
                <a:spcPts val="533"/>
              </a:spcBef>
              <a:buFont typeface="Arial" panose="020B0604020202020204" pitchFamily="34" charset="0"/>
              <a:buNone/>
              <a:defRPr sz="1600"/>
            </a:lvl2pPr>
            <a:lvl3pPr>
              <a:lnSpc>
                <a:spcPct val="110000"/>
              </a:lnSpc>
              <a:defRPr lang="en-US" sz="1333" kern="1200" dirty="0" smtClean="0">
                <a:solidFill>
                  <a:schemeClr val="tx1"/>
                </a:solidFill>
                <a:latin typeface="Sanofi Sans 3 Regular"/>
                <a:ea typeface="+mn-ea"/>
                <a:cs typeface="+mn-cs"/>
              </a:defRPr>
            </a:lvl3pPr>
            <a:lvl4pPr>
              <a:defRPr sz="1333"/>
            </a:lvl4pPr>
            <a:lvl5pPr>
              <a:defRPr sz="1333"/>
            </a:lvl5pPr>
          </a:lstStyle>
          <a:p>
            <a:pPr lvl="0"/>
            <a:r>
              <a:rPr lang="en-US" noProof="0"/>
              <a:t>Click to edit Master text styles</a:t>
            </a:r>
          </a:p>
        </p:txBody>
      </p:sp>
      <p:sp>
        <p:nvSpPr>
          <p:cNvPr id="2" name="Title 1">
            <a:extLst>
              <a:ext uri="{FF2B5EF4-FFF2-40B4-BE49-F238E27FC236}">
                <a16:creationId xmlns:a16="http://schemas.microsoft.com/office/drawing/2014/main" id="{397577A6-F24A-4B6D-B7E1-FB31180BD644}"/>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1697610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7BB387-CF91-C865-F872-30D889DCAC3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98DA97D-0A02-9D8D-4BCA-57DDAF890694}"/>
              </a:ext>
            </a:extLst>
          </p:cNvPr>
          <p:cNvSpPr>
            <a:spLocks noGrp="1"/>
          </p:cNvSpPr>
          <p:nvPr>
            <p:ph type="dt" sz="half" idx="10"/>
          </p:nvPr>
        </p:nvSpPr>
        <p:spPr/>
        <p:txBody>
          <a:bodyPr/>
          <a:lstStyle/>
          <a:p>
            <a:fld id="{47E27AE2-EF2C-462D-BC32-5CCD1C39367D}" type="datetimeFigureOut">
              <a:rPr lang="en-US" smtClean="0"/>
              <a:t>4/22/2026</a:t>
            </a:fld>
            <a:endParaRPr lang="en-US"/>
          </a:p>
        </p:txBody>
      </p:sp>
      <p:sp>
        <p:nvSpPr>
          <p:cNvPr id="4" name="Footer Placeholder 3">
            <a:extLst>
              <a:ext uri="{FF2B5EF4-FFF2-40B4-BE49-F238E27FC236}">
                <a16:creationId xmlns:a16="http://schemas.microsoft.com/office/drawing/2014/main" id="{D56D07E1-5EC0-DDC6-272C-E20D8AA3C4F6}"/>
              </a:ext>
            </a:extLst>
          </p:cNvPr>
          <p:cNvSpPr>
            <a:spLocks noGrp="1"/>
          </p:cNvSpPr>
          <p:nvPr>
            <p:ph type="ftr" sz="quarter" idx="11"/>
          </p:nvPr>
        </p:nvSpPr>
        <p:spPr>
          <a:xfrm>
            <a:off x="2866442" y="6479322"/>
            <a:ext cx="6459117" cy="170333"/>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51593132-BE1D-BDB4-3CFB-C60F586EE9E6}"/>
              </a:ext>
            </a:extLst>
          </p:cNvPr>
          <p:cNvSpPr>
            <a:spLocks noGrp="1"/>
          </p:cNvSpPr>
          <p:nvPr>
            <p:ph type="sldNum" sz="quarter" idx="12"/>
          </p:nvPr>
        </p:nvSpPr>
        <p:spPr/>
        <p:txBody>
          <a:bodyPr/>
          <a:lstStyle/>
          <a:p>
            <a:fld id="{A398FEAA-3262-4B82-AC7C-B695FCD3CB4C}" type="slidenum">
              <a:rPr lang="en-US" smtClean="0"/>
              <a:t>‹#›</a:t>
            </a:fld>
            <a:endParaRPr lang="en-US"/>
          </a:p>
        </p:txBody>
      </p:sp>
    </p:spTree>
    <p:extLst>
      <p:ext uri="{BB962C8B-B14F-4D97-AF65-F5344CB8AC3E}">
        <p14:creationId xmlns:p14="http://schemas.microsoft.com/office/powerpoint/2010/main" val="336939690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
  <p:cSld name="3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AB29E-D2B5-47CA-5FD5-706358F1E75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FFEDDC3-E703-8F34-2066-32A2602FBFC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7E447F5-5249-2B85-733C-40A44869B10E}"/>
              </a:ext>
            </a:extLst>
          </p:cNvPr>
          <p:cNvSpPr>
            <a:spLocks noGrp="1"/>
          </p:cNvSpPr>
          <p:nvPr>
            <p:ph type="dt" sz="half" idx="10"/>
          </p:nvPr>
        </p:nvSpPr>
        <p:spPr/>
        <p:txBody>
          <a:bodyPr/>
          <a:lstStyle/>
          <a:p>
            <a:fld id="{47E27AE2-EF2C-462D-BC32-5CCD1C39367D}" type="datetimeFigureOut">
              <a:rPr lang="en-US" smtClean="0"/>
              <a:t>4/22/2026</a:t>
            </a:fld>
            <a:endParaRPr lang="en-US"/>
          </a:p>
        </p:txBody>
      </p:sp>
      <p:sp>
        <p:nvSpPr>
          <p:cNvPr id="5" name="Footer Placeholder 4">
            <a:extLst>
              <a:ext uri="{FF2B5EF4-FFF2-40B4-BE49-F238E27FC236}">
                <a16:creationId xmlns:a16="http://schemas.microsoft.com/office/drawing/2014/main" id="{CD5E5EE3-4DEA-4048-5640-935DB231F4C4}"/>
              </a:ext>
            </a:extLst>
          </p:cNvPr>
          <p:cNvSpPr>
            <a:spLocks noGrp="1"/>
          </p:cNvSpPr>
          <p:nvPr>
            <p:ph type="ftr" sz="quarter" idx="11"/>
          </p:nvPr>
        </p:nvSpPr>
        <p:spPr>
          <a:xfrm>
            <a:off x="2866442" y="6479322"/>
            <a:ext cx="6459117" cy="170333"/>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4FF8AA75-416E-3D9F-48D5-FDB404BED514}"/>
              </a:ext>
            </a:extLst>
          </p:cNvPr>
          <p:cNvSpPr>
            <a:spLocks noGrp="1"/>
          </p:cNvSpPr>
          <p:nvPr>
            <p:ph type="sldNum" sz="quarter" idx="12"/>
          </p:nvPr>
        </p:nvSpPr>
        <p:spPr/>
        <p:txBody>
          <a:bodyPr/>
          <a:lstStyle/>
          <a:p>
            <a:fld id="{A398FEAA-3262-4B82-AC7C-B695FCD3CB4C}" type="slidenum">
              <a:rPr lang="en-US" smtClean="0"/>
              <a:t>‹#›</a:t>
            </a:fld>
            <a:endParaRPr lang="en-US"/>
          </a:p>
        </p:txBody>
      </p:sp>
    </p:spTree>
    <p:extLst>
      <p:ext uri="{BB962C8B-B14F-4D97-AF65-F5344CB8AC3E}">
        <p14:creationId xmlns:p14="http://schemas.microsoft.com/office/powerpoint/2010/main" val="64756494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cSld name="Sommair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78367" y="364800"/>
            <a:ext cx="11226800" cy="517064"/>
          </a:xfrm>
        </p:spPr>
        <p:txBody>
          <a:bodyPr/>
          <a:lstStyle>
            <a:lvl1pPr>
              <a:defRPr/>
            </a:lvl1pPr>
          </a:lstStyle>
          <a:p>
            <a:r>
              <a:rPr lang="fr-FR" dirty="0"/>
              <a:t>Slide texte - 1 colonne, corps 28</a:t>
            </a:r>
            <a:endParaRPr lang="en-US" dirty="0"/>
          </a:p>
        </p:txBody>
      </p:sp>
      <p:sp>
        <p:nvSpPr>
          <p:cNvPr id="8" name="Content Placeholder 2"/>
          <p:cNvSpPr>
            <a:spLocks noGrp="1"/>
          </p:cNvSpPr>
          <p:nvPr>
            <p:ph idx="13" hasCustomPrompt="1"/>
          </p:nvPr>
        </p:nvSpPr>
        <p:spPr>
          <a:xfrm>
            <a:off x="1173378" y="1365253"/>
            <a:ext cx="10130393" cy="4895849"/>
          </a:xfrm>
        </p:spPr>
        <p:txBody>
          <a:bodyPr/>
          <a:lstStyle>
            <a:lvl1pPr marL="222240" indent="-222240">
              <a:spcBef>
                <a:spcPts val="1200"/>
              </a:spcBef>
              <a:buFont typeface="Arial" charset="0"/>
              <a:buChar char="•"/>
              <a:tabLst>
                <a:tab pos="11279153" algn="r"/>
              </a:tabLst>
              <a:defRPr sz="2400" b="0" baseline="0"/>
            </a:lvl1pPr>
            <a:lvl2pPr marL="400031" indent="-177792">
              <a:spcBef>
                <a:spcPts val="0"/>
              </a:spcBef>
              <a:buFont typeface="Arial" charset="0"/>
              <a:buChar char="•"/>
              <a:tabLst>
                <a:tab pos="11279437" algn="r"/>
              </a:tabLst>
              <a:defRPr sz="2133"/>
            </a:lvl2pPr>
            <a:lvl3pPr marL="361931" indent="0">
              <a:buNone/>
              <a:defRPr/>
            </a:lvl3pPr>
          </a:lstStyle>
          <a:p>
            <a:pPr lvl="0"/>
            <a:r>
              <a:rPr lang="fr-FR" dirty="0"/>
              <a:t>Texte 1er niveau, corps 18	XX</a:t>
            </a:r>
          </a:p>
          <a:p>
            <a:pPr lvl="1"/>
            <a:r>
              <a:rPr lang="fr-FR" dirty="0"/>
              <a:t>Texte 2e niveau, corps 16	XX</a:t>
            </a:r>
          </a:p>
        </p:txBody>
      </p:sp>
      <p:sp>
        <p:nvSpPr>
          <p:cNvPr id="26" name="Espace réservé du numéro de diapositive 25"/>
          <p:cNvSpPr>
            <a:spLocks noGrp="1"/>
          </p:cNvSpPr>
          <p:nvPr>
            <p:ph type="sldNum" sz="quarter" idx="16"/>
          </p:nvPr>
        </p:nvSpPr>
        <p:spPr/>
        <p:txBody>
          <a:bodyPr/>
          <a:lstStyle/>
          <a:p>
            <a:fld id="{6CC19534-8082-42C0-8F4D-FAE2C4EA7B07}" type="slidenum">
              <a:rPr lang="en-US" smtClean="0"/>
              <a:t>‹#›</a:t>
            </a:fld>
            <a:endParaRPr lang="en-US"/>
          </a:p>
        </p:txBody>
      </p:sp>
    </p:spTree>
    <p:extLst>
      <p:ext uri="{BB962C8B-B14F-4D97-AF65-F5344CB8AC3E}">
        <p14:creationId xmlns:p14="http://schemas.microsoft.com/office/powerpoint/2010/main" val="3226981481"/>
      </p:ext>
    </p:extLst>
  </p:cSld>
  <p:clrMapOvr>
    <a:masterClrMapping/>
  </p:clrMapOvr>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1_Sommaire">
    <p:spTree>
      <p:nvGrpSpPr>
        <p:cNvPr id="1" name=""/>
        <p:cNvGrpSpPr/>
        <p:nvPr/>
      </p:nvGrpSpPr>
      <p:grpSpPr>
        <a:xfrm>
          <a:off x="0" y="0"/>
          <a:ext cx="0" cy="0"/>
          <a:chOff x="0" y="0"/>
          <a:chExt cx="0" cy="0"/>
        </a:xfrm>
      </p:grpSpPr>
      <p:graphicFrame>
        <p:nvGraphicFramePr>
          <p:cNvPr id="3" name="Objet 2" hidden="1"/>
          <p:cNvGraphicFramePr>
            <a:graphicFrameLocks noChangeAspect="1"/>
          </p:cNvGraphicFramePr>
          <p:nvPr userDrawn="1">
            <p:custDataLst>
              <p:tags r:id="rId1"/>
            </p:custDataLst>
          </p:nvPr>
        </p:nvGraphicFramePr>
        <p:xfrm>
          <a:off x="2122" y="2119"/>
          <a:ext cx="2116" cy="2116"/>
        </p:xfrm>
        <a:graphic>
          <a:graphicData uri="http://schemas.openxmlformats.org/presentationml/2006/ole">
            <mc:AlternateContent xmlns:mc="http://schemas.openxmlformats.org/markup-compatibility/2006">
              <mc:Choice xmlns:v="urn:schemas-microsoft-com:vml" Requires="v">
                <p:oleObj name="Diapositive think-cell" r:id="rId3" imgW="270" imgH="270" progId="TCLayout.ActiveDocument.1">
                  <p:embed/>
                </p:oleObj>
              </mc:Choice>
              <mc:Fallback>
                <p:oleObj name="Diapositive think-cell" r:id="rId3" imgW="270" imgH="270" progId="TCLayout.ActiveDocument.1">
                  <p:embed/>
                  <p:pic>
                    <p:nvPicPr>
                      <p:cNvPr id="3" name="Objet 2" hidden="1"/>
                      <p:cNvPicPr/>
                      <p:nvPr/>
                    </p:nvPicPr>
                    <p:blipFill>
                      <a:blip r:embed="rId4"/>
                      <a:stretch>
                        <a:fillRect/>
                      </a:stretch>
                    </p:blipFill>
                    <p:spPr>
                      <a:xfrm>
                        <a:off x="2122" y="2119"/>
                        <a:ext cx="2116" cy="2116"/>
                      </a:xfrm>
                      <a:prstGeom prst="rect">
                        <a:avLst/>
                      </a:prstGeom>
                    </p:spPr>
                  </p:pic>
                </p:oleObj>
              </mc:Fallback>
            </mc:AlternateContent>
          </a:graphicData>
        </a:graphic>
      </p:graphicFrame>
      <p:sp>
        <p:nvSpPr>
          <p:cNvPr id="2" name="Title 1"/>
          <p:cNvSpPr>
            <a:spLocks noGrp="1"/>
          </p:cNvSpPr>
          <p:nvPr>
            <p:ph type="title" hasCustomPrompt="1"/>
          </p:nvPr>
        </p:nvSpPr>
        <p:spPr>
          <a:xfrm>
            <a:off x="478367" y="328405"/>
            <a:ext cx="11226800" cy="517064"/>
          </a:xfrm>
        </p:spPr>
        <p:txBody>
          <a:bodyPr/>
          <a:lstStyle>
            <a:lvl1pPr>
              <a:defRPr/>
            </a:lvl1pPr>
          </a:lstStyle>
          <a:p>
            <a:r>
              <a:rPr lang="fr-FR" dirty="0"/>
              <a:t>Slide texte - 1 colonne, corps 20</a:t>
            </a:r>
            <a:endParaRPr lang="en-US" dirty="0"/>
          </a:p>
        </p:txBody>
      </p:sp>
      <p:sp>
        <p:nvSpPr>
          <p:cNvPr id="26" name="Espace réservé du numéro de diapositive 25"/>
          <p:cNvSpPr>
            <a:spLocks noGrp="1"/>
          </p:cNvSpPr>
          <p:nvPr>
            <p:ph type="sldNum" sz="quarter" idx="16"/>
          </p:nvPr>
        </p:nvSpPr>
        <p:spPr>
          <a:xfrm>
            <a:off x="11290095" y="6441619"/>
            <a:ext cx="414748" cy="164148"/>
          </a:xfrm>
          <a:prstGeom prst="rect">
            <a:avLst/>
          </a:prstGeom>
        </p:spPr>
        <p:txBody>
          <a:bodyPr/>
          <a:lstStyle/>
          <a:p>
            <a:fld id="{980E94A8-0648-D043-B8F7-3AFA110B04BE}" type="slidenum">
              <a:rPr lang="fr-FR" smtClean="0">
                <a:solidFill>
                  <a:srgbClr val="6B747B"/>
                </a:solidFill>
              </a:rPr>
              <a:pPr/>
              <a:t>‹#›</a:t>
            </a:fld>
            <a:endParaRPr lang="fr-FR" dirty="0">
              <a:solidFill>
                <a:srgbClr val="6B747B"/>
              </a:solidFill>
            </a:endParaRPr>
          </a:p>
        </p:txBody>
      </p:sp>
    </p:spTree>
    <p:extLst>
      <p:ext uri="{BB962C8B-B14F-4D97-AF65-F5344CB8AC3E}">
        <p14:creationId xmlns:p14="http://schemas.microsoft.com/office/powerpoint/2010/main" val="445422110"/>
      </p:ext>
    </p:extLst>
  </p:cSld>
  <p:clrMapOvr>
    <a:masterClrMapping/>
  </p:clrMapOvr>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4_Title and Content with Image (Small)">
    <p:spTree>
      <p:nvGrpSpPr>
        <p:cNvPr id="1" name=""/>
        <p:cNvGrpSpPr/>
        <p:nvPr/>
      </p:nvGrpSpPr>
      <p:grpSpPr>
        <a:xfrm>
          <a:off x="0" y="0"/>
          <a:ext cx="0" cy="0"/>
          <a:chOff x="0" y="0"/>
          <a:chExt cx="0" cy="0"/>
        </a:xfrm>
      </p:grpSpPr>
      <p:sp>
        <p:nvSpPr>
          <p:cNvPr id="11" name="Espace réservé du numéro de diapositive 10">
            <a:extLst>
              <a:ext uri="{FF2B5EF4-FFF2-40B4-BE49-F238E27FC236}">
                <a16:creationId xmlns:a16="http://schemas.microsoft.com/office/drawing/2014/main" id="{323D7EBE-BC7D-4AC5-AD6B-FCD5D270E1C6}"/>
              </a:ext>
            </a:extLst>
          </p:cNvPr>
          <p:cNvSpPr>
            <a:spLocks noGrp="1"/>
          </p:cNvSpPr>
          <p:nvPr>
            <p:ph type="sldNum" sz="quarter" idx="16"/>
          </p:nvPr>
        </p:nvSpPr>
        <p:spPr/>
        <p:txBody>
          <a:bodyPr/>
          <a:lstStyle/>
          <a:p>
            <a:fld id="{6B54B0F7-55DD-40D6-B7F4-70B586885C0B}" type="slidenum">
              <a:rPr lang="en-US" noProof="0" smtClean="0"/>
              <a:pPr/>
              <a:t>‹#›</a:t>
            </a:fld>
            <a:endParaRPr lang="en-US" noProof="0"/>
          </a:p>
        </p:txBody>
      </p:sp>
      <p:sp>
        <p:nvSpPr>
          <p:cNvPr id="2" name="Title 1">
            <a:extLst>
              <a:ext uri="{FF2B5EF4-FFF2-40B4-BE49-F238E27FC236}">
                <a16:creationId xmlns:a16="http://schemas.microsoft.com/office/drawing/2014/main" id="{380792EA-2F40-4220-B1A0-E938F3FB871F}"/>
              </a:ext>
            </a:extLst>
          </p:cNvPr>
          <p:cNvSpPr>
            <a:spLocks noGrp="1"/>
          </p:cNvSpPr>
          <p:nvPr>
            <p:ph type="title" hasCustomPrompt="1"/>
          </p:nvPr>
        </p:nvSpPr>
        <p:spPr>
          <a:xfrm>
            <a:off x="441600" y="423966"/>
            <a:ext cx="11307488" cy="748247"/>
          </a:xfrm>
        </p:spPr>
        <p:txBody>
          <a:bodyPr/>
          <a:lstStyle>
            <a:lvl1pPr>
              <a:defRPr/>
            </a:lvl1pPr>
          </a:lstStyle>
          <a:p>
            <a:r>
              <a:rPr lang="en-US"/>
              <a:t>Title</a:t>
            </a:r>
          </a:p>
        </p:txBody>
      </p:sp>
      <p:cxnSp>
        <p:nvCxnSpPr>
          <p:cNvPr id="5" name="Straight Connector 4">
            <a:extLst>
              <a:ext uri="{FF2B5EF4-FFF2-40B4-BE49-F238E27FC236}">
                <a16:creationId xmlns:a16="http://schemas.microsoft.com/office/drawing/2014/main" id="{1DABBF6D-3EE9-4B6F-A32D-B700452A9A89}"/>
              </a:ext>
            </a:extLst>
          </p:cNvPr>
          <p:cNvCxnSpPr>
            <a:cxnSpLocks/>
          </p:cNvCxnSpPr>
          <p:nvPr userDrawn="1"/>
        </p:nvCxnSpPr>
        <p:spPr>
          <a:xfrm>
            <a:off x="488613" y="1163464"/>
            <a:ext cx="11260475" cy="0"/>
          </a:xfrm>
          <a:prstGeom prst="line">
            <a:avLst/>
          </a:prstGeom>
          <a:ln w="12700" cap="sq">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1112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573036" y="227025"/>
            <a:ext cx="9286409" cy="768351"/>
          </a:xfrm>
        </p:spPr>
        <p:txBody>
          <a:bodyPr/>
          <a:lstStyle>
            <a:lvl1pPr>
              <a:defRPr>
                <a:latin typeface="+mj-lt"/>
              </a:defRPr>
            </a:lvl1pPr>
          </a:lstStyle>
          <a:p>
            <a:r>
              <a:rPr lang="en-US" dirty="0"/>
              <a:t>Click to edit Master title style</a:t>
            </a:r>
          </a:p>
        </p:txBody>
      </p:sp>
      <p:sp>
        <p:nvSpPr>
          <p:cNvPr id="5" name="Content Placeholder 4"/>
          <p:cNvSpPr>
            <a:spLocks noGrp="1"/>
          </p:cNvSpPr>
          <p:nvPr>
            <p:ph sz="quarter" idx="11"/>
          </p:nvPr>
        </p:nvSpPr>
        <p:spPr>
          <a:xfrm>
            <a:off x="585467" y="1249364"/>
            <a:ext cx="10942620" cy="501714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77480514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52915853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obj">
  <p:cSld name="1_Blank">
    <p:spTree>
      <p:nvGrpSpPr>
        <p:cNvPr id="1" name=""/>
        <p:cNvGrpSpPr/>
        <p:nvPr/>
      </p:nvGrpSpPr>
      <p:grpSpPr>
        <a:xfrm>
          <a:off x="0" y="0"/>
          <a:ext cx="0" cy="0"/>
          <a:chOff x="0" y="0"/>
          <a:chExt cx="0" cy="0"/>
        </a:xfrm>
      </p:grpSpPr>
      <p:sp>
        <p:nvSpPr>
          <p:cNvPr id="2" name="Holder 2"/>
          <p:cNvSpPr>
            <a:spLocks noGrp="1"/>
          </p:cNvSpPr>
          <p:nvPr>
            <p:ph type="ftr" sz="quarter" idx="5"/>
          </p:nvPr>
        </p:nvSpPr>
        <p:spPr>
          <a:xfrm>
            <a:off x="2866442" y="6479322"/>
            <a:ext cx="6459117" cy="170333"/>
          </a:xfrm>
          <a:prstGeom prst="rect">
            <a:avLst/>
          </a:prstGeom>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pic>
        <p:nvPicPr>
          <p:cNvPr id="5" name="Graphic 4">
            <a:extLst>
              <a:ext uri="{FF2B5EF4-FFF2-40B4-BE49-F238E27FC236}">
                <a16:creationId xmlns:a16="http://schemas.microsoft.com/office/drawing/2014/main" id="{DD0EE906-7EAC-B2A8-DC39-A00ED607A90A}"/>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rcRect t="1" r="62800" b="60440"/>
          <a:stretch/>
        </p:blipFill>
        <p:spPr>
          <a:xfrm rot="10800000">
            <a:off x="10482215" y="-6627"/>
            <a:ext cx="1709784" cy="1149627"/>
          </a:xfrm>
          <a:prstGeom prst="rect">
            <a:avLst/>
          </a:prstGeom>
        </p:spPr>
      </p:pic>
      <p:grpSp>
        <p:nvGrpSpPr>
          <p:cNvPr id="11" name="Graphique 7">
            <a:extLst>
              <a:ext uri="{FF2B5EF4-FFF2-40B4-BE49-F238E27FC236}">
                <a16:creationId xmlns:a16="http://schemas.microsoft.com/office/drawing/2014/main" id="{7DD84F3A-8BF8-EF78-F55F-54AE8AC6763E}"/>
              </a:ext>
            </a:extLst>
          </p:cNvPr>
          <p:cNvGrpSpPr>
            <a:grpSpLocks noChangeAspect="1"/>
          </p:cNvGrpSpPr>
          <p:nvPr userDrawn="1"/>
        </p:nvGrpSpPr>
        <p:grpSpPr>
          <a:xfrm>
            <a:off x="442168" y="6329527"/>
            <a:ext cx="1071853" cy="275084"/>
            <a:chOff x="4768103" y="-471733"/>
            <a:chExt cx="744723" cy="191124"/>
          </a:xfrm>
          <a:solidFill>
            <a:srgbClr val="FFFFFF"/>
          </a:solidFill>
        </p:grpSpPr>
        <p:sp>
          <p:nvSpPr>
            <p:cNvPr id="12" name="Forme libre : forme 9">
              <a:extLst>
                <a:ext uri="{FF2B5EF4-FFF2-40B4-BE49-F238E27FC236}">
                  <a16:creationId xmlns:a16="http://schemas.microsoft.com/office/drawing/2014/main" id="{BCB7B52E-FF73-D397-D541-C7F3FA200F41}"/>
                </a:ext>
              </a:extLst>
            </p:cNvPr>
            <p:cNvSpPr/>
            <p:nvPr userDrawn="1"/>
          </p:nvSpPr>
          <p:spPr>
            <a:xfrm>
              <a:off x="4770087" y="-471716"/>
              <a:ext cx="740699" cy="191096"/>
            </a:xfrm>
            <a:custGeom>
              <a:avLst/>
              <a:gdLst>
                <a:gd name="connsiteX0" fmla="*/ 689325 w 740699"/>
                <a:gd name="connsiteY0" fmla="*/ 7347 h 191096"/>
                <a:gd name="connsiteX1" fmla="*/ 688790 w 740699"/>
                <a:gd name="connsiteY1" fmla="*/ 10847 h 191096"/>
                <a:gd name="connsiteX2" fmla="*/ 686092 w 740699"/>
                <a:gd name="connsiteY2" fmla="*/ 24840 h 191096"/>
                <a:gd name="connsiteX3" fmla="*/ 680980 w 740699"/>
                <a:gd name="connsiteY3" fmla="*/ 29953 h 191096"/>
                <a:gd name="connsiteX4" fmla="*/ 667797 w 740699"/>
                <a:gd name="connsiteY4" fmla="*/ 28608 h 191096"/>
                <a:gd name="connsiteX5" fmla="*/ 646528 w 740699"/>
                <a:gd name="connsiteY5" fmla="*/ 50946 h 191096"/>
                <a:gd name="connsiteX6" fmla="*/ 646528 w 740699"/>
                <a:gd name="connsiteY6" fmla="*/ 53911 h 191096"/>
                <a:gd name="connsiteX7" fmla="*/ 680712 w 740699"/>
                <a:gd name="connsiteY7" fmla="*/ 53911 h 191096"/>
                <a:gd name="connsiteX8" fmla="*/ 686092 w 740699"/>
                <a:gd name="connsiteY8" fmla="*/ 59559 h 191096"/>
                <a:gd name="connsiteX9" fmla="*/ 686092 w 740699"/>
                <a:gd name="connsiteY9" fmla="*/ 78130 h 191096"/>
                <a:gd name="connsiteX10" fmla="*/ 680712 w 740699"/>
                <a:gd name="connsiteY10" fmla="*/ 83518 h 191096"/>
                <a:gd name="connsiteX11" fmla="*/ 646528 w 740699"/>
                <a:gd name="connsiteY11" fmla="*/ 83518 h 191096"/>
                <a:gd name="connsiteX12" fmla="*/ 646528 w 740699"/>
                <a:gd name="connsiteY12" fmla="*/ 183097 h 191096"/>
                <a:gd name="connsiteX13" fmla="*/ 641148 w 740699"/>
                <a:gd name="connsiteY13" fmla="*/ 188485 h 191096"/>
                <a:gd name="connsiteX14" fmla="*/ 617197 w 740699"/>
                <a:gd name="connsiteY14" fmla="*/ 188485 h 191096"/>
                <a:gd name="connsiteX15" fmla="*/ 611809 w 740699"/>
                <a:gd name="connsiteY15" fmla="*/ 183097 h 191096"/>
                <a:gd name="connsiteX16" fmla="*/ 611809 w 740699"/>
                <a:gd name="connsiteY16" fmla="*/ 56602 h 191096"/>
                <a:gd name="connsiteX17" fmla="*/ 666987 w 740699"/>
                <a:gd name="connsiteY17" fmla="*/ 79 h 191096"/>
                <a:gd name="connsiteX18" fmla="*/ 683945 w 740699"/>
                <a:gd name="connsiteY18" fmla="*/ 1966 h 191096"/>
                <a:gd name="connsiteX19" fmla="*/ 689325 w 740699"/>
                <a:gd name="connsiteY19" fmla="*/ 7347 h 191096"/>
                <a:gd name="connsiteX20" fmla="*/ 741003 w 740699"/>
                <a:gd name="connsiteY20" fmla="*/ 59292 h 191096"/>
                <a:gd name="connsiteX21" fmla="*/ 741003 w 740699"/>
                <a:gd name="connsiteY21" fmla="*/ 183097 h 191096"/>
                <a:gd name="connsiteX22" fmla="*/ 735615 w 740699"/>
                <a:gd name="connsiteY22" fmla="*/ 188485 h 191096"/>
                <a:gd name="connsiteX23" fmla="*/ 711396 w 740699"/>
                <a:gd name="connsiteY23" fmla="*/ 188485 h 191096"/>
                <a:gd name="connsiteX24" fmla="*/ 706008 w 740699"/>
                <a:gd name="connsiteY24" fmla="*/ 183097 h 191096"/>
                <a:gd name="connsiteX25" fmla="*/ 706008 w 740699"/>
                <a:gd name="connsiteY25" fmla="*/ 59292 h 191096"/>
                <a:gd name="connsiteX26" fmla="*/ 711396 w 740699"/>
                <a:gd name="connsiteY26" fmla="*/ 53911 h 191096"/>
                <a:gd name="connsiteX27" fmla="*/ 735615 w 740699"/>
                <a:gd name="connsiteY27" fmla="*/ 53911 h 191096"/>
                <a:gd name="connsiteX28" fmla="*/ 741003 w 740699"/>
                <a:gd name="connsiteY28" fmla="*/ 59292 h 191096"/>
                <a:gd name="connsiteX29" fmla="*/ 518954 w 740699"/>
                <a:gd name="connsiteY29" fmla="*/ 158879 h 191096"/>
                <a:gd name="connsiteX30" fmla="*/ 485847 w 740699"/>
                <a:gd name="connsiteY30" fmla="*/ 121195 h 191096"/>
                <a:gd name="connsiteX31" fmla="*/ 517074 w 740699"/>
                <a:gd name="connsiteY31" fmla="*/ 83518 h 191096"/>
                <a:gd name="connsiteX32" fmla="*/ 550173 w 740699"/>
                <a:gd name="connsiteY32" fmla="*/ 121195 h 191096"/>
                <a:gd name="connsiteX33" fmla="*/ 518954 w 740699"/>
                <a:gd name="connsiteY33" fmla="*/ 158879 h 191096"/>
                <a:gd name="connsiteX34" fmla="*/ 517074 w 740699"/>
                <a:gd name="connsiteY34" fmla="*/ 51221 h 191096"/>
                <a:gd name="connsiteX35" fmla="*/ 450317 w 740699"/>
                <a:gd name="connsiteY35" fmla="*/ 121195 h 191096"/>
                <a:gd name="connsiteX36" fmla="*/ 518954 w 740699"/>
                <a:gd name="connsiteY36" fmla="*/ 191176 h 191096"/>
                <a:gd name="connsiteX37" fmla="*/ 585702 w 740699"/>
                <a:gd name="connsiteY37" fmla="*/ 121195 h 191096"/>
                <a:gd name="connsiteX38" fmla="*/ 517074 w 740699"/>
                <a:gd name="connsiteY38" fmla="*/ 51221 h 191096"/>
                <a:gd name="connsiteX39" fmla="*/ 424486 w 740699"/>
                <a:gd name="connsiteY39" fmla="*/ 101813 h 191096"/>
                <a:gd name="connsiteX40" fmla="*/ 424486 w 740699"/>
                <a:gd name="connsiteY40" fmla="*/ 183097 h 191096"/>
                <a:gd name="connsiteX41" fmla="*/ 419098 w 740699"/>
                <a:gd name="connsiteY41" fmla="*/ 188485 h 191096"/>
                <a:gd name="connsiteX42" fmla="*/ 394880 w 740699"/>
                <a:gd name="connsiteY42" fmla="*/ 188485 h 191096"/>
                <a:gd name="connsiteX43" fmla="*/ 389492 w 740699"/>
                <a:gd name="connsiteY43" fmla="*/ 183097 h 191096"/>
                <a:gd name="connsiteX44" fmla="*/ 389492 w 740699"/>
                <a:gd name="connsiteY44" fmla="*/ 106391 h 191096"/>
                <a:gd name="connsiteX45" fmla="*/ 363385 w 740699"/>
                <a:gd name="connsiteY45" fmla="*/ 83518 h 191096"/>
                <a:gd name="connsiteX46" fmla="*/ 343469 w 740699"/>
                <a:gd name="connsiteY46" fmla="*/ 85665 h 191096"/>
                <a:gd name="connsiteX47" fmla="*/ 337012 w 740699"/>
                <a:gd name="connsiteY47" fmla="*/ 92666 h 191096"/>
                <a:gd name="connsiteX48" fmla="*/ 337012 w 740699"/>
                <a:gd name="connsiteY48" fmla="*/ 183097 h 191096"/>
                <a:gd name="connsiteX49" fmla="*/ 331624 w 740699"/>
                <a:gd name="connsiteY49" fmla="*/ 188485 h 191096"/>
                <a:gd name="connsiteX50" fmla="*/ 307405 w 740699"/>
                <a:gd name="connsiteY50" fmla="*/ 188485 h 191096"/>
                <a:gd name="connsiteX51" fmla="*/ 302017 w 740699"/>
                <a:gd name="connsiteY51" fmla="*/ 183097 h 191096"/>
                <a:gd name="connsiteX52" fmla="*/ 302017 w 740699"/>
                <a:gd name="connsiteY52" fmla="*/ 71672 h 191096"/>
                <a:gd name="connsiteX53" fmla="*/ 308750 w 740699"/>
                <a:gd name="connsiteY53" fmla="*/ 60904 h 191096"/>
                <a:gd name="connsiteX54" fmla="*/ 362850 w 740699"/>
                <a:gd name="connsiteY54" fmla="*/ 51221 h 191096"/>
                <a:gd name="connsiteX55" fmla="*/ 424486 w 740699"/>
                <a:gd name="connsiteY55" fmla="*/ 101813 h 191096"/>
                <a:gd name="connsiteX56" fmla="*/ 122497 w 740699"/>
                <a:gd name="connsiteY56" fmla="*/ 167759 h 191096"/>
                <a:gd name="connsiteX57" fmla="*/ 120342 w 740699"/>
                <a:gd name="connsiteY57" fmla="*/ 183097 h 191096"/>
                <a:gd name="connsiteX58" fmla="*/ 113350 w 740699"/>
                <a:gd name="connsiteY58" fmla="*/ 188485 h 191096"/>
                <a:gd name="connsiteX59" fmla="*/ 89123 w 740699"/>
                <a:gd name="connsiteY59" fmla="*/ 188485 h 191096"/>
                <a:gd name="connsiteX60" fmla="*/ 85088 w 740699"/>
                <a:gd name="connsiteY60" fmla="*/ 184718 h 191096"/>
                <a:gd name="connsiteX61" fmla="*/ 85356 w 740699"/>
                <a:gd name="connsiteY61" fmla="*/ 183097 h 191096"/>
                <a:gd name="connsiteX62" fmla="*/ 86968 w 740699"/>
                <a:gd name="connsiteY62" fmla="*/ 173140 h 191096"/>
                <a:gd name="connsiteX63" fmla="*/ 303 w 740699"/>
                <a:gd name="connsiteY63" fmla="*/ 98589 h 191096"/>
                <a:gd name="connsiteX64" fmla="*/ 59517 w 740699"/>
                <a:gd name="connsiteY64" fmla="*/ 50144 h 191096"/>
                <a:gd name="connsiteX65" fmla="*/ 115230 w 740699"/>
                <a:gd name="connsiteY65" fmla="*/ 64404 h 191096"/>
                <a:gd name="connsiteX66" fmla="*/ 118462 w 740699"/>
                <a:gd name="connsiteY66" fmla="*/ 69792 h 191096"/>
                <a:gd name="connsiteX67" fmla="*/ 117385 w 740699"/>
                <a:gd name="connsiteY67" fmla="*/ 74362 h 191096"/>
                <a:gd name="connsiteX68" fmla="*/ 109039 w 740699"/>
                <a:gd name="connsiteY68" fmla="*/ 92131 h 191096"/>
                <a:gd name="connsiteX69" fmla="*/ 103116 w 740699"/>
                <a:gd name="connsiteY69" fmla="*/ 95899 h 191096"/>
                <a:gd name="connsiteX70" fmla="*/ 99081 w 740699"/>
                <a:gd name="connsiteY70" fmla="*/ 94821 h 191096"/>
                <a:gd name="connsiteX71" fmla="*/ 58439 w 740699"/>
                <a:gd name="connsiteY71" fmla="*/ 82708 h 191096"/>
                <a:gd name="connsiteX72" fmla="*/ 35833 w 740699"/>
                <a:gd name="connsiteY72" fmla="*/ 96166 h 191096"/>
                <a:gd name="connsiteX73" fmla="*/ 122497 w 740699"/>
                <a:gd name="connsiteY73" fmla="*/ 167759 h 191096"/>
                <a:gd name="connsiteX74" fmla="*/ 234191 w 740699"/>
                <a:gd name="connsiteY74" fmla="*/ 149189 h 191096"/>
                <a:gd name="connsiteX75" fmla="*/ 227466 w 740699"/>
                <a:gd name="connsiteY75" fmla="*/ 156456 h 191096"/>
                <a:gd name="connsiteX76" fmla="*/ 209162 w 740699"/>
                <a:gd name="connsiteY76" fmla="*/ 158879 h 191096"/>
                <a:gd name="connsiteX77" fmla="*/ 175788 w 740699"/>
                <a:gd name="connsiteY77" fmla="*/ 121195 h 191096"/>
                <a:gd name="connsiteX78" fmla="*/ 209162 w 740699"/>
                <a:gd name="connsiteY78" fmla="*/ 83518 h 191096"/>
                <a:gd name="connsiteX79" fmla="*/ 227466 w 740699"/>
                <a:gd name="connsiteY79" fmla="*/ 85941 h 191096"/>
                <a:gd name="connsiteX80" fmla="*/ 234191 w 740699"/>
                <a:gd name="connsiteY80" fmla="*/ 93201 h 191096"/>
                <a:gd name="connsiteX81" fmla="*/ 234191 w 740699"/>
                <a:gd name="connsiteY81" fmla="*/ 149189 h 191096"/>
                <a:gd name="connsiteX82" fmla="*/ 262452 w 740699"/>
                <a:gd name="connsiteY82" fmla="*/ 61179 h 191096"/>
                <a:gd name="connsiteX83" fmla="*/ 209430 w 740699"/>
                <a:gd name="connsiteY83" fmla="*/ 51221 h 191096"/>
                <a:gd name="connsiteX84" fmla="*/ 140258 w 740699"/>
                <a:gd name="connsiteY84" fmla="*/ 121195 h 191096"/>
                <a:gd name="connsiteX85" fmla="*/ 208895 w 740699"/>
                <a:gd name="connsiteY85" fmla="*/ 191176 h 191096"/>
                <a:gd name="connsiteX86" fmla="*/ 262452 w 740699"/>
                <a:gd name="connsiteY86" fmla="*/ 180407 h 191096"/>
                <a:gd name="connsiteX87" fmla="*/ 269185 w 740699"/>
                <a:gd name="connsiteY87" fmla="*/ 169639 h 191096"/>
                <a:gd name="connsiteX88" fmla="*/ 269185 w 740699"/>
                <a:gd name="connsiteY88" fmla="*/ 71940 h 191096"/>
                <a:gd name="connsiteX89" fmla="*/ 262452 w 740699"/>
                <a:gd name="connsiteY89" fmla="*/ 61179 h 191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740699" h="191096">
                  <a:moveTo>
                    <a:pt x="689325" y="7347"/>
                  </a:moveTo>
                  <a:cubicBezTo>
                    <a:pt x="689325" y="8511"/>
                    <a:pt x="689026" y="9604"/>
                    <a:pt x="688790" y="10847"/>
                  </a:cubicBezTo>
                  <a:lnTo>
                    <a:pt x="686092" y="24840"/>
                  </a:lnTo>
                  <a:cubicBezTo>
                    <a:pt x="685558" y="28073"/>
                    <a:pt x="684213" y="29953"/>
                    <a:pt x="680980" y="29953"/>
                  </a:cubicBezTo>
                  <a:cubicBezTo>
                    <a:pt x="678974" y="29953"/>
                    <a:pt x="673177" y="28608"/>
                    <a:pt x="667797" y="28608"/>
                  </a:cubicBezTo>
                  <a:cubicBezTo>
                    <a:pt x="652993" y="28608"/>
                    <a:pt x="646528" y="36143"/>
                    <a:pt x="646528" y="50946"/>
                  </a:cubicBezTo>
                  <a:lnTo>
                    <a:pt x="646528" y="53911"/>
                  </a:lnTo>
                  <a:lnTo>
                    <a:pt x="680712" y="53911"/>
                  </a:lnTo>
                  <a:cubicBezTo>
                    <a:pt x="684213" y="53911"/>
                    <a:pt x="686092" y="56059"/>
                    <a:pt x="686092" y="59559"/>
                  </a:cubicBezTo>
                  <a:lnTo>
                    <a:pt x="686092" y="78130"/>
                  </a:lnTo>
                  <a:cubicBezTo>
                    <a:pt x="686092" y="81363"/>
                    <a:pt x="684213" y="83518"/>
                    <a:pt x="680712" y="83518"/>
                  </a:cubicBezTo>
                  <a:lnTo>
                    <a:pt x="646528" y="83518"/>
                  </a:lnTo>
                  <a:lnTo>
                    <a:pt x="646528" y="183097"/>
                  </a:lnTo>
                  <a:cubicBezTo>
                    <a:pt x="646528" y="186330"/>
                    <a:pt x="644380" y="188485"/>
                    <a:pt x="641148" y="188485"/>
                  </a:cubicBezTo>
                  <a:lnTo>
                    <a:pt x="617197" y="188485"/>
                  </a:lnTo>
                  <a:cubicBezTo>
                    <a:pt x="613964" y="188485"/>
                    <a:pt x="611809" y="186330"/>
                    <a:pt x="611809" y="183097"/>
                  </a:cubicBezTo>
                  <a:lnTo>
                    <a:pt x="611809" y="56602"/>
                  </a:lnTo>
                  <a:cubicBezTo>
                    <a:pt x="611809" y="17839"/>
                    <a:pt x="633612" y="79"/>
                    <a:pt x="666987" y="79"/>
                  </a:cubicBezTo>
                  <a:cubicBezTo>
                    <a:pt x="672729" y="79"/>
                    <a:pt x="678557" y="621"/>
                    <a:pt x="683945" y="1966"/>
                  </a:cubicBezTo>
                  <a:cubicBezTo>
                    <a:pt x="687713" y="2769"/>
                    <a:pt x="689325" y="4358"/>
                    <a:pt x="689325" y="7347"/>
                  </a:cubicBezTo>
                  <a:moveTo>
                    <a:pt x="741003" y="59292"/>
                  </a:moveTo>
                  <a:lnTo>
                    <a:pt x="741003" y="183097"/>
                  </a:lnTo>
                  <a:cubicBezTo>
                    <a:pt x="741003" y="186330"/>
                    <a:pt x="738848" y="188485"/>
                    <a:pt x="735615" y="188485"/>
                  </a:cubicBezTo>
                  <a:lnTo>
                    <a:pt x="711396" y="188485"/>
                  </a:lnTo>
                  <a:cubicBezTo>
                    <a:pt x="708164" y="188485"/>
                    <a:pt x="706008" y="186330"/>
                    <a:pt x="706008" y="183097"/>
                  </a:cubicBezTo>
                  <a:lnTo>
                    <a:pt x="706008" y="59292"/>
                  </a:lnTo>
                  <a:cubicBezTo>
                    <a:pt x="706008" y="56059"/>
                    <a:pt x="708164" y="53911"/>
                    <a:pt x="711396" y="53911"/>
                  </a:cubicBezTo>
                  <a:lnTo>
                    <a:pt x="735615" y="53911"/>
                  </a:lnTo>
                  <a:cubicBezTo>
                    <a:pt x="738848" y="53911"/>
                    <a:pt x="741003" y="56059"/>
                    <a:pt x="741003" y="59292"/>
                  </a:cubicBezTo>
                  <a:moveTo>
                    <a:pt x="518954" y="158879"/>
                  </a:moveTo>
                  <a:cubicBezTo>
                    <a:pt x="499038" y="158879"/>
                    <a:pt x="485847" y="145956"/>
                    <a:pt x="485847" y="121195"/>
                  </a:cubicBezTo>
                  <a:cubicBezTo>
                    <a:pt x="485847" y="96433"/>
                    <a:pt x="499038" y="83518"/>
                    <a:pt x="517074" y="83518"/>
                  </a:cubicBezTo>
                  <a:cubicBezTo>
                    <a:pt x="536990" y="83518"/>
                    <a:pt x="550173" y="96433"/>
                    <a:pt x="550173" y="121195"/>
                  </a:cubicBezTo>
                  <a:cubicBezTo>
                    <a:pt x="550173" y="145956"/>
                    <a:pt x="536990" y="158879"/>
                    <a:pt x="518954" y="158879"/>
                  </a:cubicBezTo>
                  <a:moveTo>
                    <a:pt x="517074" y="51221"/>
                  </a:moveTo>
                  <a:cubicBezTo>
                    <a:pt x="476699" y="51221"/>
                    <a:pt x="450317" y="80553"/>
                    <a:pt x="450317" y="121195"/>
                  </a:cubicBezTo>
                  <a:cubicBezTo>
                    <a:pt x="450317" y="161837"/>
                    <a:pt x="476699" y="191176"/>
                    <a:pt x="518954" y="191176"/>
                  </a:cubicBezTo>
                  <a:cubicBezTo>
                    <a:pt x="559328" y="191176"/>
                    <a:pt x="585702" y="161837"/>
                    <a:pt x="585702" y="121195"/>
                  </a:cubicBezTo>
                  <a:cubicBezTo>
                    <a:pt x="585702" y="80553"/>
                    <a:pt x="559328" y="51221"/>
                    <a:pt x="517074" y="51221"/>
                  </a:cubicBezTo>
                  <a:moveTo>
                    <a:pt x="424486" y="101813"/>
                  </a:moveTo>
                  <a:lnTo>
                    <a:pt x="424486" y="183097"/>
                  </a:lnTo>
                  <a:cubicBezTo>
                    <a:pt x="424486" y="186330"/>
                    <a:pt x="422331" y="188485"/>
                    <a:pt x="419098" y="188485"/>
                  </a:cubicBezTo>
                  <a:lnTo>
                    <a:pt x="394880" y="188485"/>
                  </a:lnTo>
                  <a:cubicBezTo>
                    <a:pt x="391647" y="188485"/>
                    <a:pt x="389492" y="186330"/>
                    <a:pt x="389492" y="183097"/>
                  </a:cubicBezTo>
                  <a:lnTo>
                    <a:pt x="389492" y="106391"/>
                  </a:lnTo>
                  <a:cubicBezTo>
                    <a:pt x="389492" y="90243"/>
                    <a:pt x="377921" y="83518"/>
                    <a:pt x="363385" y="83518"/>
                  </a:cubicBezTo>
                  <a:cubicBezTo>
                    <a:pt x="355040" y="83518"/>
                    <a:pt x="350470" y="84053"/>
                    <a:pt x="343469" y="85665"/>
                  </a:cubicBezTo>
                  <a:cubicBezTo>
                    <a:pt x="339159" y="86743"/>
                    <a:pt x="337012" y="88631"/>
                    <a:pt x="337012" y="92666"/>
                  </a:cubicBezTo>
                  <a:lnTo>
                    <a:pt x="337012" y="183097"/>
                  </a:lnTo>
                  <a:cubicBezTo>
                    <a:pt x="337012" y="186330"/>
                    <a:pt x="334856" y="188485"/>
                    <a:pt x="331624" y="188485"/>
                  </a:cubicBezTo>
                  <a:lnTo>
                    <a:pt x="307405" y="188485"/>
                  </a:lnTo>
                  <a:cubicBezTo>
                    <a:pt x="304172" y="188485"/>
                    <a:pt x="302017" y="186330"/>
                    <a:pt x="302017" y="183097"/>
                  </a:cubicBezTo>
                  <a:lnTo>
                    <a:pt x="302017" y="71672"/>
                  </a:lnTo>
                  <a:cubicBezTo>
                    <a:pt x="302017" y="65482"/>
                    <a:pt x="304982" y="62249"/>
                    <a:pt x="308750" y="60904"/>
                  </a:cubicBezTo>
                  <a:cubicBezTo>
                    <a:pt x="328399" y="53911"/>
                    <a:pt x="346970" y="51221"/>
                    <a:pt x="362850" y="51221"/>
                  </a:cubicBezTo>
                  <a:cubicBezTo>
                    <a:pt x="404295" y="51221"/>
                    <a:pt x="424486" y="68982"/>
                    <a:pt x="424486" y="101813"/>
                  </a:cubicBezTo>
                  <a:moveTo>
                    <a:pt x="122497" y="167759"/>
                  </a:moveTo>
                  <a:cubicBezTo>
                    <a:pt x="122497" y="172337"/>
                    <a:pt x="121963" y="178528"/>
                    <a:pt x="120342" y="183097"/>
                  </a:cubicBezTo>
                  <a:cubicBezTo>
                    <a:pt x="118997" y="187140"/>
                    <a:pt x="117385" y="188485"/>
                    <a:pt x="113350" y="188485"/>
                  </a:cubicBezTo>
                  <a:lnTo>
                    <a:pt x="89123" y="188485"/>
                  </a:lnTo>
                  <a:cubicBezTo>
                    <a:pt x="86433" y="188485"/>
                    <a:pt x="85088" y="186865"/>
                    <a:pt x="85088" y="184718"/>
                  </a:cubicBezTo>
                  <a:cubicBezTo>
                    <a:pt x="85088" y="184175"/>
                    <a:pt x="85088" y="183640"/>
                    <a:pt x="85356" y="183097"/>
                  </a:cubicBezTo>
                  <a:cubicBezTo>
                    <a:pt x="86433" y="179597"/>
                    <a:pt x="86968" y="177175"/>
                    <a:pt x="86968" y="173140"/>
                  </a:cubicBezTo>
                  <a:cubicBezTo>
                    <a:pt x="86968" y="133559"/>
                    <a:pt x="303" y="155646"/>
                    <a:pt x="303" y="98589"/>
                  </a:cubicBezTo>
                  <a:cubicBezTo>
                    <a:pt x="303" y="69517"/>
                    <a:pt x="23452" y="50144"/>
                    <a:pt x="59517" y="50144"/>
                  </a:cubicBezTo>
                  <a:cubicBezTo>
                    <a:pt x="78623" y="50144"/>
                    <a:pt x="98546" y="54714"/>
                    <a:pt x="115230" y="64404"/>
                  </a:cubicBezTo>
                  <a:cubicBezTo>
                    <a:pt x="117393" y="65490"/>
                    <a:pt x="118462" y="67637"/>
                    <a:pt x="118462" y="69792"/>
                  </a:cubicBezTo>
                  <a:cubicBezTo>
                    <a:pt x="118462" y="71137"/>
                    <a:pt x="118164" y="72710"/>
                    <a:pt x="117385" y="74362"/>
                  </a:cubicBezTo>
                  <a:lnTo>
                    <a:pt x="109039" y="92131"/>
                  </a:lnTo>
                  <a:cubicBezTo>
                    <a:pt x="107962" y="94553"/>
                    <a:pt x="105539" y="95899"/>
                    <a:pt x="103116" y="95899"/>
                  </a:cubicBezTo>
                  <a:cubicBezTo>
                    <a:pt x="101771" y="95899"/>
                    <a:pt x="100426" y="95623"/>
                    <a:pt x="99081" y="94821"/>
                  </a:cubicBezTo>
                  <a:cubicBezTo>
                    <a:pt x="85356" y="87286"/>
                    <a:pt x="72165" y="82708"/>
                    <a:pt x="58439" y="82708"/>
                  </a:cubicBezTo>
                  <a:cubicBezTo>
                    <a:pt x="44179" y="82708"/>
                    <a:pt x="35833" y="87923"/>
                    <a:pt x="35833" y="96166"/>
                  </a:cubicBezTo>
                  <a:cubicBezTo>
                    <a:pt x="35833" y="121368"/>
                    <a:pt x="122497" y="106659"/>
                    <a:pt x="122497" y="167759"/>
                  </a:cubicBezTo>
                  <a:moveTo>
                    <a:pt x="234191" y="149189"/>
                  </a:moveTo>
                  <a:cubicBezTo>
                    <a:pt x="234191" y="153224"/>
                    <a:pt x="232043" y="155111"/>
                    <a:pt x="227466" y="156456"/>
                  </a:cubicBezTo>
                  <a:cubicBezTo>
                    <a:pt x="221543" y="158069"/>
                    <a:pt x="216430" y="158879"/>
                    <a:pt x="209162" y="158879"/>
                  </a:cubicBezTo>
                  <a:cubicBezTo>
                    <a:pt x="191936" y="158879"/>
                    <a:pt x="175788" y="148646"/>
                    <a:pt x="175788" y="121195"/>
                  </a:cubicBezTo>
                  <a:cubicBezTo>
                    <a:pt x="175788" y="93743"/>
                    <a:pt x="191936" y="83518"/>
                    <a:pt x="209162" y="83518"/>
                  </a:cubicBezTo>
                  <a:cubicBezTo>
                    <a:pt x="216430" y="83518"/>
                    <a:pt x="221543" y="84320"/>
                    <a:pt x="227466" y="85941"/>
                  </a:cubicBezTo>
                  <a:cubicBezTo>
                    <a:pt x="232043" y="87286"/>
                    <a:pt x="234191" y="89165"/>
                    <a:pt x="234191" y="93201"/>
                  </a:cubicBezTo>
                  <a:lnTo>
                    <a:pt x="234191" y="149189"/>
                  </a:lnTo>
                  <a:close/>
                  <a:moveTo>
                    <a:pt x="262452" y="61179"/>
                  </a:moveTo>
                  <a:cubicBezTo>
                    <a:pt x="244692" y="54446"/>
                    <a:pt x="228000" y="51221"/>
                    <a:pt x="209430" y="51221"/>
                  </a:cubicBezTo>
                  <a:cubicBezTo>
                    <a:pt x="168795" y="51221"/>
                    <a:pt x="140258" y="78405"/>
                    <a:pt x="140258" y="121195"/>
                  </a:cubicBezTo>
                  <a:cubicBezTo>
                    <a:pt x="140258" y="164527"/>
                    <a:pt x="165020" y="191176"/>
                    <a:pt x="208895" y="191176"/>
                  </a:cubicBezTo>
                  <a:cubicBezTo>
                    <a:pt x="226655" y="191176"/>
                    <a:pt x="243881" y="188210"/>
                    <a:pt x="262452" y="180407"/>
                  </a:cubicBezTo>
                  <a:cubicBezTo>
                    <a:pt x="266763" y="178528"/>
                    <a:pt x="269185" y="175562"/>
                    <a:pt x="269185" y="169639"/>
                  </a:cubicBezTo>
                  <a:lnTo>
                    <a:pt x="269185" y="71940"/>
                  </a:lnTo>
                  <a:cubicBezTo>
                    <a:pt x="269185" y="65749"/>
                    <a:pt x="266763" y="62792"/>
                    <a:pt x="262452" y="61179"/>
                  </a:cubicBezTo>
                </a:path>
              </a:pathLst>
            </a:custGeom>
            <a:solidFill>
              <a:sysClr val="windowText" lastClr="000000"/>
            </a:solidFill>
            <a:ln w="7833" cap="flat">
              <a:noFill/>
              <a:prstDash val="solid"/>
              <a:round/>
            </a:ln>
          </p:spPr>
          <p:txBody>
            <a:bodyPr rtlCol="0" anchor="ctr"/>
            <a:lstStyle/>
            <a:p>
              <a:pPr marL="0" marR="0" lvl="0" indent="0" defTabSz="914354" eaLnBrk="1" fontAlgn="auto" latinLnBrk="0" hangingPunct="1">
                <a:lnSpc>
                  <a:spcPct val="100000"/>
                </a:lnSpc>
                <a:spcBef>
                  <a:spcPts val="0"/>
                </a:spcBef>
                <a:spcAft>
                  <a:spcPts val="0"/>
                </a:spcAft>
                <a:buClrTx/>
                <a:buSzTx/>
                <a:buFontTx/>
                <a:buNone/>
                <a:tabLst/>
                <a:defRPr/>
              </a:pPr>
              <a:endParaRPr kumimoji="0" lang="fr-FR" sz="2400" b="0" i="0" u="none" strike="noStrike" kern="0" cap="none" spc="0" normalizeH="0" baseline="0" noProof="0">
                <a:ln>
                  <a:noFill/>
                </a:ln>
                <a:solidFill>
                  <a:prstClr val="black"/>
                </a:solidFill>
                <a:effectLst/>
                <a:uLnTx/>
                <a:uFillTx/>
                <a:latin typeface="Verdana"/>
              </a:endParaRPr>
            </a:p>
          </p:txBody>
        </p:sp>
        <p:sp>
          <p:nvSpPr>
            <p:cNvPr id="13" name="Forme libre : forme 10">
              <a:extLst>
                <a:ext uri="{FF2B5EF4-FFF2-40B4-BE49-F238E27FC236}">
                  <a16:creationId xmlns:a16="http://schemas.microsoft.com/office/drawing/2014/main" id="{01EDF056-BAB7-933E-AC08-4D14E43A50CC}"/>
                </a:ext>
              </a:extLst>
            </p:cNvPr>
            <p:cNvSpPr/>
            <p:nvPr/>
          </p:nvSpPr>
          <p:spPr>
            <a:xfrm rot="-73896" flipV="1">
              <a:off x="5474877" y="-471733"/>
              <a:ext cx="37949" cy="37711"/>
            </a:xfrm>
            <a:custGeom>
              <a:avLst/>
              <a:gdLst>
                <a:gd name="connsiteX0" fmla="*/ 19483 w 37949"/>
                <a:gd name="connsiteY0" fmla="*/ 17 h 37711"/>
                <a:gd name="connsiteX1" fmla="*/ 38456 w 37949"/>
                <a:gd name="connsiteY1" fmla="*/ 18454 h 37711"/>
                <a:gd name="connsiteX2" fmla="*/ 19491 w 37949"/>
                <a:gd name="connsiteY2" fmla="*/ 37717 h 37711"/>
                <a:gd name="connsiteX3" fmla="*/ 519 w 37949"/>
                <a:gd name="connsiteY3" fmla="*/ 19272 h 37711"/>
                <a:gd name="connsiteX4" fmla="*/ 19483 w 37949"/>
                <a:gd name="connsiteY4" fmla="*/ 17 h 37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949" h="37711">
                  <a:moveTo>
                    <a:pt x="19483" y="17"/>
                  </a:moveTo>
                  <a:cubicBezTo>
                    <a:pt x="30519" y="-219"/>
                    <a:pt x="38212" y="6883"/>
                    <a:pt x="38456" y="18454"/>
                  </a:cubicBezTo>
                  <a:cubicBezTo>
                    <a:pt x="38715" y="30300"/>
                    <a:pt x="31329" y="37457"/>
                    <a:pt x="19491" y="37717"/>
                  </a:cubicBezTo>
                  <a:cubicBezTo>
                    <a:pt x="8188" y="37953"/>
                    <a:pt x="771" y="31118"/>
                    <a:pt x="519" y="19272"/>
                  </a:cubicBezTo>
                  <a:cubicBezTo>
                    <a:pt x="267" y="7701"/>
                    <a:pt x="7378" y="284"/>
                    <a:pt x="19483" y="17"/>
                  </a:cubicBezTo>
                </a:path>
              </a:pathLst>
            </a:custGeom>
            <a:solidFill>
              <a:srgbClr val="7A00E6"/>
            </a:solidFill>
            <a:ln w="7833" cap="flat">
              <a:noFill/>
              <a:prstDash val="solid"/>
              <a:round/>
            </a:ln>
          </p:spPr>
          <p:txBody>
            <a:bodyPr rtlCol="0" anchor="ctr"/>
            <a:lstStyle/>
            <a:p>
              <a:pPr marL="0" marR="0" lvl="0" indent="0" defTabSz="914354" eaLnBrk="1" fontAlgn="auto" latinLnBrk="0" hangingPunct="1">
                <a:lnSpc>
                  <a:spcPct val="100000"/>
                </a:lnSpc>
                <a:spcBef>
                  <a:spcPts val="0"/>
                </a:spcBef>
                <a:spcAft>
                  <a:spcPts val="0"/>
                </a:spcAft>
                <a:buClrTx/>
                <a:buSzTx/>
                <a:buFontTx/>
                <a:buNone/>
                <a:tabLst/>
                <a:defRPr/>
              </a:pPr>
              <a:endParaRPr kumimoji="0" lang="fr-FR" sz="2400" b="0" i="0" u="none" strike="noStrike" kern="0" cap="none" spc="0" normalizeH="0" baseline="0" noProof="0">
                <a:ln>
                  <a:noFill/>
                </a:ln>
                <a:solidFill>
                  <a:srgbClr val="7A00E6"/>
                </a:solidFill>
                <a:effectLst/>
                <a:uLnTx/>
                <a:uFillTx/>
                <a:latin typeface="Verdana"/>
              </a:endParaRPr>
            </a:p>
          </p:txBody>
        </p:sp>
        <p:sp>
          <p:nvSpPr>
            <p:cNvPr id="14" name="Forme libre : forme 11">
              <a:extLst>
                <a:ext uri="{FF2B5EF4-FFF2-40B4-BE49-F238E27FC236}">
                  <a16:creationId xmlns:a16="http://schemas.microsoft.com/office/drawing/2014/main" id="{721F9F0D-6B96-3F89-B4FD-5B5518AE0424}"/>
                </a:ext>
              </a:extLst>
            </p:cNvPr>
            <p:cNvSpPr/>
            <p:nvPr userDrawn="1"/>
          </p:nvSpPr>
          <p:spPr>
            <a:xfrm rot="10725025" flipV="1">
              <a:off x="4768103" y="-317778"/>
              <a:ext cx="37406" cy="37169"/>
            </a:xfrm>
            <a:custGeom>
              <a:avLst/>
              <a:gdLst>
                <a:gd name="connsiteX0" fmla="*/ 18717 w 37406"/>
                <a:gd name="connsiteY0" fmla="*/ 130 h 37169"/>
                <a:gd name="connsiteX1" fmla="*/ 37414 w 37406"/>
                <a:gd name="connsiteY1" fmla="*/ 18300 h 37169"/>
                <a:gd name="connsiteX2" fmla="*/ 18717 w 37406"/>
                <a:gd name="connsiteY2" fmla="*/ 37288 h 37169"/>
                <a:gd name="connsiteX3" fmla="*/ 20 w 37406"/>
                <a:gd name="connsiteY3" fmla="*/ 19118 h 37169"/>
                <a:gd name="connsiteX4" fmla="*/ 18717 w 37406"/>
                <a:gd name="connsiteY4" fmla="*/ 130 h 371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406" h="37169">
                  <a:moveTo>
                    <a:pt x="18717" y="130"/>
                  </a:moveTo>
                  <a:cubicBezTo>
                    <a:pt x="29745" y="-106"/>
                    <a:pt x="37162" y="6729"/>
                    <a:pt x="37414" y="18300"/>
                  </a:cubicBezTo>
                  <a:cubicBezTo>
                    <a:pt x="37665" y="29603"/>
                    <a:pt x="30555" y="37028"/>
                    <a:pt x="18717" y="37288"/>
                  </a:cubicBezTo>
                  <a:cubicBezTo>
                    <a:pt x="7681" y="37524"/>
                    <a:pt x="264" y="30421"/>
                    <a:pt x="20" y="19118"/>
                  </a:cubicBezTo>
                  <a:cubicBezTo>
                    <a:pt x="-240" y="7547"/>
                    <a:pt x="6871" y="390"/>
                    <a:pt x="18717" y="130"/>
                  </a:cubicBezTo>
                </a:path>
              </a:pathLst>
            </a:custGeom>
            <a:solidFill>
              <a:srgbClr val="7A00E6"/>
            </a:solidFill>
            <a:ln w="7833" cap="flat">
              <a:noFill/>
              <a:prstDash val="solid"/>
              <a:round/>
            </a:ln>
          </p:spPr>
          <p:txBody>
            <a:bodyPr rtlCol="0" anchor="ctr"/>
            <a:lstStyle/>
            <a:p>
              <a:pPr marL="0" marR="0" lvl="0" indent="0" defTabSz="914354" eaLnBrk="1" fontAlgn="auto" latinLnBrk="0" hangingPunct="1">
                <a:lnSpc>
                  <a:spcPct val="100000"/>
                </a:lnSpc>
                <a:spcBef>
                  <a:spcPts val="0"/>
                </a:spcBef>
                <a:spcAft>
                  <a:spcPts val="0"/>
                </a:spcAft>
                <a:buClrTx/>
                <a:buSzTx/>
                <a:buFontTx/>
                <a:buNone/>
                <a:tabLst/>
                <a:defRPr/>
              </a:pPr>
              <a:endParaRPr kumimoji="0" lang="fr-FR" sz="2400" b="0" i="0" u="none" strike="noStrike" kern="0" cap="none" spc="0" normalizeH="0" baseline="0" noProof="0">
                <a:ln>
                  <a:noFill/>
                </a:ln>
                <a:solidFill>
                  <a:prstClr val="black"/>
                </a:solidFill>
                <a:effectLst/>
                <a:uLnTx/>
                <a:uFillTx/>
                <a:latin typeface="Verdana"/>
              </a:endParaRPr>
            </a:p>
          </p:txBody>
        </p:sp>
      </p:grpSp>
    </p:spTree>
    <p:extLst>
      <p:ext uri="{BB962C8B-B14F-4D97-AF65-F5344CB8AC3E}">
        <p14:creationId xmlns:p14="http://schemas.microsoft.com/office/powerpoint/2010/main" val="412114063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225BB5-2738-813D-6A6D-7B468F8DD73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13FB931-5A3E-4255-4CD5-AFB10DBB3578}"/>
              </a:ext>
            </a:extLst>
          </p:cNvPr>
          <p:cNvSpPr>
            <a:spLocks noGrp="1"/>
          </p:cNvSpPr>
          <p:nvPr>
            <p:ph sz="half" idx="1"/>
          </p:nvPr>
        </p:nvSpPr>
        <p:spPr>
          <a:xfrm>
            <a:off x="838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410568E-53EA-1FE8-21C9-D118EFF7AE87}"/>
              </a:ext>
            </a:extLst>
          </p:cNvPr>
          <p:cNvSpPr>
            <a:spLocks noGrp="1"/>
          </p:cNvSpPr>
          <p:nvPr>
            <p:ph sz="half" idx="2"/>
          </p:nvPr>
        </p:nvSpPr>
        <p:spPr>
          <a:xfrm>
            <a:off x="6172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1733A3C-0434-DE93-7281-1CBB9BEB45F4}"/>
              </a:ext>
            </a:extLst>
          </p:cNvPr>
          <p:cNvSpPr>
            <a:spLocks noGrp="1"/>
          </p:cNvSpPr>
          <p:nvPr>
            <p:ph type="dt" sz="half" idx="10"/>
          </p:nvPr>
        </p:nvSpPr>
        <p:spPr/>
        <p:txBody>
          <a:bodyPr/>
          <a:lstStyle/>
          <a:p>
            <a:fld id="{47E27AE2-EF2C-462D-BC32-5CCD1C39367D}" type="datetimeFigureOut">
              <a:rPr lang="en-US" smtClean="0"/>
              <a:t>4/22/2026</a:t>
            </a:fld>
            <a:endParaRPr lang="en-US"/>
          </a:p>
        </p:txBody>
      </p:sp>
      <p:sp>
        <p:nvSpPr>
          <p:cNvPr id="6" name="Footer Placeholder 5">
            <a:extLst>
              <a:ext uri="{FF2B5EF4-FFF2-40B4-BE49-F238E27FC236}">
                <a16:creationId xmlns:a16="http://schemas.microsoft.com/office/drawing/2014/main" id="{FEA42F1D-AA20-86BD-5694-C4303B0A537D}"/>
              </a:ext>
            </a:extLst>
          </p:cNvPr>
          <p:cNvSpPr>
            <a:spLocks noGrp="1"/>
          </p:cNvSpPr>
          <p:nvPr>
            <p:ph type="ftr" sz="quarter" idx="11"/>
          </p:nvPr>
        </p:nvSpPr>
        <p:spPr>
          <a:xfrm>
            <a:off x="2866442" y="6479322"/>
            <a:ext cx="6459117" cy="170333"/>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21D89980-9374-9983-668F-1A86B0CF0466}"/>
              </a:ext>
            </a:extLst>
          </p:cNvPr>
          <p:cNvSpPr>
            <a:spLocks noGrp="1"/>
          </p:cNvSpPr>
          <p:nvPr>
            <p:ph type="sldNum" sz="quarter" idx="12"/>
          </p:nvPr>
        </p:nvSpPr>
        <p:spPr/>
        <p:txBody>
          <a:bodyPr/>
          <a:lstStyle/>
          <a:p>
            <a:fld id="{A398FEAA-3262-4B82-AC7C-B695FCD3CB4C}" type="slidenum">
              <a:rPr lang="en-US" smtClean="0"/>
              <a:t>‹#›</a:t>
            </a:fld>
            <a:endParaRPr lang="en-US"/>
          </a:p>
        </p:txBody>
      </p:sp>
    </p:spTree>
    <p:extLst>
      <p:ext uri="{BB962C8B-B14F-4D97-AF65-F5344CB8AC3E}">
        <p14:creationId xmlns:p14="http://schemas.microsoft.com/office/powerpoint/2010/main" val="236047420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B9276-BB17-4A88-B900-6BFD400CB806}"/>
              </a:ext>
            </a:extLst>
          </p:cNvPr>
          <p:cNvSpPr>
            <a:spLocks noGrp="1"/>
          </p:cNvSpPr>
          <p:nvPr>
            <p:ph type="title"/>
          </p:nvPr>
        </p:nvSpPr>
        <p:spPr>
          <a:xfrm>
            <a:off x="415073" y="723901"/>
            <a:ext cx="11361860" cy="430887"/>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EE8A6595-5F4C-4316-8201-9EFDB636E804}"/>
              </a:ext>
            </a:extLst>
          </p:cNvPr>
          <p:cNvSpPr>
            <a:spLocks noGrp="1"/>
          </p:cNvSpPr>
          <p:nvPr>
            <p:ph idx="1"/>
          </p:nvPr>
        </p:nvSpPr>
        <p:spPr>
          <a:xfrm>
            <a:off x="427909" y="1441027"/>
            <a:ext cx="11339407" cy="138499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FCA71377-8F2F-4A69-B9FC-2AEB09569314}"/>
              </a:ext>
            </a:extLst>
          </p:cNvPr>
          <p:cNvSpPr>
            <a:spLocks noGrp="1"/>
          </p:cNvSpPr>
          <p:nvPr>
            <p:ph type="dt" sz="half" idx="10"/>
          </p:nvPr>
        </p:nvSpPr>
        <p:spPr>
          <a:xfrm>
            <a:off x="609600" y="6377942"/>
            <a:ext cx="2804160" cy="276999"/>
          </a:xfrm>
        </p:spPr>
        <p:txBody>
          <a:bodyPr/>
          <a:lstStyle/>
          <a:p>
            <a:fld id="{C55E504C-FAB6-4AA6-B517-579C8B575CB1}" type="datetime1">
              <a:rPr lang="en-US" smtClean="0"/>
              <a:t>4/22/2026</a:t>
            </a:fld>
            <a:endParaRPr lang="en-US"/>
          </a:p>
        </p:txBody>
      </p:sp>
      <p:sp>
        <p:nvSpPr>
          <p:cNvPr id="5" name="Footer Placeholder 4">
            <a:extLst>
              <a:ext uri="{FF2B5EF4-FFF2-40B4-BE49-F238E27FC236}">
                <a16:creationId xmlns:a16="http://schemas.microsoft.com/office/drawing/2014/main" id="{2867E9D4-C4EE-4705-B826-7F36541FACDF}"/>
              </a:ext>
            </a:extLst>
          </p:cNvPr>
          <p:cNvSpPr>
            <a:spLocks noGrp="1"/>
          </p:cNvSpPr>
          <p:nvPr>
            <p:ph type="ftr" sz="quarter" idx="11"/>
          </p:nvPr>
        </p:nvSpPr>
        <p:spPr>
          <a:xfrm>
            <a:off x="4145280" y="6377942"/>
            <a:ext cx="3901440" cy="276999"/>
          </a:xfrm>
        </p:spPr>
        <p:txBody>
          <a:bodyPr/>
          <a:lstStyle/>
          <a:p>
            <a:endParaRPr lang="en-US" dirty="0"/>
          </a:p>
        </p:txBody>
      </p:sp>
      <p:sp>
        <p:nvSpPr>
          <p:cNvPr id="6" name="Slide Number Placeholder 5">
            <a:extLst>
              <a:ext uri="{FF2B5EF4-FFF2-40B4-BE49-F238E27FC236}">
                <a16:creationId xmlns:a16="http://schemas.microsoft.com/office/drawing/2014/main" id="{46F9F66A-7BC9-4EE1-970C-D64399B51035}"/>
              </a:ext>
            </a:extLst>
          </p:cNvPr>
          <p:cNvSpPr>
            <a:spLocks noGrp="1"/>
          </p:cNvSpPr>
          <p:nvPr>
            <p:ph type="sldNum" sz="quarter" idx="12"/>
          </p:nvPr>
        </p:nvSpPr>
        <p:spPr>
          <a:xfrm>
            <a:off x="8778240" y="6377942"/>
            <a:ext cx="2804160" cy="276999"/>
          </a:xfrm>
        </p:spPr>
        <p:txBody>
          <a:bodyPr/>
          <a:lstStyle/>
          <a:p>
            <a:fld id="{D97BFEF8-6714-47B3-9560-136B652ED549}" type="slidenum">
              <a:rPr lang="en-US" smtClean="0"/>
              <a:t>‹#›</a:t>
            </a:fld>
            <a:endParaRPr lang="en-US"/>
          </a:p>
        </p:txBody>
      </p:sp>
      <p:sp>
        <p:nvSpPr>
          <p:cNvPr id="10" name="Text Placeholder 9">
            <a:extLst>
              <a:ext uri="{FF2B5EF4-FFF2-40B4-BE49-F238E27FC236}">
                <a16:creationId xmlns:a16="http://schemas.microsoft.com/office/drawing/2014/main" id="{A64E51DC-A353-4763-9928-268C767C4CF2}"/>
              </a:ext>
            </a:extLst>
          </p:cNvPr>
          <p:cNvSpPr>
            <a:spLocks noGrp="1"/>
          </p:cNvSpPr>
          <p:nvPr>
            <p:ph type="body" sz="quarter" idx="13"/>
          </p:nvPr>
        </p:nvSpPr>
        <p:spPr>
          <a:xfrm>
            <a:off x="9213919" y="4"/>
            <a:ext cx="2656840" cy="325041"/>
          </a:xfrm>
          <a:custGeom>
            <a:avLst/>
            <a:gdLst>
              <a:gd name="connsiteX0" fmla="*/ 0 w 2656840"/>
              <a:gd name="connsiteY0" fmla="*/ 0 h 325041"/>
              <a:gd name="connsiteX1" fmla="*/ 2656840 w 2656840"/>
              <a:gd name="connsiteY1" fmla="*/ 0 h 325041"/>
              <a:gd name="connsiteX2" fmla="*/ 2656840 w 2656840"/>
              <a:gd name="connsiteY2" fmla="*/ 180685 h 325041"/>
              <a:gd name="connsiteX3" fmla="*/ 2656421 w 2656840"/>
              <a:gd name="connsiteY3" fmla="*/ 180685 h 325041"/>
              <a:gd name="connsiteX4" fmla="*/ 2656800 w 2656840"/>
              <a:gd name="connsiteY4" fmla="*/ 182563 h 325041"/>
              <a:gd name="connsiteX5" fmla="*/ 2514322 w 2656840"/>
              <a:gd name="connsiteY5" fmla="*/ 325041 h 325041"/>
              <a:gd name="connsiteX6" fmla="*/ 142478 w 2656840"/>
              <a:gd name="connsiteY6" fmla="*/ 325041 h 325041"/>
              <a:gd name="connsiteX7" fmla="*/ 0 w 2656840"/>
              <a:gd name="connsiteY7" fmla="*/ 182563 h 325041"/>
              <a:gd name="connsiteX8" fmla="*/ 379 w 2656840"/>
              <a:gd name="connsiteY8" fmla="*/ 180685 h 325041"/>
              <a:gd name="connsiteX9" fmla="*/ 0 w 2656840"/>
              <a:gd name="connsiteY9" fmla="*/ 180685 h 325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56840" h="325041">
                <a:moveTo>
                  <a:pt x="0" y="0"/>
                </a:moveTo>
                <a:lnTo>
                  <a:pt x="2656840" y="0"/>
                </a:lnTo>
                <a:lnTo>
                  <a:pt x="2656840" y="180685"/>
                </a:lnTo>
                <a:lnTo>
                  <a:pt x="2656421" y="180685"/>
                </a:lnTo>
                <a:lnTo>
                  <a:pt x="2656800" y="182563"/>
                </a:lnTo>
                <a:cubicBezTo>
                  <a:pt x="2656800" y="261251"/>
                  <a:pt x="2593010" y="325041"/>
                  <a:pt x="2514322" y="325041"/>
                </a:cubicBezTo>
                <a:lnTo>
                  <a:pt x="142478" y="325041"/>
                </a:lnTo>
                <a:cubicBezTo>
                  <a:pt x="63790" y="325041"/>
                  <a:pt x="0" y="261251"/>
                  <a:pt x="0" y="182563"/>
                </a:cubicBezTo>
                <a:lnTo>
                  <a:pt x="379" y="180685"/>
                </a:lnTo>
                <a:lnTo>
                  <a:pt x="0" y="180685"/>
                </a:lnTo>
                <a:close/>
              </a:path>
            </a:pathLst>
          </a:custGeom>
          <a:solidFill>
            <a:srgbClr val="525CA3"/>
          </a:solidFill>
        </p:spPr>
        <p:txBody>
          <a:bodyPr wrap="square" anchor="ctr">
            <a:noAutofit/>
          </a:bodyPr>
          <a:lstStyle>
            <a:lvl1pPr marL="0" indent="0" algn="ctr">
              <a:buNone/>
              <a:defRPr sz="1200" b="1">
                <a:solidFill>
                  <a:schemeClr val="bg2"/>
                </a:solidFill>
              </a:defRPr>
            </a:lvl1pPr>
          </a:lstStyle>
          <a:p>
            <a:pPr lvl="0"/>
            <a:r>
              <a:rPr lang="en-US"/>
              <a:t>Click to edit Master text styles</a:t>
            </a:r>
          </a:p>
        </p:txBody>
      </p:sp>
    </p:spTree>
    <p:extLst>
      <p:ext uri="{BB962C8B-B14F-4D97-AF65-F5344CB8AC3E}">
        <p14:creationId xmlns:p14="http://schemas.microsoft.com/office/powerpoint/2010/main" val="8766061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itle with Picture">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6584950" cy="6858000"/>
          </a:xfrm>
          <a:blipFill>
            <a:blip r:embed="rId2">
              <a:alphaModFix amt="70000"/>
            </a:blip>
            <a:stretch>
              <a:fillRect/>
            </a:stretch>
          </a:blipFill>
        </p:spPr>
        <p:txBody>
          <a:bodyPr vert="horz" lIns="91440" tIns="0" rIns="0" bIns="0" rtlCol="0">
            <a:noAutofit/>
          </a:bodyPr>
          <a:lstStyle>
            <a:lvl1pPr marL="0" indent="0">
              <a:buNone/>
              <a:defRPr lang="en-US" sz="2400" b="0" i="0"/>
            </a:lvl1pPr>
          </a:lstStyle>
          <a:p>
            <a:pPr marL="228600" lvl="0" indent="-228600">
              <a:lnSpc>
                <a:spcPct val="150000"/>
              </a:lnSpc>
            </a:pPr>
            <a:r>
              <a:rPr lang="en-US"/>
              <a:t> </a:t>
            </a:r>
          </a:p>
        </p:txBody>
      </p:sp>
      <p:sp>
        <p:nvSpPr>
          <p:cNvPr id="8" name="Title 7">
            <a:extLst>
              <a:ext uri="{FF2B5EF4-FFF2-40B4-BE49-F238E27FC236}">
                <a16:creationId xmlns:a16="http://schemas.microsoft.com/office/drawing/2014/main" id="{49EADE56-83C3-A0FE-16E6-4951D485245E}"/>
              </a:ext>
            </a:extLst>
          </p:cNvPr>
          <p:cNvSpPr>
            <a:spLocks noGrp="1"/>
          </p:cNvSpPr>
          <p:nvPr>
            <p:ph type="title"/>
          </p:nvPr>
        </p:nvSpPr>
        <p:spPr>
          <a:xfrm>
            <a:off x="5225142" y="1129552"/>
            <a:ext cx="6305441" cy="3475237"/>
          </a:xfrm>
        </p:spPr>
        <p:txBody>
          <a:bodyPr anchor="b">
            <a:normAutofit/>
          </a:bodyPr>
          <a:lstStyle>
            <a:lvl1pPr>
              <a:defRPr sz="5400" baseline="0">
                <a:solidFill>
                  <a:schemeClr val="bg1"/>
                </a:solidFill>
                <a:highlight>
                  <a:srgbClr val="000000"/>
                </a:highlight>
              </a:defRPr>
            </a:lvl1pPr>
          </a:lstStyle>
          <a:p>
            <a:r>
              <a:rPr lang="en-US"/>
              <a:t>Click to edit Master title style</a:t>
            </a:r>
          </a:p>
        </p:txBody>
      </p:sp>
      <p:sp>
        <p:nvSpPr>
          <p:cNvPr id="12" name="Text Placeholder 11">
            <a:extLst>
              <a:ext uri="{FF2B5EF4-FFF2-40B4-BE49-F238E27FC236}">
                <a16:creationId xmlns:a16="http://schemas.microsoft.com/office/drawing/2014/main" id="{2A12605A-4E59-2133-7372-7B21BC55C9F5}"/>
              </a:ext>
            </a:extLst>
          </p:cNvPr>
          <p:cNvSpPr>
            <a:spLocks noGrp="1"/>
          </p:cNvSpPr>
          <p:nvPr>
            <p:ph type="body" sz="quarter" idx="14"/>
          </p:nvPr>
        </p:nvSpPr>
        <p:spPr>
          <a:xfrm>
            <a:off x="7169150" y="4730750"/>
            <a:ext cx="4205288" cy="1185863"/>
          </a:xfrm>
        </p:spPr>
        <p:txBody>
          <a:bodyPr>
            <a:normAutofit/>
          </a:bodyPr>
          <a:lstStyle>
            <a:lvl1pPr marL="0" indent="0">
              <a:buNone/>
              <a:defRPr sz="1800"/>
            </a:lvl1pPr>
          </a:lstStyle>
          <a:p>
            <a:pPr lvl="0"/>
            <a:r>
              <a:rPr lang="en-US"/>
              <a:t>Click to edit Master text styles</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168895" y="6453002"/>
            <a:ext cx="1707625" cy="365125"/>
          </a:xfrm>
        </p:spPr>
        <p:txBody>
          <a:bodyPr/>
          <a:lstStyle>
            <a:lvl1pPr>
              <a:defRPr>
                <a:solidFill>
                  <a:schemeClr val="tx1"/>
                </a:solidFill>
                <a:effectLst/>
              </a:defRPr>
            </a:lvl1pPr>
          </a:lstStyle>
          <a:p>
            <a:fld id="{886426EA-0386-4881-8D6D-3F08C95C4A7F}" type="datetime1">
              <a:rPr lang="en-US" smtClean="0"/>
              <a:t>4/22/2026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16837550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AD96F6A0-07FF-1828-19D1-FE1D9B92187E}"/>
              </a:ext>
            </a:extLst>
          </p:cNvPr>
          <p:cNvSpPr>
            <a:spLocks noGrp="1"/>
          </p:cNvSpPr>
          <p:nvPr>
            <p:ph type="title"/>
          </p:nvPr>
        </p:nvSpPr>
        <p:spPr>
          <a:xfrm>
            <a:off x="621792" y="548640"/>
            <a:ext cx="11060134" cy="731520"/>
          </a:xfrm>
        </p:spPr>
        <p:txBody>
          <a:bodyPr>
            <a:normAutofit/>
          </a:bodyPr>
          <a:lstStyle>
            <a:lvl1pPr>
              <a:defRPr sz="4000">
                <a:solidFill>
                  <a:schemeClr val="bg1"/>
                </a:solidFill>
                <a:highlight>
                  <a:srgbClr val="000000"/>
                </a:highlight>
              </a:defRPr>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21792" y="1463040"/>
            <a:ext cx="11064240" cy="4937760"/>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990E4242-8CA0-457D-B3B1-7D78B4164321}" type="datetime1">
              <a:rPr lang="en-US" smtClean="0"/>
              <a:t>4/22/2026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62650136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with Picture 2">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12191999" cy="6858000"/>
          </a:xfrm>
          <a:blipFill>
            <a:blip r:embed="rId2">
              <a:alphaModFix amt="70000"/>
            </a:blip>
            <a:stretch>
              <a:fillRect l="-1" r="-1"/>
            </a:stretch>
          </a:blipFill>
        </p:spPr>
        <p:txBody>
          <a:bodyPr vert="horz" lIns="91440" tIns="0" rIns="0" bIns="0" rtlCol="0">
            <a:noAutofit/>
          </a:bodyPr>
          <a:lstStyle>
            <a:lvl1pPr marL="0" indent="0">
              <a:buNone/>
              <a:defRPr lang="en-US" sz="2400" b="0" i="0"/>
            </a:lvl1pPr>
          </a:lstStyle>
          <a:p>
            <a:pPr marL="228600" lvl="0" indent="-228600">
              <a:lnSpc>
                <a:spcPct val="150000"/>
              </a:lnSpc>
            </a:pPr>
            <a:r>
              <a:rPr lang="en-US"/>
              <a:t> </a:t>
            </a:r>
          </a:p>
        </p:txBody>
      </p:sp>
      <p:sp>
        <p:nvSpPr>
          <p:cNvPr id="5" name="Title 4">
            <a:extLst>
              <a:ext uri="{FF2B5EF4-FFF2-40B4-BE49-F238E27FC236}">
                <a16:creationId xmlns:a16="http://schemas.microsoft.com/office/drawing/2014/main" id="{C859CFCC-A209-BC62-7D95-E14802747B73}"/>
              </a:ext>
            </a:extLst>
          </p:cNvPr>
          <p:cNvSpPr>
            <a:spLocks noGrp="1"/>
          </p:cNvSpPr>
          <p:nvPr>
            <p:ph type="title"/>
          </p:nvPr>
        </p:nvSpPr>
        <p:spPr>
          <a:xfrm>
            <a:off x="365760" y="4578236"/>
            <a:ext cx="11460480" cy="1005840"/>
          </a:xfrm>
        </p:spPr>
        <p:txBody>
          <a:bodyPr>
            <a:normAutofit/>
          </a:bodyPr>
          <a:lstStyle>
            <a:lvl1pPr>
              <a:defRPr sz="6000">
                <a:solidFill>
                  <a:schemeClr val="bg1"/>
                </a:solidFill>
                <a:highlight>
                  <a:srgbClr val="000000"/>
                </a:highlight>
              </a:defRPr>
            </a:lvl1pPr>
          </a:lstStyle>
          <a:p>
            <a:r>
              <a:rPr lang="en-US"/>
              <a:t>Click to edit Master title style</a:t>
            </a:r>
          </a:p>
        </p:txBody>
      </p:sp>
      <p:sp>
        <p:nvSpPr>
          <p:cNvPr id="8" name="Text Placeholder 7">
            <a:extLst>
              <a:ext uri="{FF2B5EF4-FFF2-40B4-BE49-F238E27FC236}">
                <a16:creationId xmlns:a16="http://schemas.microsoft.com/office/drawing/2014/main" id="{B4A8C58E-A6CA-D397-8711-C68CD070C4BC}"/>
              </a:ext>
            </a:extLst>
          </p:cNvPr>
          <p:cNvSpPr>
            <a:spLocks noGrp="1"/>
          </p:cNvSpPr>
          <p:nvPr>
            <p:ph type="body" sz="quarter" idx="14"/>
          </p:nvPr>
        </p:nvSpPr>
        <p:spPr>
          <a:xfrm>
            <a:off x="1013460" y="5668625"/>
            <a:ext cx="10813415" cy="480373"/>
          </a:xfrm>
        </p:spPr>
        <p:txBody>
          <a:bodyPr>
            <a:normAutofit/>
          </a:bodyPr>
          <a:lstStyle>
            <a:lvl1pPr marL="0" indent="0">
              <a:buNone/>
              <a:defRPr sz="200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256430638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with Picture 3">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5596128" y="0"/>
            <a:ext cx="6595872" cy="6858000"/>
          </a:xfrm>
          <a:blipFill>
            <a:blip r:embed="rId2">
              <a:alphaModFix amt="70000"/>
            </a:blip>
            <a:stretch>
              <a:fillRect/>
            </a:stretch>
          </a:blipFill>
        </p:spPr>
        <p:txBody>
          <a:bodyPr vert="horz" lIns="91440" tIns="0" rIns="0" bIns="0" rtlCol="0">
            <a:noAutofit/>
          </a:bodyPr>
          <a:lstStyle>
            <a:lvl1pPr marL="0" indent="0">
              <a:buNone/>
              <a:defRPr lang="en-US" sz="2400" b="0" i="0"/>
            </a:lvl1pPr>
          </a:lstStyle>
          <a:p>
            <a:pPr marL="228600" lvl="0" indent="-228600">
              <a:lnSpc>
                <a:spcPct val="150000"/>
              </a:lnSpc>
            </a:pPr>
            <a:r>
              <a:rPr lang="en-US"/>
              <a:t> </a:t>
            </a:r>
          </a:p>
        </p:txBody>
      </p:sp>
      <p:sp>
        <p:nvSpPr>
          <p:cNvPr id="8" name="Title 7">
            <a:extLst>
              <a:ext uri="{FF2B5EF4-FFF2-40B4-BE49-F238E27FC236}">
                <a16:creationId xmlns:a16="http://schemas.microsoft.com/office/drawing/2014/main" id="{CFCD2E37-9854-D80D-B906-C29C37FAACC5}"/>
              </a:ext>
            </a:extLst>
          </p:cNvPr>
          <p:cNvSpPr>
            <a:spLocks noGrp="1"/>
          </p:cNvSpPr>
          <p:nvPr>
            <p:ph type="title"/>
          </p:nvPr>
        </p:nvSpPr>
        <p:spPr>
          <a:xfrm>
            <a:off x="365758" y="411480"/>
            <a:ext cx="6309360" cy="3739896"/>
          </a:xfrm>
        </p:spPr>
        <p:txBody>
          <a:bodyPr>
            <a:normAutofit/>
          </a:bodyPr>
          <a:lstStyle>
            <a:lvl1pPr>
              <a:defRPr sz="5400">
                <a:solidFill>
                  <a:schemeClr val="bg1"/>
                </a:solidFill>
                <a:highlight>
                  <a:srgbClr val="000000"/>
                </a:highlight>
              </a:defRPr>
            </a:lvl1pPr>
          </a:lstStyle>
          <a:p>
            <a:r>
              <a:rPr lang="en-US"/>
              <a:t>Click to edit Master title style</a:t>
            </a:r>
          </a:p>
        </p:txBody>
      </p:sp>
      <p:sp>
        <p:nvSpPr>
          <p:cNvPr id="12" name="Text Placeholder 11">
            <a:extLst>
              <a:ext uri="{FF2B5EF4-FFF2-40B4-BE49-F238E27FC236}">
                <a16:creationId xmlns:a16="http://schemas.microsoft.com/office/drawing/2014/main" id="{927C0618-21FB-9390-740F-2734A4B2C28F}"/>
              </a:ext>
            </a:extLst>
          </p:cNvPr>
          <p:cNvSpPr>
            <a:spLocks noGrp="1"/>
          </p:cNvSpPr>
          <p:nvPr>
            <p:ph type="body" sz="quarter" idx="17"/>
          </p:nvPr>
        </p:nvSpPr>
        <p:spPr>
          <a:xfrm>
            <a:off x="365125" y="4873625"/>
            <a:ext cx="4206875" cy="1381125"/>
          </a:xfrm>
        </p:spPr>
        <p:txBody>
          <a:bodyPr anchor="b">
            <a:normAutofit/>
          </a:bodyPr>
          <a:lstStyle>
            <a:lvl1pPr marL="0" indent="0">
              <a:buNone/>
              <a:defRPr sz="1800"/>
            </a:lvl1pPr>
          </a:lstStyle>
          <a:p>
            <a:pPr lvl="0"/>
            <a:r>
              <a:rPr lang="en-US"/>
              <a:t>Click to edit Master text styles</a:t>
            </a:r>
          </a:p>
        </p:txBody>
      </p:sp>
      <p:sp>
        <p:nvSpPr>
          <p:cNvPr id="4" name="Date Placeholder 3">
            <a:extLst>
              <a:ext uri="{FF2B5EF4-FFF2-40B4-BE49-F238E27FC236}">
                <a16:creationId xmlns:a16="http://schemas.microsoft.com/office/drawing/2014/main" id="{6D9281F2-D41E-9A50-1809-3B8BE4C397CF}"/>
              </a:ext>
            </a:extLst>
          </p:cNvPr>
          <p:cNvSpPr>
            <a:spLocks noGrp="1"/>
          </p:cNvSpPr>
          <p:nvPr>
            <p:ph type="dt" sz="half" idx="14"/>
          </p:nvPr>
        </p:nvSpPr>
        <p:spPr>
          <a:xfrm>
            <a:off x="137160" y="6453002"/>
            <a:ext cx="914400" cy="365125"/>
          </a:xfrm>
        </p:spPr>
        <p:txBody>
          <a:bodyPr/>
          <a:lstStyle/>
          <a:p>
            <a:fld id="{D291CE83-67BA-4B15-B48A-7DC5C0636664}" type="datetime1">
              <a:rPr lang="en-US" smtClean="0"/>
              <a:t>4/22/2026</a:t>
            </a:fld>
            <a:endParaRPr lang="en-US"/>
          </a:p>
        </p:txBody>
      </p:sp>
      <p:sp>
        <p:nvSpPr>
          <p:cNvPr id="5" name="Footer Placeholder 4">
            <a:extLst>
              <a:ext uri="{FF2B5EF4-FFF2-40B4-BE49-F238E27FC236}">
                <a16:creationId xmlns:a16="http://schemas.microsoft.com/office/drawing/2014/main" id="{E9E57431-3702-2B75-B5FF-84422A85DBDF}"/>
              </a:ext>
            </a:extLst>
          </p:cNvPr>
          <p:cNvSpPr>
            <a:spLocks noGrp="1"/>
          </p:cNvSpPr>
          <p:nvPr>
            <p:ph type="ftr" sz="quarter" idx="15"/>
          </p:nvPr>
        </p:nvSpPr>
        <p:spPr>
          <a:xfrm>
            <a:off x="2061086" y="6453002"/>
            <a:ext cx="2805405" cy="365125"/>
          </a:xfrm>
        </p:spPr>
        <p:txBody>
          <a:bodyPr/>
          <a:lstStyle/>
          <a:p>
            <a:r>
              <a:rPr lang="en-US"/>
              <a:t>Sample Footer Text</a:t>
            </a:r>
          </a:p>
        </p:txBody>
      </p:sp>
      <p:sp>
        <p:nvSpPr>
          <p:cNvPr id="6" name="Slide Number Placeholder 5">
            <a:extLst>
              <a:ext uri="{FF2B5EF4-FFF2-40B4-BE49-F238E27FC236}">
                <a16:creationId xmlns:a16="http://schemas.microsoft.com/office/drawing/2014/main" id="{5F43A420-FE13-2F4D-C208-338D8B00A6FC}"/>
              </a:ext>
            </a:extLst>
          </p:cNvPr>
          <p:cNvSpPr>
            <a:spLocks noGrp="1"/>
          </p:cNvSpPr>
          <p:nvPr>
            <p:ph type="sldNum" sz="quarter" idx="16"/>
          </p:nvPr>
        </p:nvSpPr>
        <p:spPr>
          <a:xfrm>
            <a:off x="4895519" y="6453002"/>
            <a:ext cx="379443" cy="365125"/>
          </a:xfr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08865465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le with Picture 4">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12191999" cy="4986425"/>
          </a:xfrm>
          <a:blipFill>
            <a:blip r:embed="rId2">
              <a:alphaModFix amt="70000"/>
            </a:blip>
            <a:stretch>
              <a:fillRect/>
            </a:stretch>
          </a:blipFill>
        </p:spPr>
        <p:txBody>
          <a:bodyPr vert="horz" lIns="91440" tIns="0" rIns="0" bIns="0" rtlCol="0">
            <a:noAutofit/>
          </a:bodyPr>
          <a:lstStyle>
            <a:lvl1pPr marL="0" indent="0">
              <a:buNone/>
              <a:defRPr lang="en-US" sz="2400" b="0" i="0"/>
            </a:lvl1pPr>
          </a:lstStyle>
          <a:p>
            <a:pPr marL="228600" lvl="0" indent="-228600">
              <a:lnSpc>
                <a:spcPct val="150000"/>
              </a:lnSpc>
            </a:pPr>
            <a:r>
              <a:rPr lang="en-US"/>
              <a:t> </a:t>
            </a:r>
          </a:p>
        </p:txBody>
      </p:sp>
      <p:sp>
        <p:nvSpPr>
          <p:cNvPr id="5" name="Title 4">
            <a:extLst>
              <a:ext uri="{FF2B5EF4-FFF2-40B4-BE49-F238E27FC236}">
                <a16:creationId xmlns:a16="http://schemas.microsoft.com/office/drawing/2014/main" id="{3219ACF5-397A-E5C4-7B24-185F5D614B27}"/>
              </a:ext>
            </a:extLst>
          </p:cNvPr>
          <p:cNvSpPr>
            <a:spLocks noGrp="1"/>
          </p:cNvSpPr>
          <p:nvPr>
            <p:ph type="title"/>
          </p:nvPr>
        </p:nvSpPr>
        <p:spPr>
          <a:xfrm>
            <a:off x="365760" y="4578236"/>
            <a:ext cx="11460480" cy="1005840"/>
          </a:xfrm>
        </p:spPr>
        <p:txBody>
          <a:bodyPr>
            <a:normAutofit/>
          </a:bodyPr>
          <a:lstStyle>
            <a:lvl1pPr>
              <a:defRPr sz="6000">
                <a:solidFill>
                  <a:schemeClr val="bg1"/>
                </a:solidFill>
                <a:highlight>
                  <a:srgbClr val="000000"/>
                </a:highlight>
              </a:defRPr>
            </a:lvl1pPr>
          </a:lstStyle>
          <a:p>
            <a:r>
              <a:rPr lang="en-US"/>
              <a:t>Click to edit Master title style</a:t>
            </a:r>
          </a:p>
        </p:txBody>
      </p:sp>
      <p:sp>
        <p:nvSpPr>
          <p:cNvPr id="12" name="Text Placeholder 11">
            <a:extLst>
              <a:ext uri="{FF2B5EF4-FFF2-40B4-BE49-F238E27FC236}">
                <a16:creationId xmlns:a16="http://schemas.microsoft.com/office/drawing/2014/main" id="{D694DB79-4401-7DDD-FF63-CDCECE6DBD86}"/>
              </a:ext>
            </a:extLst>
          </p:cNvPr>
          <p:cNvSpPr>
            <a:spLocks noGrp="1"/>
          </p:cNvSpPr>
          <p:nvPr>
            <p:ph type="body" sz="quarter" idx="17"/>
          </p:nvPr>
        </p:nvSpPr>
        <p:spPr>
          <a:xfrm>
            <a:off x="1051560" y="5668963"/>
            <a:ext cx="10775315" cy="479425"/>
          </a:xfrm>
        </p:spPr>
        <p:txBody>
          <a:bodyPr>
            <a:normAutofit/>
          </a:bodyPr>
          <a:lstStyle>
            <a:lvl1pPr marL="0" indent="0">
              <a:buNone/>
              <a:defRPr sz="2000"/>
            </a:lvl1pPr>
          </a:lstStyle>
          <a:p>
            <a:pPr lvl="0"/>
            <a:r>
              <a:rPr lang="en-US"/>
              <a:t>Click to edit Master text styles</a:t>
            </a:r>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p:txBody>
          <a:bodyPr/>
          <a:lstStyle/>
          <a:p>
            <a:fld id="{C72BE8CE-6011-4887-8688-8D57691F11AD}" type="datetime1">
              <a:rPr lang="en-US" smtClean="0"/>
              <a:t>4/22/2026</a:t>
            </a:fld>
            <a:endParaRPr lang="en-US"/>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46202105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A25BA9F2-E4EE-DC00-38EB-9DB37D8DB61D}"/>
              </a:ext>
            </a:extLst>
          </p:cNvPr>
          <p:cNvSpPr>
            <a:spLocks noGrp="1"/>
          </p:cNvSpPr>
          <p:nvPr>
            <p:ph type="title"/>
          </p:nvPr>
        </p:nvSpPr>
        <p:spPr>
          <a:xfrm>
            <a:off x="612648" y="548640"/>
            <a:ext cx="8229600" cy="3635796"/>
          </a:xfrm>
        </p:spPr>
        <p:txBody>
          <a:bodyPr>
            <a:noAutofit/>
          </a:bodyPr>
          <a:lstStyle>
            <a:lvl1pPr>
              <a:defRPr sz="7200">
                <a:solidFill>
                  <a:schemeClr val="bg1"/>
                </a:solidFill>
                <a:highlight>
                  <a:srgbClr val="000000"/>
                </a:highlight>
              </a:defRPr>
            </a:lvl1pPr>
          </a:lstStyle>
          <a:p>
            <a:r>
              <a:rPr lang="en-US"/>
              <a:t>Click to edit Master title style</a:t>
            </a:r>
          </a:p>
        </p:txBody>
      </p:sp>
      <p:sp>
        <p:nvSpPr>
          <p:cNvPr id="11" name="Text Placeholder 10">
            <a:extLst>
              <a:ext uri="{FF2B5EF4-FFF2-40B4-BE49-F238E27FC236}">
                <a16:creationId xmlns:a16="http://schemas.microsoft.com/office/drawing/2014/main" id="{AA4A78EC-6E25-CB64-8758-D3143F0EC56B}"/>
              </a:ext>
            </a:extLst>
          </p:cNvPr>
          <p:cNvSpPr>
            <a:spLocks noGrp="1"/>
          </p:cNvSpPr>
          <p:nvPr>
            <p:ph type="body" sz="quarter" idx="13"/>
          </p:nvPr>
        </p:nvSpPr>
        <p:spPr>
          <a:xfrm>
            <a:off x="612775" y="4473575"/>
            <a:ext cx="6654800" cy="1544638"/>
          </a:xfrm>
        </p:spPr>
        <p:txBody>
          <a:bodyPr anchor="b">
            <a:normAutofit/>
          </a:bodyPr>
          <a:lstStyle>
            <a:lvl1pPr marL="0" indent="0">
              <a:buNone/>
              <a:defRPr sz="2200"/>
            </a:lvl1pPr>
          </a:lstStyle>
          <a:p>
            <a:pPr lvl="0"/>
            <a:r>
              <a:rPr lang="en-US"/>
              <a:t>Click to edit Master text styles</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8027B902-09B5-4324-8310-59625360F035}" type="datetime1">
              <a:rPr lang="en-US" smtClean="0"/>
              <a:t>4/22/2026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74291677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itle 2">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23CF6B10-9A05-A63E-2BC3-C8D55D0D26F5}"/>
              </a:ext>
            </a:extLst>
          </p:cNvPr>
          <p:cNvSpPr>
            <a:spLocks noGrp="1"/>
          </p:cNvSpPr>
          <p:nvPr>
            <p:ph type="title"/>
          </p:nvPr>
        </p:nvSpPr>
        <p:spPr>
          <a:xfrm>
            <a:off x="612648" y="854238"/>
            <a:ext cx="7876287" cy="3592629"/>
          </a:xfrm>
        </p:spPr>
        <p:txBody>
          <a:bodyPr anchor="b">
            <a:normAutofit/>
          </a:bodyPr>
          <a:lstStyle>
            <a:lvl1pPr>
              <a:defRPr sz="7200">
                <a:solidFill>
                  <a:schemeClr val="bg1"/>
                </a:solidFill>
                <a:highlight>
                  <a:srgbClr val="000000"/>
                </a:highlight>
              </a:defRPr>
            </a:lvl1pPr>
          </a:lstStyle>
          <a:p>
            <a:r>
              <a:rPr lang="en-US"/>
              <a:t>Click to edit Master title style</a:t>
            </a:r>
          </a:p>
        </p:txBody>
      </p:sp>
      <p:sp>
        <p:nvSpPr>
          <p:cNvPr id="11" name="Text Placeholder 10">
            <a:extLst>
              <a:ext uri="{FF2B5EF4-FFF2-40B4-BE49-F238E27FC236}">
                <a16:creationId xmlns:a16="http://schemas.microsoft.com/office/drawing/2014/main" id="{0FA8333A-04DC-D74B-258C-1EB6D22D4BAC}"/>
              </a:ext>
            </a:extLst>
          </p:cNvPr>
          <p:cNvSpPr>
            <a:spLocks noGrp="1"/>
          </p:cNvSpPr>
          <p:nvPr>
            <p:ph type="body" sz="quarter" idx="13"/>
          </p:nvPr>
        </p:nvSpPr>
        <p:spPr>
          <a:xfrm>
            <a:off x="612775" y="4616450"/>
            <a:ext cx="7377113" cy="1016000"/>
          </a:xfrm>
        </p:spPr>
        <p:txBody>
          <a:bodyPr>
            <a:normAutofit/>
          </a:bodyPr>
          <a:lstStyle>
            <a:lvl1pPr marL="0" indent="0">
              <a:buNone/>
              <a:defRPr sz="2000"/>
            </a:lvl1pPr>
          </a:lstStyle>
          <a:p>
            <a:pPr lvl="0"/>
            <a:r>
              <a:rPr lang="en-US"/>
              <a:t>Click to edit Master text styles</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9CB91A11-88E2-4BD0-90A5-503C684B9CC0}" type="datetime1">
              <a:rPr lang="en-US" smtClean="0"/>
              <a:t>4/22/2026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84536901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981200" y="1318302"/>
            <a:ext cx="8229600" cy="2621154"/>
          </a:xfrm>
        </p:spPr>
        <p:txBody>
          <a:bodyPr anchor="b">
            <a:normAutofit/>
          </a:bodyPr>
          <a:lstStyle>
            <a:lvl1pPr algn="ctr">
              <a:defRPr sz="600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4039647"/>
            <a:ext cx="7588155" cy="1414091"/>
          </a:xfrm>
        </p:spPr>
        <p:txBody>
          <a:bodyPr>
            <a:normAutofit/>
          </a:bodyPr>
          <a:lstStyle>
            <a:lvl1pPr marL="0" indent="0" algn="ctr">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E6B19A73-9EF0-435E-951F-A4ACE59FBD85}" type="datetime1">
              <a:rPr lang="en-US" smtClean="0"/>
              <a:t>4/22/2026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74730784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chemeClr val="tx2">
            <a:lumMod val="10000"/>
          </a:schemeClr>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BC495B9-31B7-A921-454B-E736C53FF6FD}"/>
              </a:ext>
            </a:extLst>
          </p:cNvPr>
          <p:cNvSpPr>
            <a:spLocks noGrp="1"/>
          </p:cNvSpPr>
          <p:nvPr>
            <p:ph type="title"/>
          </p:nvPr>
        </p:nvSpPr>
        <p:spPr>
          <a:xfrm>
            <a:off x="365760" y="1801368"/>
            <a:ext cx="8602201" cy="4572000"/>
          </a:xfrm>
        </p:spPr>
        <p:txBody>
          <a:bodyPr anchor="b">
            <a:normAutofit/>
          </a:bodyPr>
          <a:lstStyle>
            <a:lvl1pPr>
              <a:defRPr sz="6000">
                <a:solidFill>
                  <a:schemeClr val="bg1"/>
                </a:solidFill>
                <a:highlight>
                  <a:srgbClr val="FFFFFF"/>
                </a:highlight>
              </a:defRPr>
            </a:lvl1pPr>
          </a:lstStyle>
          <a:p>
            <a:r>
              <a:rPr lang="en-US"/>
              <a:t>Click to edit Master title style</a:t>
            </a:r>
          </a:p>
        </p:txBody>
      </p:sp>
      <p:sp>
        <p:nvSpPr>
          <p:cNvPr id="3" name="Date Placeholder 2">
            <a:extLst>
              <a:ext uri="{FF2B5EF4-FFF2-40B4-BE49-F238E27FC236}">
                <a16:creationId xmlns:a16="http://schemas.microsoft.com/office/drawing/2014/main" id="{8AF88F44-4C4F-85C2-1FE6-2123E5283326}"/>
              </a:ext>
            </a:extLst>
          </p:cNvPr>
          <p:cNvSpPr>
            <a:spLocks noGrp="1"/>
          </p:cNvSpPr>
          <p:nvPr>
            <p:ph type="dt" sz="half" idx="10"/>
          </p:nvPr>
        </p:nvSpPr>
        <p:spPr>
          <a:xfrm>
            <a:off x="137160" y="85237"/>
            <a:ext cx="3494314" cy="365125"/>
          </a:xfrm>
        </p:spPr>
        <p:txBody>
          <a:bodyPr/>
          <a:lstStyle/>
          <a:p>
            <a:fld id="{D291CE83-67BA-4B15-B48A-7DC5C0636664}" type="datetime1">
              <a:rPr lang="en-US" smtClean="0"/>
              <a:t>4/22/2026</a:t>
            </a:fld>
            <a:endParaRPr lang="en-US"/>
          </a:p>
        </p:txBody>
      </p:sp>
      <p:sp>
        <p:nvSpPr>
          <p:cNvPr id="7" name="Footer Placeholder 6">
            <a:extLst>
              <a:ext uri="{FF2B5EF4-FFF2-40B4-BE49-F238E27FC236}">
                <a16:creationId xmlns:a16="http://schemas.microsoft.com/office/drawing/2014/main" id="{04FA8B22-3C74-0DF4-C4FE-B5F3DD109F7E}"/>
              </a:ext>
            </a:extLst>
          </p:cNvPr>
          <p:cNvSpPr>
            <a:spLocks noGrp="1"/>
          </p:cNvSpPr>
          <p:nvPr>
            <p:ph type="ftr" sz="quarter" idx="11"/>
          </p:nvPr>
        </p:nvSpPr>
        <p:spPr>
          <a:xfrm>
            <a:off x="8847493" y="85237"/>
            <a:ext cx="2805405" cy="365125"/>
          </a:xfrm>
        </p:spPr>
        <p:txBody>
          <a:bodyPr/>
          <a:lstStyle/>
          <a:p>
            <a:r>
              <a:rPr lang="en-US"/>
              <a:t>Sample Footer Text</a:t>
            </a:r>
          </a:p>
        </p:txBody>
      </p:sp>
      <p:sp>
        <p:nvSpPr>
          <p:cNvPr id="8" name="Slide Number Placeholder 7">
            <a:extLst>
              <a:ext uri="{FF2B5EF4-FFF2-40B4-BE49-F238E27FC236}">
                <a16:creationId xmlns:a16="http://schemas.microsoft.com/office/drawing/2014/main" id="{0CEEDE28-9EB0-1179-9BB8-354B44AFCA1F}"/>
              </a:ext>
            </a:extLst>
          </p:cNvPr>
          <p:cNvSpPr>
            <a:spLocks noGrp="1"/>
          </p:cNvSpPr>
          <p:nvPr>
            <p:ph type="sldNum" sz="quarter" idx="12"/>
          </p:nvPr>
        </p:nvSpPr>
        <p:spPr>
          <a:xfrm>
            <a:off x="11681926" y="85237"/>
            <a:ext cx="379443" cy="365125"/>
          </a:xfr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05454299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21792" y="664108"/>
            <a:ext cx="8467558" cy="1554480"/>
          </a:xfrm>
        </p:spPr>
        <p:txBody>
          <a:bodyPr anchor="b">
            <a:normAutofit/>
          </a:bodyPr>
          <a:lstStyle>
            <a:lvl1pPr>
              <a:defRPr sz="4000">
                <a:solidFill>
                  <a:schemeClr val="tx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1590261" y="2560320"/>
            <a:ext cx="7489944" cy="3689909"/>
          </a:xfrm>
        </p:spPr>
        <p:txBody>
          <a:bodyPr>
            <a:normAutofit/>
          </a:bodyPr>
          <a:lstStyle>
            <a:lvl1pPr marL="457200" indent="-457200">
              <a:buFont typeface="+mj-lt"/>
              <a:buAutoNum type="arabicPeriod"/>
              <a:defRPr sz="1800"/>
            </a:lvl1pPr>
            <a:lvl2pPr marL="685800" indent="-457200">
              <a:buFont typeface="+mj-lt"/>
              <a:buAutoNum type="alphaLcPeriod"/>
              <a:defRPr sz="1600"/>
            </a:lvl2pPr>
            <a:lvl3pPr marL="800100" indent="-342900">
              <a:buFont typeface="+mj-lt"/>
              <a:buAutoNum type="romanLcPeriod"/>
              <a:defRPr sz="1400"/>
            </a:lvl3pPr>
            <a:lvl4pPr marL="1028700" indent="-342900">
              <a:buFont typeface="+mj-lt"/>
              <a:buAutoNum type="arabicParenR"/>
              <a:defRPr sz="1400"/>
            </a:lvl4pPr>
            <a:lvl5pPr marL="1257300" indent="-342900">
              <a:buFont typeface="+mj-lt"/>
              <a:buAutoNum type="alphaL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8A60B404-9532-4DA8-8A40-EC339A5BE635}" type="datetime1">
              <a:rPr lang="en-US" smtClean="0"/>
              <a:t>4/22/2026</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0243843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Agenda with Picture">
    <p:spTree>
      <p:nvGrpSpPr>
        <p:cNvPr id="1" name=""/>
        <p:cNvGrpSpPr/>
        <p:nvPr/>
      </p:nvGrpSpPr>
      <p:grpSpPr>
        <a:xfrm>
          <a:off x="0" y="0"/>
          <a:ext cx="0" cy="0"/>
          <a:chOff x="0" y="0"/>
          <a:chExt cx="0" cy="0"/>
        </a:xfrm>
      </p:grpSpPr>
      <p:sp>
        <p:nvSpPr>
          <p:cNvPr id="6" name="Picture Placeholder 10">
            <a:extLst>
              <a:ext uri="{FF2B5EF4-FFF2-40B4-BE49-F238E27FC236}">
                <a16:creationId xmlns:a16="http://schemas.microsoft.com/office/drawing/2014/main" id="{EEE9D05A-2BD6-0F92-5A5D-FFA6FFF54EAD}"/>
              </a:ext>
            </a:extLst>
          </p:cNvPr>
          <p:cNvSpPr>
            <a:spLocks noGrp="1"/>
          </p:cNvSpPr>
          <p:nvPr>
            <p:ph type="pic" sz="quarter" idx="14" hasCustomPrompt="1"/>
          </p:nvPr>
        </p:nvSpPr>
        <p:spPr>
          <a:xfrm>
            <a:off x="5607050" y="0"/>
            <a:ext cx="6584950" cy="6858000"/>
          </a:xfrm>
          <a:blipFill>
            <a:blip r:embed="rId2">
              <a:alphaModFix amt="70000"/>
            </a:blip>
            <a:stretch>
              <a:fillRect/>
            </a:stretch>
          </a:blipFill>
        </p:spPr>
        <p:txBody>
          <a:bodyPr vert="horz" lIns="91440" tIns="0" rIns="0" bIns="0" rtlCol="0">
            <a:noAutofit/>
          </a:bodyPr>
          <a:lstStyle>
            <a:lvl1pPr marL="0" indent="0">
              <a:buNone/>
              <a:defRPr lang="en-US" sz="2400" b="0" i="0"/>
            </a:lvl1pPr>
          </a:lstStyle>
          <a:p>
            <a:pPr marL="228600" lvl="0" indent="-228600">
              <a:lnSpc>
                <a:spcPct val="150000"/>
              </a:lnSpc>
            </a:pPr>
            <a:r>
              <a:rPr lang="en-US"/>
              <a:t> </a:t>
            </a:r>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21792" y="664108"/>
            <a:ext cx="7007353" cy="1554480"/>
          </a:xfrm>
        </p:spPr>
        <p:txBody>
          <a:bodyPr anchor="b">
            <a:normAutofit/>
          </a:bodyPr>
          <a:lstStyle>
            <a:lvl1pPr>
              <a:defRPr sz="4000">
                <a:solidFill>
                  <a:schemeClr val="bg1"/>
                </a:solidFill>
                <a:highlight>
                  <a:srgbClr val="000000"/>
                </a:highlight>
              </a:defRPr>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21792" y="2560318"/>
            <a:ext cx="4381756" cy="3840480"/>
          </a:xfrm>
        </p:spPr>
        <p:txBody>
          <a:bodyPr>
            <a:normAutofit/>
          </a:bodyPr>
          <a:lstStyle>
            <a:lvl1pPr marL="457200" indent="-457200">
              <a:buFont typeface="+mj-lt"/>
              <a:buAutoNum type="arabicPeriod"/>
              <a:defRPr sz="1800"/>
            </a:lvl1pPr>
            <a:lvl2pPr marL="685800" indent="-457200">
              <a:buFont typeface="+mj-lt"/>
              <a:buAutoNum type="alphaLcPeriod"/>
              <a:defRPr sz="1600"/>
            </a:lvl2pPr>
            <a:lvl3pPr marL="800100" indent="-342900">
              <a:buFont typeface="+mj-lt"/>
              <a:buAutoNum type="romanLcPeriod"/>
              <a:defRPr sz="1400"/>
            </a:lvl3pPr>
            <a:lvl4pPr marL="1028700" indent="-342900">
              <a:buFont typeface="+mj-lt"/>
              <a:buAutoNum type="arabicParenR"/>
              <a:defRPr sz="1400"/>
            </a:lvl4pPr>
            <a:lvl5pPr marL="1257300" indent="-342900">
              <a:buFont typeface="+mj-lt"/>
              <a:buAutoNum type="alphaLcParen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137160" y="6453002"/>
            <a:ext cx="731520" cy="365125"/>
          </a:xfrm>
        </p:spPr>
        <p:txBody>
          <a:bodyPr/>
          <a:lstStyle/>
          <a:p>
            <a:fld id="{8A60B404-9532-4DA8-8A40-EC339A5BE635}" type="datetime1">
              <a:rPr lang="en-US" smtClean="0"/>
              <a:t>4/22/2026</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1794098" y="6453002"/>
            <a:ext cx="2805405" cy="365125"/>
          </a:xfrm>
        </p:spPr>
        <p:txBody>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4619500" y="6453002"/>
            <a:ext cx="384048" cy="365125"/>
          </a:xfr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100388188"/>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D3947E4-0E5A-6C3B-F8B1-906CCD4AF0B0}"/>
              </a:ext>
            </a:extLst>
          </p:cNvPr>
          <p:cNvSpPr>
            <a:spLocks noGrp="1"/>
          </p:cNvSpPr>
          <p:nvPr>
            <p:ph type="title"/>
          </p:nvPr>
        </p:nvSpPr>
        <p:spPr>
          <a:xfrm>
            <a:off x="621792" y="3172968"/>
            <a:ext cx="4389120" cy="2286000"/>
          </a:xfrm>
        </p:spPr>
        <p:txBody>
          <a:bodyPr/>
          <a:lstStyle>
            <a:lvl1pPr>
              <a:defRPr>
                <a:solidFill>
                  <a:schemeClr val="bg1"/>
                </a:solidFill>
                <a:highlight>
                  <a:srgbClr val="000000"/>
                </a:highlight>
              </a:defRPr>
            </a:lvl1pPr>
          </a:lstStyle>
          <a:p>
            <a:r>
              <a:rPr lang="en-US"/>
              <a:t>Click to edit Master title style</a:t>
            </a:r>
          </a:p>
        </p:txBody>
      </p:sp>
      <p:sp>
        <p:nvSpPr>
          <p:cNvPr id="11" name="Content Placeholder 10">
            <a:extLst>
              <a:ext uri="{FF2B5EF4-FFF2-40B4-BE49-F238E27FC236}">
                <a16:creationId xmlns:a16="http://schemas.microsoft.com/office/drawing/2014/main" id="{4653C462-6951-9D34-B643-4C411CF5B048}"/>
              </a:ext>
            </a:extLst>
          </p:cNvPr>
          <p:cNvSpPr>
            <a:spLocks noGrp="1"/>
          </p:cNvSpPr>
          <p:nvPr>
            <p:ph sz="quarter" idx="14"/>
          </p:nvPr>
        </p:nvSpPr>
        <p:spPr>
          <a:xfrm>
            <a:off x="6272784" y="3172523"/>
            <a:ext cx="4572000" cy="2286000"/>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9467FC12-63BB-4A63-9424-BFBF8E1D71D9}" type="datetime1">
              <a:rPr lang="en-US" smtClean="0"/>
              <a:t>4/22/2026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92271001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21792" y="3172968"/>
            <a:ext cx="4389120" cy="3200400"/>
          </a:xfrm>
        </p:spPr>
        <p:txBody>
          <a:bodyPr>
            <a:normAutofit/>
          </a:bodyPr>
          <a:lstStyle>
            <a:lvl1pPr>
              <a:defRPr sz="4000">
                <a:solidFill>
                  <a:schemeClr val="bg1"/>
                </a:solidFill>
                <a:highlight>
                  <a:srgbClr val="000000"/>
                </a:highlight>
              </a:defRPr>
            </a:lvl1pPr>
          </a:lstStyle>
          <a:p>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3172968"/>
            <a:ext cx="4325112" cy="3200400"/>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53D6F41-6645-4089-A6BB-7B692A44A4CC}" type="datetime1">
              <a:rPr lang="en-US" smtClean="0"/>
              <a:t>4/22/2026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637594756"/>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21792" y="548640"/>
            <a:ext cx="3840480" cy="4206240"/>
          </a:xfrm>
        </p:spPr>
        <p:txBody>
          <a:bodyPr>
            <a:normAutofit/>
          </a:bodyPr>
          <a:lstStyle>
            <a:lvl1pPr>
              <a:defRPr sz="4000">
                <a:solidFill>
                  <a:schemeClr val="bg1"/>
                </a:solidFill>
                <a:highlight>
                  <a:srgbClr val="000000"/>
                </a:highlight>
              </a:defRPr>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7" y="548640"/>
            <a:ext cx="5669280" cy="42062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258B73AF-3955-4569-8B4F-B329360A9CBD}" type="datetime1">
              <a:rPr lang="en-US" smtClean="0"/>
              <a:t>4/22/2026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583771698"/>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21792" y="548640"/>
            <a:ext cx="4145582" cy="5394960"/>
          </a:xfrm>
        </p:spPr>
        <p:txBody>
          <a:bodyPr>
            <a:normAutofit/>
          </a:bodyPr>
          <a:lstStyle>
            <a:lvl1pPr>
              <a:defRPr sz="4000">
                <a:solidFill>
                  <a:schemeClr val="bg1"/>
                </a:solidFill>
                <a:highlight>
                  <a:srgbClr val="000000"/>
                </a:highlight>
              </a:defRPr>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519738" y="548640"/>
            <a:ext cx="5681662" cy="53949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695276D-BBED-48BC-B459-1E9A16CF46CD}" type="datetime1">
              <a:rPr lang="en-US" smtClean="0"/>
              <a:t>4/22/2026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913507104"/>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21792" y="548640"/>
            <a:ext cx="3749040" cy="5760720"/>
          </a:xfrm>
        </p:spPr>
        <p:txBody>
          <a:bodyPr>
            <a:normAutofit/>
          </a:bodyPr>
          <a:lstStyle>
            <a:lvl1pPr>
              <a:defRPr sz="4000">
                <a:solidFill>
                  <a:schemeClr val="bg1"/>
                </a:solidFill>
                <a:highlight>
                  <a:srgbClr val="000000"/>
                </a:highlight>
              </a:defRPr>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572000" y="548640"/>
            <a:ext cx="7223760" cy="57607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D138C57-8E3B-4697-92F8-0ED9B71F7E17}" type="datetime1">
              <a:rPr lang="en-US" smtClean="0"/>
              <a:t>4/22/2026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250322247"/>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161034" y="0"/>
            <a:ext cx="8030965" cy="6858000"/>
          </a:xfrm>
          <a:blipFill>
            <a:blip r:embed="rId2">
              <a:alphaModFix amt="70000"/>
            </a:blip>
            <a:stretch>
              <a:fillRect l="58" t="1" b="-8023"/>
            </a:stretch>
          </a:blipFill>
        </p:spPr>
        <p:txBody>
          <a:bodyPr vert="horz" lIns="91440" tIns="0" rIns="0" bIns="0" rtlCol="0">
            <a:noAutofit/>
          </a:bodyPr>
          <a:lstStyle>
            <a:lvl1pPr marL="0" indent="0">
              <a:buNone/>
              <a:defRPr lang="en-US" sz="2400" b="0" i="0"/>
            </a:lvl1pPr>
          </a:lstStyle>
          <a:p>
            <a:pPr marL="228600" lvl="0" indent="-228600">
              <a:lnSpc>
                <a:spcPct val="150000"/>
              </a:lnSpc>
            </a:pPr>
            <a:r>
              <a:rPr lang="en-US"/>
              <a:t> </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21792" y="548640"/>
            <a:ext cx="5070955" cy="2468880"/>
          </a:xfrm>
        </p:spPr>
        <p:txBody>
          <a:bodyPr anchor="b">
            <a:noAutofit/>
          </a:bodyPr>
          <a:lstStyle>
            <a:lvl1pPr>
              <a:defRPr sz="4000">
                <a:solidFill>
                  <a:schemeClr val="bg1"/>
                </a:solidFill>
                <a:highlight>
                  <a:srgbClr val="000000"/>
                </a:highlight>
              </a:defRPr>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21792" y="3172968"/>
            <a:ext cx="3273552" cy="2889504"/>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6453002"/>
            <a:ext cx="1067625" cy="365125"/>
          </a:xfrm>
        </p:spPr>
        <p:txBody>
          <a:bodyPr/>
          <a:lstStyle/>
          <a:p>
            <a:fld id="{E635C43F-DBB1-4D83-B442-E1529AA900C2}" type="datetime1">
              <a:rPr lang="en-US" smtClean="0"/>
              <a:t>4/22/2026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204785" y="6453002"/>
            <a:ext cx="2194560" cy="365125"/>
          </a:xfrm>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417424" y="6453002"/>
            <a:ext cx="429207" cy="365125"/>
          </a:xfrm>
        </p:spPr>
        <p:txBody>
          <a:bodyPr/>
          <a:lstStyle>
            <a:lvl1pPr>
              <a:defRPr>
                <a:solidFill>
                  <a:schemeClr val="tx1"/>
                </a:solidFill>
                <a:effectLst/>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645496758"/>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Content with Picture 2">
    <p:spTree>
      <p:nvGrpSpPr>
        <p:cNvPr id="1" name=""/>
        <p:cNvGrpSpPr/>
        <p:nvPr/>
      </p:nvGrpSpPr>
      <p:grpSpPr>
        <a:xfrm>
          <a:off x="0" y="0"/>
          <a:ext cx="0" cy="0"/>
          <a:chOff x="0" y="0"/>
          <a:chExt cx="0" cy="0"/>
        </a:xfrm>
      </p:grpSpPr>
      <p:sp>
        <p:nvSpPr>
          <p:cNvPr id="3" name="Picture Placeholder 10">
            <a:extLst>
              <a:ext uri="{FF2B5EF4-FFF2-40B4-BE49-F238E27FC236}">
                <a16:creationId xmlns:a16="http://schemas.microsoft.com/office/drawing/2014/main" id="{CFBEC6DB-65AC-E7B8-5B01-86A24AC4A974}"/>
              </a:ext>
            </a:extLst>
          </p:cNvPr>
          <p:cNvSpPr>
            <a:spLocks noGrp="1"/>
          </p:cNvSpPr>
          <p:nvPr>
            <p:ph type="pic" sz="quarter" idx="13" hasCustomPrompt="1"/>
          </p:nvPr>
        </p:nvSpPr>
        <p:spPr>
          <a:xfrm>
            <a:off x="0" y="0"/>
            <a:ext cx="8030965" cy="6858000"/>
          </a:xfrm>
          <a:blipFill>
            <a:blip r:embed="rId2">
              <a:alphaModFix amt="70000"/>
            </a:blip>
            <a:stretch>
              <a:fillRect l="58" t="1" b="-8023"/>
            </a:stretch>
          </a:blipFill>
        </p:spPr>
        <p:txBody>
          <a:bodyPr vert="horz" lIns="91440" tIns="0" rIns="0" bIns="0" rtlCol="0">
            <a:noAutofit/>
          </a:bodyPr>
          <a:lstStyle>
            <a:lvl1pPr marL="0" indent="0">
              <a:buNone/>
              <a:defRPr lang="en-US" sz="2400" b="0" i="0"/>
            </a:lvl1pPr>
          </a:lstStyle>
          <a:p>
            <a:pPr marL="228600" lvl="0" indent="-228600">
              <a:lnSpc>
                <a:spcPct val="150000"/>
              </a:lnSpc>
            </a:pPr>
            <a:r>
              <a:rPr lang="en-US"/>
              <a:t> </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32648" y="548639"/>
            <a:ext cx="4757112" cy="2468880"/>
          </a:xfrm>
        </p:spPr>
        <p:txBody>
          <a:bodyPr anchor="b">
            <a:noAutofit/>
          </a:bodyPr>
          <a:lstStyle>
            <a:lvl1pPr>
              <a:defRPr sz="4000">
                <a:solidFill>
                  <a:schemeClr val="bg1"/>
                </a:solidFill>
                <a:highlight>
                  <a:srgbClr val="000000"/>
                </a:highlight>
              </a:defRPr>
            </a:lvl1pPr>
          </a:lstStyle>
          <a:p>
            <a:r>
              <a:rPr lang="en-US"/>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17202" y="3168722"/>
            <a:ext cx="3273552" cy="2884605"/>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210814F-321B-0961-76C0-D43819D01B76}"/>
              </a:ext>
            </a:extLst>
          </p:cNvPr>
          <p:cNvSpPr>
            <a:spLocks noGrp="1"/>
          </p:cNvSpPr>
          <p:nvPr>
            <p:ph type="dt" sz="half" idx="15"/>
          </p:nvPr>
        </p:nvSpPr>
        <p:spPr>
          <a:xfrm>
            <a:off x="8321040" y="6453002"/>
            <a:ext cx="1097280" cy="365125"/>
          </a:xfrm>
        </p:spPr>
        <p:txBody>
          <a:bodyPr/>
          <a:lstStyle/>
          <a:p>
            <a:fld id="{D291CE83-67BA-4B15-B48A-7DC5C0636664}" type="datetime1">
              <a:rPr lang="en-US" smtClean="0"/>
              <a:t>4/22/2026</a:t>
            </a:fld>
            <a:endParaRPr lang="en-US"/>
          </a:p>
        </p:txBody>
      </p:sp>
      <p:sp>
        <p:nvSpPr>
          <p:cNvPr id="9" name="Footer Placeholder 8">
            <a:extLst>
              <a:ext uri="{FF2B5EF4-FFF2-40B4-BE49-F238E27FC236}">
                <a16:creationId xmlns:a16="http://schemas.microsoft.com/office/drawing/2014/main" id="{8AF9EDD3-41A3-11D1-DCB0-9A8126C5D7EC}"/>
              </a:ext>
            </a:extLst>
          </p:cNvPr>
          <p:cNvSpPr>
            <a:spLocks noGrp="1"/>
          </p:cNvSpPr>
          <p:nvPr>
            <p:ph type="ftr" sz="quarter" idx="16"/>
          </p:nvPr>
        </p:nvSpPr>
        <p:spPr>
          <a:xfrm>
            <a:off x="9418320" y="6453002"/>
            <a:ext cx="2234578" cy="365125"/>
          </a:xfrm>
        </p:spPr>
        <p:txBody>
          <a:bodyPr/>
          <a:lstStyle/>
          <a:p>
            <a:r>
              <a:rPr lang="en-US"/>
              <a:t>Sample Footer Text</a:t>
            </a:r>
          </a:p>
        </p:txBody>
      </p:sp>
      <p:sp>
        <p:nvSpPr>
          <p:cNvPr id="10" name="Slide Number Placeholder 9">
            <a:extLst>
              <a:ext uri="{FF2B5EF4-FFF2-40B4-BE49-F238E27FC236}">
                <a16:creationId xmlns:a16="http://schemas.microsoft.com/office/drawing/2014/main" id="{689D9E49-2211-8D1A-C39E-2884056E6C73}"/>
              </a:ext>
            </a:extLst>
          </p:cNvPr>
          <p:cNvSpPr>
            <a:spLocks noGrp="1"/>
          </p:cNvSpPr>
          <p:nvPr>
            <p:ph type="sldNum" sz="quarter" idx="17"/>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947665566"/>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4635132"/>
          </a:xfrm>
          <a:blipFill>
            <a:blip r:embed="rId2">
              <a:alphaModFix amt="70000"/>
            </a:blip>
            <a:stretch>
              <a:fillRect/>
            </a:stretch>
          </a:blipFill>
        </p:spPr>
        <p:txBody>
          <a:bodyPr vert="horz" lIns="91440" tIns="0" rIns="0" bIns="0" rtlCol="0">
            <a:noAutofit/>
          </a:bodyPr>
          <a:lstStyle>
            <a:lvl1pPr marL="0" indent="0">
              <a:buNone/>
              <a:defRPr lang="en-US" sz="2400" b="0" i="0"/>
            </a:lvl1pPr>
          </a:lstStyle>
          <a:p>
            <a:pPr marL="228600" lvl="0" indent="-228600">
              <a:lnSpc>
                <a:spcPct val="150000"/>
              </a:lnSpc>
            </a:pPr>
            <a:r>
              <a:rPr lang="en-US"/>
              <a:t> </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7567" y="3939967"/>
            <a:ext cx="4297680" cy="2462630"/>
          </a:xfrm>
        </p:spPr>
        <p:txBody>
          <a:bodyPr anchor="t" anchorCtr="0">
            <a:noAutofit/>
          </a:bodyPr>
          <a:lstStyle>
            <a:lvl1pPr>
              <a:defRPr sz="4000">
                <a:solidFill>
                  <a:schemeClr val="bg1"/>
                </a:solidFill>
                <a:highlight>
                  <a:srgbClr val="000000"/>
                </a:highlight>
              </a:defRPr>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49240" y="5012267"/>
            <a:ext cx="6400800" cy="1390330"/>
          </a:xfrm>
        </p:spPr>
        <p:txBody>
          <a:bodyPr>
            <a:no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ADC8C146-0A20-4029-98D5-9A42EEDF8B24}" type="datetime1">
              <a:rPr lang="en-US" smtClean="0"/>
              <a:t>4/22/2026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876580497"/>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Content with Picture 4">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1713A3F4-E223-745E-5A5E-95DF707B229D}"/>
              </a:ext>
            </a:extLst>
          </p:cNvPr>
          <p:cNvSpPr>
            <a:spLocks noGrp="1"/>
          </p:cNvSpPr>
          <p:nvPr>
            <p:ph type="pic" sz="quarter" idx="18" hasCustomPrompt="1"/>
          </p:nvPr>
        </p:nvSpPr>
        <p:spPr>
          <a:xfrm>
            <a:off x="0" y="0"/>
            <a:ext cx="7584144" cy="6858000"/>
          </a:xfrm>
          <a:blipFill>
            <a:blip r:embed="rId2">
              <a:alphaModFix amt="70000"/>
            </a:blip>
            <a:stretch>
              <a:fillRect/>
            </a:stretch>
          </a:blipFill>
        </p:spPr>
        <p:txBody>
          <a:bodyPr vert="horz" lIns="91440" tIns="0" rIns="0" bIns="0" rtlCol="0">
            <a:noAutofit/>
          </a:bodyPr>
          <a:lstStyle>
            <a:lvl1pPr marL="0" indent="0">
              <a:buNone/>
              <a:defRPr lang="en-US" sz="2400" b="0" i="0"/>
            </a:lvl1pPr>
          </a:lstStyle>
          <a:p>
            <a:pPr marL="228600" lvl="0" indent="-228600">
              <a:lnSpc>
                <a:spcPct val="150000"/>
              </a:lnSpc>
            </a:pPr>
            <a:r>
              <a:rPr lang="en-US"/>
              <a:t>   </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665484" y="548639"/>
            <a:ext cx="4948747" cy="1554480"/>
          </a:xfrm>
        </p:spPr>
        <p:txBody>
          <a:bodyPr anchor="b">
            <a:noAutofit/>
          </a:bodyPr>
          <a:lstStyle>
            <a:lvl1pPr>
              <a:defRPr sz="4000">
                <a:solidFill>
                  <a:schemeClr val="bg1"/>
                </a:solidFill>
                <a:highlight>
                  <a:srgbClr val="000000"/>
                </a:highlight>
              </a:defRPr>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212790" y="2256079"/>
            <a:ext cx="3401568" cy="4052646"/>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50E7F2C8-9BB5-5A36-DB20-9787777B5325}"/>
              </a:ext>
            </a:extLst>
          </p:cNvPr>
          <p:cNvSpPr>
            <a:spLocks noGrp="1"/>
          </p:cNvSpPr>
          <p:nvPr>
            <p:ph type="dt" sz="half" idx="19"/>
          </p:nvPr>
        </p:nvSpPr>
        <p:spPr>
          <a:xfrm>
            <a:off x="8212790" y="6453002"/>
            <a:ext cx="700122" cy="365125"/>
          </a:xfrm>
        </p:spPr>
        <p:txBody>
          <a:bodyPr/>
          <a:lstStyle/>
          <a:p>
            <a:fld id="{D291CE83-67BA-4B15-B48A-7DC5C0636664}" type="datetime1">
              <a:rPr lang="en-US" smtClean="0"/>
              <a:t>4/22/2026</a:t>
            </a:fld>
            <a:endParaRPr lang="en-US"/>
          </a:p>
        </p:txBody>
      </p:sp>
      <p:sp>
        <p:nvSpPr>
          <p:cNvPr id="6" name="Footer Placeholder 5">
            <a:extLst>
              <a:ext uri="{FF2B5EF4-FFF2-40B4-BE49-F238E27FC236}">
                <a16:creationId xmlns:a16="http://schemas.microsoft.com/office/drawing/2014/main" id="{75E82E6E-2852-09FE-EC5A-6731A616887B}"/>
              </a:ext>
            </a:extLst>
          </p:cNvPr>
          <p:cNvSpPr>
            <a:spLocks noGrp="1"/>
          </p:cNvSpPr>
          <p:nvPr>
            <p:ph type="ftr" sz="quarter" idx="20"/>
          </p:nvPr>
        </p:nvSpPr>
        <p:spPr>
          <a:xfrm>
            <a:off x="9981282" y="6453002"/>
            <a:ext cx="1671616" cy="365125"/>
          </a:xfrm>
        </p:spPr>
        <p:txBody>
          <a:bodyPr/>
          <a:lstStyle/>
          <a:p>
            <a:r>
              <a:rPr lang="en-US"/>
              <a:t>Sample Footer Text</a:t>
            </a:r>
          </a:p>
        </p:txBody>
      </p:sp>
      <p:sp>
        <p:nvSpPr>
          <p:cNvPr id="7" name="Slide Number Placeholder 6">
            <a:extLst>
              <a:ext uri="{FF2B5EF4-FFF2-40B4-BE49-F238E27FC236}">
                <a16:creationId xmlns:a16="http://schemas.microsoft.com/office/drawing/2014/main" id="{C13912C2-0382-F60C-2417-551BD5AC3331}"/>
              </a:ext>
            </a:extLst>
          </p:cNvPr>
          <p:cNvSpPr>
            <a:spLocks noGrp="1"/>
          </p:cNvSpPr>
          <p:nvPr>
            <p:ph type="sldNum" sz="quarter" idx="21"/>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769378782"/>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Content with Picture 5">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1713A3F4-E223-745E-5A5E-95DF707B229D}"/>
              </a:ext>
            </a:extLst>
          </p:cNvPr>
          <p:cNvSpPr>
            <a:spLocks noGrp="1"/>
          </p:cNvSpPr>
          <p:nvPr>
            <p:ph type="pic" sz="quarter" idx="18" hasCustomPrompt="1"/>
          </p:nvPr>
        </p:nvSpPr>
        <p:spPr>
          <a:xfrm>
            <a:off x="4607856" y="0"/>
            <a:ext cx="7584144" cy="6858000"/>
          </a:xfrm>
          <a:blipFill>
            <a:blip r:embed="rId2">
              <a:alphaModFix amt="70000"/>
            </a:blip>
            <a:stretch>
              <a:fillRect/>
            </a:stretch>
          </a:blipFill>
        </p:spPr>
        <p:txBody>
          <a:bodyPr vert="horz" lIns="91440" tIns="0" rIns="0" bIns="0" rtlCol="0">
            <a:noAutofit/>
          </a:bodyPr>
          <a:lstStyle>
            <a:lvl1pPr marL="0" indent="0">
              <a:buNone/>
              <a:defRPr lang="en-US" sz="2400" b="0" i="0"/>
            </a:lvl1pPr>
          </a:lstStyle>
          <a:p>
            <a:pPr marL="228600" lvl="0" indent="-228600">
              <a:lnSpc>
                <a:spcPct val="150000"/>
              </a:lnSpc>
            </a:pPr>
            <a:r>
              <a:rPr lang="en-US"/>
              <a:t> </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21792" y="548639"/>
            <a:ext cx="4937760" cy="1463040"/>
          </a:xfrm>
        </p:spPr>
        <p:txBody>
          <a:bodyPr anchor="b">
            <a:noAutofit/>
          </a:bodyPr>
          <a:lstStyle>
            <a:lvl1pPr>
              <a:defRPr sz="4000">
                <a:solidFill>
                  <a:schemeClr val="bg1"/>
                </a:solidFill>
                <a:highlight>
                  <a:srgbClr val="000000"/>
                </a:highlight>
              </a:defRPr>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21792" y="2256079"/>
            <a:ext cx="3401568" cy="4052646"/>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920E7DDD-6501-D485-19E0-E21C13045FC3}"/>
              </a:ext>
            </a:extLst>
          </p:cNvPr>
          <p:cNvSpPr>
            <a:spLocks noGrp="1"/>
          </p:cNvSpPr>
          <p:nvPr>
            <p:ph type="dt" sz="half" idx="19"/>
          </p:nvPr>
        </p:nvSpPr>
        <p:spPr/>
        <p:txBody>
          <a:bodyPr/>
          <a:lstStyle/>
          <a:p>
            <a:fld id="{D291CE83-67BA-4B15-B48A-7DC5C0636664}" type="datetime1">
              <a:rPr lang="en-US" smtClean="0"/>
              <a:t>4/22/2026</a:t>
            </a:fld>
            <a:endParaRPr lang="en-US"/>
          </a:p>
        </p:txBody>
      </p:sp>
      <p:sp>
        <p:nvSpPr>
          <p:cNvPr id="6" name="Footer Placeholder 5">
            <a:extLst>
              <a:ext uri="{FF2B5EF4-FFF2-40B4-BE49-F238E27FC236}">
                <a16:creationId xmlns:a16="http://schemas.microsoft.com/office/drawing/2014/main" id="{7FCC5AD7-9689-4766-9146-F208F76BCED6}"/>
              </a:ext>
            </a:extLst>
          </p:cNvPr>
          <p:cNvSpPr>
            <a:spLocks noGrp="1"/>
          </p:cNvSpPr>
          <p:nvPr>
            <p:ph type="ftr" sz="quarter" idx="20"/>
          </p:nvPr>
        </p:nvSpPr>
        <p:spPr>
          <a:xfrm>
            <a:off x="2071151" y="6453002"/>
            <a:ext cx="1561447" cy="365125"/>
          </a:xfrm>
        </p:spPr>
        <p:txBody>
          <a:bodyPr/>
          <a:lstStyle/>
          <a:p>
            <a:r>
              <a:rPr lang="en-US"/>
              <a:t>Sample Footer Text</a:t>
            </a:r>
          </a:p>
        </p:txBody>
      </p:sp>
      <p:sp>
        <p:nvSpPr>
          <p:cNvPr id="7" name="Slide Number Placeholder 6">
            <a:extLst>
              <a:ext uri="{FF2B5EF4-FFF2-40B4-BE49-F238E27FC236}">
                <a16:creationId xmlns:a16="http://schemas.microsoft.com/office/drawing/2014/main" id="{A1D21F3F-3845-6D40-C9D6-BE26C3852D58}"/>
              </a:ext>
            </a:extLst>
          </p:cNvPr>
          <p:cNvSpPr>
            <a:spLocks noGrp="1"/>
          </p:cNvSpPr>
          <p:nvPr>
            <p:ph type="sldNum" sz="quarter" idx="21"/>
          </p:nvPr>
        </p:nvSpPr>
        <p:spPr>
          <a:xfrm>
            <a:off x="3661626" y="6453002"/>
            <a:ext cx="379443" cy="365125"/>
          </a:xfr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434408197"/>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6611509" cy="6858000"/>
          </a:xfrm>
          <a:blipFill>
            <a:blip r:embed="rId2">
              <a:alphaModFix amt="70000"/>
            </a:blip>
            <a:stretch>
              <a:fillRect/>
            </a:stretch>
          </a:blipFill>
        </p:spPr>
        <p:txBody>
          <a:bodyPr vert="horz" lIns="91440" tIns="0" rIns="0" bIns="0" rtlCol="0">
            <a:noAutofit/>
          </a:bodyPr>
          <a:lstStyle>
            <a:lvl1pPr marL="0" indent="0">
              <a:buNone/>
              <a:defRPr lang="en-US" sz="2400" b="0" i="0"/>
            </a:lvl1pPr>
          </a:lstStyle>
          <a:p>
            <a:pPr marL="228600" lvl="0" indent="-228600">
              <a:lnSpc>
                <a:spcPct val="150000"/>
              </a:lnSpc>
            </a:pPr>
            <a:r>
              <a:rPr lang="en-US"/>
              <a:t> </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09768" y="548640"/>
            <a:ext cx="6217920" cy="1425587"/>
          </a:xfrm>
        </p:spPr>
        <p:txBody>
          <a:bodyPr anchor="b">
            <a:normAutofit/>
          </a:bodyPr>
          <a:lstStyle>
            <a:lvl1pPr>
              <a:defRPr sz="4000">
                <a:solidFill>
                  <a:schemeClr val="bg1"/>
                </a:solidFill>
                <a:highlight>
                  <a:srgbClr val="000000"/>
                </a:highlight>
              </a:defRPr>
            </a:lvl1pPr>
          </a:lstStyle>
          <a:p>
            <a:r>
              <a:rPr lang="en-US"/>
              <a:t>Click to edit Master title style</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6973829" y="2103120"/>
            <a:ext cx="4572000" cy="42976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4C7EAF46-1E68-65AC-7FFE-0B11DA3B892A}"/>
              </a:ext>
            </a:extLst>
          </p:cNvPr>
          <p:cNvSpPr>
            <a:spLocks noGrp="1"/>
          </p:cNvSpPr>
          <p:nvPr>
            <p:ph type="dt" sz="half" idx="15"/>
          </p:nvPr>
        </p:nvSpPr>
        <p:spPr>
          <a:xfrm>
            <a:off x="6973829" y="6453002"/>
            <a:ext cx="914400" cy="365125"/>
          </a:xfrm>
        </p:spPr>
        <p:txBody>
          <a:bodyPr/>
          <a:lstStyle/>
          <a:p>
            <a:fld id="{D291CE83-67BA-4B15-B48A-7DC5C0636664}" type="datetime1">
              <a:rPr lang="en-US" smtClean="0"/>
              <a:t>4/22/2026</a:t>
            </a:fld>
            <a:endParaRPr lang="en-US"/>
          </a:p>
        </p:txBody>
      </p:sp>
      <p:sp>
        <p:nvSpPr>
          <p:cNvPr id="4" name="Footer Placeholder 3">
            <a:extLst>
              <a:ext uri="{FF2B5EF4-FFF2-40B4-BE49-F238E27FC236}">
                <a16:creationId xmlns:a16="http://schemas.microsoft.com/office/drawing/2014/main" id="{96592920-42E4-564A-FF10-87A61B290C03}"/>
              </a:ext>
            </a:extLst>
          </p:cNvPr>
          <p:cNvSpPr>
            <a:spLocks noGrp="1"/>
          </p:cNvSpPr>
          <p:nvPr>
            <p:ph type="ftr" sz="quarter" idx="16"/>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832E3C91-6E96-4B5B-04BF-42DADB929082}"/>
              </a:ext>
            </a:extLst>
          </p:cNvPr>
          <p:cNvSpPr>
            <a:spLocks noGrp="1"/>
          </p:cNvSpPr>
          <p:nvPr>
            <p:ph type="sldNum" sz="quarter" idx="17"/>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780478184"/>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745480" y="0"/>
            <a:ext cx="6446520" cy="6858000"/>
          </a:xfrm>
          <a:blipFill>
            <a:blip r:embed="rId2">
              <a:alphaModFix amt="70000"/>
            </a:blip>
            <a:stretch>
              <a:fillRect/>
            </a:stretch>
          </a:blipFill>
        </p:spPr>
        <p:txBody>
          <a:bodyPr vert="horz" lIns="91440" tIns="0" rIns="0" bIns="0" rtlCol="0">
            <a:noAutofit/>
          </a:bodyPr>
          <a:lstStyle>
            <a:lvl1pPr marL="0" indent="0">
              <a:buNone/>
              <a:defRPr lang="en-US" sz="2400" b="0" i="0"/>
            </a:lvl1pPr>
          </a:lstStyle>
          <a:p>
            <a:pPr marL="228600" lvl="0" indent="-228600">
              <a:lnSpc>
                <a:spcPct val="150000"/>
              </a:lnSpc>
            </a:pPr>
            <a:r>
              <a:rPr lang="en-US"/>
              <a:t> </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39"/>
            <a:ext cx="6053957" cy="1463040"/>
          </a:xfrm>
        </p:spPr>
        <p:txBody>
          <a:bodyPr anchor="b">
            <a:normAutofit/>
          </a:bodyPr>
          <a:lstStyle>
            <a:lvl1pPr>
              <a:defRPr sz="4000">
                <a:solidFill>
                  <a:schemeClr val="bg1"/>
                </a:solidFill>
                <a:highlight>
                  <a:srgbClr val="000000"/>
                </a:highlight>
              </a:defRPr>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4" y="2103120"/>
            <a:ext cx="4572000" cy="42976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89F9E2B8-D05E-4F3F-12A0-E5305B9DFCC0}"/>
              </a:ext>
            </a:extLst>
          </p:cNvPr>
          <p:cNvSpPr>
            <a:spLocks noGrp="1"/>
          </p:cNvSpPr>
          <p:nvPr>
            <p:ph type="dt" sz="half" idx="15"/>
          </p:nvPr>
        </p:nvSpPr>
        <p:spPr/>
        <p:txBody>
          <a:bodyPr/>
          <a:lstStyle/>
          <a:p>
            <a:fld id="{D291CE83-67BA-4B15-B48A-7DC5C0636664}" type="datetime1">
              <a:rPr lang="en-US" smtClean="0"/>
              <a:t>4/22/2026</a:t>
            </a:fld>
            <a:endParaRPr lang="en-US"/>
          </a:p>
        </p:txBody>
      </p:sp>
      <p:sp>
        <p:nvSpPr>
          <p:cNvPr id="4" name="Footer Placeholder 3">
            <a:extLst>
              <a:ext uri="{FF2B5EF4-FFF2-40B4-BE49-F238E27FC236}">
                <a16:creationId xmlns:a16="http://schemas.microsoft.com/office/drawing/2014/main" id="{ABDA3C70-C3A2-760D-DB41-E2BD236A9937}"/>
              </a:ext>
            </a:extLst>
          </p:cNvPr>
          <p:cNvSpPr>
            <a:spLocks noGrp="1"/>
          </p:cNvSpPr>
          <p:nvPr>
            <p:ph type="ftr" sz="quarter" idx="16"/>
          </p:nvPr>
        </p:nvSpPr>
        <p:spPr>
          <a:xfrm>
            <a:off x="1983968" y="6453002"/>
            <a:ext cx="2805405" cy="365125"/>
          </a:xfrm>
        </p:spPr>
        <p:txBody>
          <a:bodyPr/>
          <a:lstStyle/>
          <a:p>
            <a:r>
              <a:rPr lang="en-US"/>
              <a:t>Sample Footer Text</a:t>
            </a:r>
          </a:p>
        </p:txBody>
      </p:sp>
      <p:sp>
        <p:nvSpPr>
          <p:cNvPr id="9" name="Slide Number Placeholder 8">
            <a:extLst>
              <a:ext uri="{FF2B5EF4-FFF2-40B4-BE49-F238E27FC236}">
                <a16:creationId xmlns:a16="http://schemas.microsoft.com/office/drawing/2014/main" id="{B5ECB50E-B5F6-7D99-DDA6-E940617BD399}"/>
              </a:ext>
            </a:extLst>
          </p:cNvPr>
          <p:cNvSpPr>
            <a:spLocks noGrp="1"/>
          </p:cNvSpPr>
          <p:nvPr>
            <p:ph type="sldNum" sz="quarter" idx="17"/>
          </p:nvPr>
        </p:nvSpPr>
        <p:spPr>
          <a:xfrm>
            <a:off x="4818401" y="6453002"/>
            <a:ext cx="379443" cy="365125"/>
          </a:xfr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914694220"/>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778270"/>
          </a:xfrm>
          <a:blipFill>
            <a:blip r:embed="rId2">
              <a:alphaModFix amt="70000"/>
            </a:blip>
            <a:stretch>
              <a:fillRect/>
            </a:stretch>
          </a:blipFill>
        </p:spPr>
        <p:txBody>
          <a:bodyPr vert="horz" lIns="91440" tIns="0" rIns="0" bIns="0" rtlCol="0">
            <a:noAutofit/>
          </a:bodyPr>
          <a:lstStyle>
            <a:lvl1pPr marL="0" indent="0">
              <a:buNone/>
              <a:defRPr lang="en-US" sz="2400" b="0" i="0"/>
            </a:lvl1pPr>
          </a:lstStyle>
          <a:p>
            <a:pPr marL="228600" lvl="0" indent="-228600">
              <a:lnSpc>
                <a:spcPct val="150000"/>
              </a:lnSpc>
            </a:pPr>
            <a:r>
              <a:rPr lang="en-US"/>
              <a:t> </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2831865"/>
            <a:ext cx="3291840" cy="3097879"/>
          </a:xfrm>
        </p:spPr>
        <p:txBody>
          <a:bodyPr anchor="t" anchorCtr="0">
            <a:noAutofit/>
          </a:bodyPr>
          <a:lstStyle>
            <a:lvl1pPr>
              <a:defRPr sz="4000">
                <a:solidFill>
                  <a:schemeClr val="bg1"/>
                </a:solidFill>
                <a:highlight>
                  <a:srgbClr val="000000"/>
                </a:highlight>
              </a:defRPr>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4162318"/>
            <a:ext cx="7772400" cy="2240280"/>
          </a:xfrm>
        </p:spPr>
        <p:txBody>
          <a:bodyPr>
            <a:noAutofit/>
          </a:bodyPr>
          <a:lstStyle>
            <a:lvl1pPr marL="285750" indent="-285750">
              <a:buFont typeface="Arial" panose="020B0604020202020204" pitchFamily="34" charset="0"/>
              <a:buChar char="•"/>
              <a:defRPr sz="1400"/>
            </a:lvl1pPr>
            <a:lvl2pPr marL="514350" indent="-285750">
              <a:buFont typeface="Arial" panose="020B0604020202020204" pitchFamily="34" charset="0"/>
              <a:buChar char="•"/>
              <a:defRPr sz="14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400"/>
            </a:lvl4pPr>
            <a:lvl5pPr marL="1085850" indent="-171450">
              <a:buFont typeface="Arial" panose="020B0604020202020204" pitchFamily="34" charset="0"/>
              <a:buChar cha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7C12A2F-57DF-45DA-A7E9-678FD33267B9}" type="datetime1">
              <a:rPr lang="en-US" smtClean="0"/>
              <a:t>4/22/2026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522159832"/>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3079730"/>
            <a:ext cx="12192000" cy="3778270"/>
          </a:xfrm>
          <a:blipFill>
            <a:blip r:embed="rId2">
              <a:alphaModFix amt="70000"/>
            </a:blip>
            <a:stretch>
              <a:fillRect/>
            </a:stretch>
          </a:blipFill>
        </p:spPr>
        <p:txBody>
          <a:bodyPr vert="horz" lIns="91440" tIns="0" rIns="0" bIns="0" rtlCol="0">
            <a:noAutofit/>
          </a:bodyPr>
          <a:lstStyle>
            <a:lvl1pPr marL="0" indent="0">
              <a:buNone/>
              <a:defRPr lang="en-US" sz="2400" b="0" i="0" dirty="0"/>
            </a:lvl1pPr>
          </a:lstStyle>
          <a:p>
            <a:pPr marL="228600" lvl="0" indent="-228600">
              <a:lnSpc>
                <a:spcPct val="150000"/>
              </a:lnSpc>
            </a:pPr>
            <a:r>
              <a:rPr lang="en-US"/>
              <a:t> </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48640"/>
            <a:ext cx="3296110" cy="3464709"/>
          </a:xfrm>
        </p:spPr>
        <p:txBody>
          <a:bodyPr anchor="b" anchorCtr="0">
            <a:noAutofit/>
          </a:bodyPr>
          <a:lstStyle>
            <a:lvl1pPr>
              <a:defRPr sz="4000">
                <a:solidFill>
                  <a:schemeClr val="bg1"/>
                </a:solidFill>
                <a:highlight>
                  <a:srgbClr val="000000"/>
                </a:highlight>
              </a:defRPr>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548640"/>
            <a:ext cx="7772400" cy="2240280"/>
          </a:xfrm>
        </p:spPr>
        <p:txBody>
          <a:bodyPr>
            <a:noAutofit/>
          </a:bodyPr>
          <a:lstStyle>
            <a:lvl1pPr marL="285750" indent="-285750">
              <a:buFont typeface="Arial" panose="020B0604020202020204" pitchFamily="34" charset="0"/>
              <a:buChar char="•"/>
              <a:defRPr sz="1400"/>
            </a:lvl1pPr>
            <a:lvl2pPr marL="514350" indent="-285750">
              <a:buFont typeface="Arial" panose="020B0604020202020204" pitchFamily="34" charset="0"/>
              <a:buChar char="•"/>
              <a:defRPr sz="14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400"/>
            </a:lvl4pPr>
            <a:lvl5pPr marL="1085850" indent="-171450">
              <a:buFont typeface="Arial" panose="020B0604020202020204" pitchFamily="34" charset="0"/>
              <a:buChar cha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276917F9-B16A-7D27-FCAF-B93E50E4D6C5}"/>
              </a:ext>
            </a:extLst>
          </p:cNvPr>
          <p:cNvSpPr>
            <a:spLocks noGrp="1"/>
          </p:cNvSpPr>
          <p:nvPr>
            <p:ph type="dt" sz="half" idx="15"/>
          </p:nvPr>
        </p:nvSpPr>
        <p:spPr>
          <a:xfrm>
            <a:off x="137160" y="82296"/>
            <a:ext cx="914400" cy="365125"/>
          </a:xfrm>
        </p:spPr>
        <p:txBody>
          <a:bodyPr/>
          <a:lstStyle/>
          <a:p>
            <a:fld id="{D291CE83-67BA-4B15-B48A-7DC5C0636664}" type="datetime1">
              <a:rPr lang="en-US" smtClean="0"/>
              <a:t>4/22/2026</a:t>
            </a:fld>
            <a:endParaRPr lang="en-US"/>
          </a:p>
        </p:txBody>
      </p:sp>
      <p:sp>
        <p:nvSpPr>
          <p:cNvPr id="4" name="Footer Placeholder 3">
            <a:extLst>
              <a:ext uri="{FF2B5EF4-FFF2-40B4-BE49-F238E27FC236}">
                <a16:creationId xmlns:a16="http://schemas.microsoft.com/office/drawing/2014/main" id="{3F9941E9-FB5D-31CC-0E61-E72E8858EF13}"/>
              </a:ext>
            </a:extLst>
          </p:cNvPr>
          <p:cNvSpPr>
            <a:spLocks noGrp="1"/>
          </p:cNvSpPr>
          <p:nvPr>
            <p:ph type="ftr" sz="quarter" idx="16"/>
          </p:nvPr>
        </p:nvSpPr>
        <p:spPr>
          <a:xfrm>
            <a:off x="8847493" y="82296"/>
            <a:ext cx="2805405" cy="365125"/>
          </a:xfrm>
        </p:spPr>
        <p:txBody>
          <a:bodyPr/>
          <a:lstStyle/>
          <a:p>
            <a:r>
              <a:rPr lang="en-US"/>
              <a:t>Sample Footer Text</a:t>
            </a:r>
          </a:p>
        </p:txBody>
      </p:sp>
      <p:sp>
        <p:nvSpPr>
          <p:cNvPr id="9" name="Slide Number Placeholder 8">
            <a:extLst>
              <a:ext uri="{FF2B5EF4-FFF2-40B4-BE49-F238E27FC236}">
                <a16:creationId xmlns:a16="http://schemas.microsoft.com/office/drawing/2014/main" id="{C9E528D2-D050-4FE8-C06B-79E43D61A320}"/>
              </a:ext>
            </a:extLst>
          </p:cNvPr>
          <p:cNvSpPr>
            <a:spLocks noGrp="1"/>
          </p:cNvSpPr>
          <p:nvPr>
            <p:ph type="sldNum" sz="quarter" idx="17"/>
          </p:nvPr>
        </p:nvSpPr>
        <p:spPr>
          <a:xfrm>
            <a:off x="11681926" y="82296"/>
            <a:ext cx="379443" cy="365125"/>
          </a:xfr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301094528"/>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793885" cy="6858000"/>
          </a:xfrm>
          <a:blipFill dpi="0" rotWithShape="1">
            <a:blip r:embed="rId2">
              <a:alphaModFix amt="70000"/>
            </a:blip>
            <a:srcRect/>
            <a:stretch>
              <a:fillRect/>
            </a:stretch>
          </a:blipFill>
        </p:spPr>
        <p:txBody>
          <a:bodyPr/>
          <a:lstStyle>
            <a:lvl1pPr marL="0" indent="0">
              <a:buFont typeface="Arial" panose="020B0604020202020204" pitchFamily="34" charset="0"/>
              <a:buNone/>
              <a:defRPr/>
            </a:lvl1pPr>
          </a:lstStyle>
          <a:p>
            <a:r>
              <a:rPr lang="en-US"/>
              <a:t> </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872062" y="548640"/>
            <a:ext cx="7738491" cy="1143000"/>
          </a:xfrm>
        </p:spPr>
        <p:txBody>
          <a:bodyPr anchor="b">
            <a:noAutofit/>
          </a:bodyPr>
          <a:lstStyle>
            <a:lvl1pPr>
              <a:defRPr sz="4000">
                <a:solidFill>
                  <a:schemeClr val="bg1"/>
                </a:solidFill>
                <a:highlight>
                  <a:srgbClr val="000000"/>
                </a:highlight>
              </a:defRPr>
            </a:lvl1pPr>
          </a:lstStyle>
          <a:p>
            <a:r>
              <a:rPr lang="en-US"/>
              <a:t>Click to edit Master title style</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538937" y="1828800"/>
            <a:ext cx="6071616" cy="44897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27AC6081-2309-5F36-0983-5C010DC1163F}"/>
              </a:ext>
            </a:extLst>
          </p:cNvPr>
          <p:cNvSpPr>
            <a:spLocks noGrp="1"/>
          </p:cNvSpPr>
          <p:nvPr>
            <p:ph type="dt" sz="half" idx="15"/>
          </p:nvPr>
        </p:nvSpPr>
        <p:spPr>
          <a:xfrm>
            <a:off x="5538937" y="6453002"/>
            <a:ext cx="914400" cy="365125"/>
          </a:xfrm>
        </p:spPr>
        <p:txBody>
          <a:bodyPr/>
          <a:lstStyle/>
          <a:p>
            <a:fld id="{D291CE83-67BA-4B15-B48A-7DC5C0636664}" type="datetime1">
              <a:rPr lang="en-US" smtClean="0"/>
              <a:t>4/22/2026</a:t>
            </a:fld>
            <a:endParaRPr lang="en-US"/>
          </a:p>
        </p:txBody>
      </p:sp>
      <p:sp>
        <p:nvSpPr>
          <p:cNvPr id="5" name="Footer Placeholder 4">
            <a:extLst>
              <a:ext uri="{FF2B5EF4-FFF2-40B4-BE49-F238E27FC236}">
                <a16:creationId xmlns:a16="http://schemas.microsoft.com/office/drawing/2014/main" id="{CB2B736B-B406-9A7E-22AA-76A4D50B1C46}"/>
              </a:ext>
            </a:extLst>
          </p:cNvPr>
          <p:cNvSpPr>
            <a:spLocks noGrp="1"/>
          </p:cNvSpPr>
          <p:nvPr>
            <p:ph type="ftr" sz="quarter" idx="16"/>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7879AEA-65CD-C53A-46A6-3E0B7750CBD4}"/>
              </a:ext>
            </a:extLst>
          </p:cNvPr>
          <p:cNvSpPr>
            <a:spLocks noGrp="1"/>
          </p:cNvSpPr>
          <p:nvPr>
            <p:ph type="sldNum" sz="quarter" idx="17"/>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700123513"/>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400544" y="0"/>
            <a:ext cx="4791456" cy="6858000"/>
          </a:xfrm>
          <a:blipFill dpi="0" rotWithShape="1">
            <a:blip r:embed="rId2">
              <a:alphaModFix amt="70000"/>
            </a:blip>
            <a:srcRect/>
            <a:stretch>
              <a:fillRect/>
            </a:stretch>
          </a:blipFill>
        </p:spPr>
        <p:txBody>
          <a:bodyPr vert="horz" lIns="91440" tIns="45720" rIns="91440" bIns="45720" rtlCol="0">
            <a:normAutofit/>
          </a:bodyPr>
          <a:lstStyle>
            <a:lvl1pPr marL="0" indent="0">
              <a:buFont typeface="Arial" panose="020B0604020202020204" pitchFamily="34" charset="0"/>
              <a:buNone/>
              <a:defRPr lang="en-US" dirty="0"/>
            </a:lvl1pPr>
          </a:lstStyle>
          <a:p>
            <a:pPr lvl="0"/>
            <a:r>
              <a:rPr lang="en-US"/>
              <a:t> </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21792" y="548640"/>
            <a:ext cx="7717317" cy="1143000"/>
          </a:xfrm>
        </p:spPr>
        <p:txBody>
          <a:bodyPr anchor="b">
            <a:noAutofit/>
          </a:bodyPr>
          <a:lstStyle>
            <a:lvl1pPr>
              <a:defRPr sz="4000">
                <a:solidFill>
                  <a:schemeClr val="bg1"/>
                </a:solidFill>
                <a:highlight>
                  <a:srgbClr val="000000"/>
                </a:highlight>
              </a:defRPr>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21792" y="1828800"/>
            <a:ext cx="6071616" cy="44897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ED58995C-B2A0-2BD9-5A1B-B88CE0265AAE}"/>
              </a:ext>
            </a:extLst>
          </p:cNvPr>
          <p:cNvSpPr>
            <a:spLocks noGrp="1"/>
          </p:cNvSpPr>
          <p:nvPr>
            <p:ph type="dt" sz="half" idx="15"/>
          </p:nvPr>
        </p:nvSpPr>
        <p:spPr/>
        <p:txBody>
          <a:bodyPr/>
          <a:lstStyle/>
          <a:p>
            <a:fld id="{D291CE83-67BA-4B15-B48A-7DC5C0636664}" type="datetime1">
              <a:rPr lang="en-US" smtClean="0"/>
              <a:t>4/22/2026</a:t>
            </a:fld>
            <a:endParaRPr lang="en-US"/>
          </a:p>
        </p:txBody>
      </p:sp>
      <p:sp>
        <p:nvSpPr>
          <p:cNvPr id="4" name="Footer Placeholder 3">
            <a:extLst>
              <a:ext uri="{FF2B5EF4-FFF2-40B4-BE49-F238E27FC236}">
                <a16:creationId xmlns:a16="http://schemas.microsoft.com/office/drawing/2014/main" id="{70B089E1-B2B6-08A8-5859-8FDDB86379BD}"/>
              </a:ext>
            </a:extLst>
          </p:cNvPr>
          <p:cNvSpPr>
            <a:spLocks noGrp="1"/>
          </p:cNvSpPr>
          <p:nvPr>
            <p:ph type="ftr" sz="quarter" idx="16"/>
          </p:nvPr>
        </p:nvSpPr>
        <p:spPr>
          <a:xfrm>
            <a:off x="3645573" y="6453002"/>
            <a:ext cx="2805405" cy="365125"/>
          </a:xfrm>
        </p:spPr>
        <p:txBody>
          <a:bodyPr/>
          <a:lstStyle/>
          <a:p>
            <a:r>
              <a:rPr lang="en-US"/>
              <a:t>Sample Footer Text</a:t>
            </a:r>
          </a:p>
        </p:txBody>
      </p:sp>
      <p:sp>
        <p:nvSpPr>
          <p:cNvPr id="5" name="Slide Number Placeholder 4">
            <a:extLst>
              <a:ext uri="{FF2B5EF4-FFF2-40B4-BE49-F238E27FC236}">
                <a16:creationId xmlns:a16="http://schemas.microsoft.com/office/drawing/2014/main" id="{17E5AF9F-BF31-C7BB-740C-349D3B0D62A5}"/>
              </a:ext>
            </a:extLst>
          </p:cNvPr>
          <p:cNvSpPr>
            <a:spLocks noGrp="1"/>
          </p:cNvSpPr>
          <p:nvPr>
            <p:ph type="sldNum" sz="quarter" idx="17"/>
          </p:nvPr>
        </p:nvSpPr>
        <p:spPr>
          <a:xfrm>
            <a:off x="6480006" y="6453002"/>
            <a:ext cx="379443" cy="365125"/>
          </a:xfr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594377888"/>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21792" y="603504"/>
            <a:ext cx="10964029" cy="1005840"/>
          </a:xfrm>
        </p:spPr>
        <p:txBody>
          <a:bodyPr anchor="t" anchorCtr="0"/>
          <a:lstStyle>
            <a:lvl1pPr>
              <a:defRPr>
                <a:solidFill>
                  <a:schemeClr val="bg1"/>
                </a:solidFill>
                <a:highlight>
                  <a:srgbClr val="000000"/>
                </a:highlight>
              </a:defRPr>
            </a:lvl1pPr>
          </a:lstStyle>
          <a:p>
            <a:r>
              <a:rPr lang="en-US"/>
              <a:t>Click to edit Master title style</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621792" y="1828800"/>
            <a:ext cx="5577840" cy="44805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648059" y="1828798"/>
            <a:ext cx="4937761" cy="4480561"/>
          </a:xfrm>
          <a:blipFill>
            <a:blip r:embed="rId2">
              <a:alphaModFix amt="70000"/>
            </a:blip>
            <a:stretch>
              <a:fillRect l="-650" t="-6123" b="1"/>
            </a:stretch>
          </a:blipFill>
        </p:spPr>
        <p:txBody>
          <a:bodyPr/>
          <a:lstStyle>
            <a:lvl1pPr marL="0" indent="0">
              <a:buFont typeface="Arial" panose="020B0604020202020204" pitchFamily="34" charset="0"/>
              <a:buNone/>
              <a:defRPr/>
            </a:lvl1pPr>
          </a:lstStyle>
          <a:p>
            <a:r>
              <a:rPr lang="en-US"/>
              <a:t> </a:t>
            </a:r>
          </a:p>
        </p:txBody>
      </p:sp>
      <p:sp>
        <p:nvSpPr>
          <p:cNvPr id="3" name="Date Placeholder 2">
            <a:extLst>
              <a:ext uri="{FF2B5EF4-FFF2-40B4-BE49-F238E27FC236}">
                <a16:creationId xmlns:a16="http://schemas.microsoft.com/office/drawing/2014/main" id="{FE4D90A4-3BB5-5BF3-1AE7-84F335478E7A}"/>
              </a:ext>
            </a:extLst>
          </p:cNvPr>
          <p:cNvSpPr>
            <a:spLocks noGrp="1"/>
          </p:cNvSpPr>
          <p:nvPr>
            <p:ph type="dt" sz="half" idx="15"/>
          </p:nvPr>
        </p:nvSpPr>
        <p:spPr/>
        <p:txBody>
          <a:bodyPr/>
          <a:lstStyle/>
          <a:p>
            <a:fld id="{D291CE83-67BA-4B15-B48A-7DC5C0636664}" type="datetime1">
              <a:rPr lang="en-US" smtClean="0"/>
              <a:t>4/22/2026</a:t>
            </a:fld>
            <a:endParaRPr lang="en-US"/>
          </a:p>
        </p:txBody>
      </p:sp>
      <p:sp>
        <p:nvSpPr>
          <p:cNvPr id="4" name="Footer Placeholder 3">
            <a:extLst>
              <a:ext uri="{FF2B5EF4-FFF2-40B4-BE49-F238E27FC236}">
                <a16:creationId xmlns:a16="http://schemas.microsoft.com/office/drawing/2014/main" id="{71E8C3D3-AC9B-D17D-77D4-AC4732E81C02}"/>
              </a:ext>
            </a:extLst>
          </p:cNvPr>
          <p:cNvSpPr>
            <a:spLocks noGrp="1"/>
          </p:cNvSpPr>
          <p:nvPr>
            <p:ph type="ftr" sz="quarter" idx="16"/>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6E4867DB-1F5E-6695-55B8-5974C08DD3A9}"/>
              </a:ext>
            </a:extLst>
          </p:cNvPr>
          <p:cNvSpPr>
            <a:spLocks noGrp="1"/>
          </p:cNvSpPr>
          <p:nvPr>
            <p:ph type="sldNum" sz="quarter" idx="17"/>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617823506"/>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21792" y="603503"/>
            <a:ext cx="10963656" cy="1005840"/>
          </a:xfrm>
        </p:spPr>
        <p:txBody>
          <a:bodyPr anchor="t" anchorCtr="0"/>
          <a:lstStyle>
            <a:lvl1pPr>
              <a:defRPr>
                <a:solidFill>
                  <a:schemeClr val="bg1"/>
                </a:solidFill>
                <a:highlight>
                  <a:srgbClr val="000000"/>
                </a:highlight>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21792" y="1828800"/>
            <a:ext cx="6446520" cy="4425696"/>
          </a:xfrm>
          <a:blipFill>
            <a:blip r:embed="rId2">
              <a:alphaModFix amt="70000"/>
            </a:blip>
            <a:stretch>
              <a:fillRect/>
            </a:stretch>
          </a:blipFill>
        </p:spPr>
        <p:txBody>
          <a:bodyPr/>
          <a:lstStyle>
            <a:lvl1pPr marL="0" indent="0">
              <a:buFont typeface="Arial" panose="020B0604020202020204" pitchFamily="34" charset="0"/>
              <a:buNone/>
              <a:defRPr/>
            </a:lvl1pPr>
          </a:lstStyle>
          <a:p>
            <a:r>
              <a:rPr lang="en-US"/>
              <a:t> </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562088" y="1828800"/>
            <a:ext cx="4023360" cy="4428871"/>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4766791B-F730-470C-BD5E-FFF8D449589F}" type="datetime1">
              <a:rPr lang="en-US" smtClean="0"/>
              <a:t>4/22/2026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005227601"/>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603504"/>
            <a:ext cx="10972802" cy="1005840"/>
          </a:xfrm>
        </p:spPr>
        <p:txBody>
          <a:bodyPr anchor="t" anchorCtr="0"/>
          <a:lstStyle>
            <a:lvl1pPr>
              <a:defRPr>
                <a:solidFill>
                  <a:schemeClr val="bg1"/>
                </a:solidFill>
                <a:highlight>
                  <a:srgbClr val="000000"/>
                </a:highlight>
              </a:defRPr>
            </a:lvl1pPr>
          </a:lstStyle>
          <a:p>
            <a:r>
              <a:rPr lang="en-US"/>
              <a:t>Click to edit Master title style</a:t>
            </a:r>
          </a:p>
        </p:txBody>
      </p:sp>
      <p:sp>
        <p:nvSpPr>
          <p:cNvPr id="3" name="Picture Placeholder 10">
            <a:extLst>
              <a:ext uri="{FF2B5EF4-FFF2-40B4-BE49-F238E27FC236}">
                <a16:creationId xmlns:a16="http://schemas.microsoft.com/office/drawing/2014/main" id="{73B5F72B-0708-4E77-756F-A5A83827C610}"/>
              </a:ext>
            </a:extLst>
          </p:cNvPr>
          <p:cNvSpPr>
            <a:spLocks noGrp="1"/>
          </p:cNvSpPr>
          <p:nvPr>
            <p:ph type="pic" sz="quarter" idx="13" hasCustomPrompt="1"/>
          </p:nvPr>
        </p:nvSpPr>
        <p:spPr>
          <a:xfrm>
            <a:off x="621792" y="1828798"/>
            <a:ext cx="4937761" cy="4480561"/>
          </a:xfrm>
          <a:blipFill>
            <a:blip r:embed="rId2">
              <a:alphaModFix amt="70000"/>
            </a:blip>
            <a:stretch>
              <a:fillRect l="-185" t="-6123" b="1"/>
            </a:stretch>
          </a:blipFill>
        </p:spPr>
        <p:txBody>
          <a:bodyPr/>
          <a:lstStyle>
            <a:lvl1pPr marL="0" indent="0">
              <a:buFont typeface="Arial" panose="020B0604020202020204" pitchFamily="34" charset="0"/>
              <a:buNone/>
              <a:defRPr/>
            </a:lvl1pPr>
          </a:lstStyle>
          <a:p>
            <a:r>
              <a:rPr lang="en-US"/>
              <a:t> </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6052373" y="1828800"/>
            <a:ext cx="5577840" cy="44805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4766791B-F730-470C-BD5E-FFF8D449589F}" type="datetime1">
              <a:rPr lang="en-US" smtClean="0"/>
              <a:t>4/22/2026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850287458"/>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023360" cy="6858000"/>
          </a:xfrm>
          <a:blipFill dpi="0" rotWithShape="1">
            <a:blip r:embed="rId2">
              <a:alphaModFix amt="70000"/>
            </a:blip>
            <a:srcRect/>
            <a:stretch>
              <a:fillRect/>
            </a:stretch>
          </a:blipFill>
        </p:spPr>
        <p:txBody>
          <a:bodyPr vert="horz" lIns="91440" tIns="45720" rIns="91440" bIns="45720" rtlCol="0">
            <a:normAutofit/>
          </a:bodyPr>
          <a:lstStyle>
            <a:lvl1pPr marL="0" indent="0">
              <a:buFont typeface="Arial" panose="020B0604020202020204" pitchFamily="34" charset="0"/>
              <a:buNone/>
              <a:defRPr lang="en-US"/>
            </a:lvl1pPr>
          </a:lstStyle>
          <a:p>
            <a:pPr lvl="0"/>
            <a:r>
              <a:rPr lang="en-US"/>
              <a:t> </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101537" y="320039"/>
            <a:ext cx="8502199" cy="1258389"/>
          </a:xfrm>
        </p:spPr>
        <p:txBody>
          <a:bodyPr anchor="b">
            <a:noAutofit/>
          </a:bodyPr>
          <a:lstStyle>
            <a:lvl1pPr>
              <a:defRPr sz="4000">
                <a:solidFill>
                  <a:schemeClr val="bg1"/>
                </a:solidFill>
                <a:highlight>
                  <a:srgbClr val="000000"/>
                </a:highlight>
              </a:defRPr>
            </a:lvl1pPr>
          </a:lstStyle>
          <a:p>
            <a:r>
              <a:rPr lang="en-US"/>
              <a:t>Click to edit Master title style</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745736" y="1725386"/>
            <a:ext cx="6858000" cy="46388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4745736" y="6453002"/>
            <a:ext cx="3494314" cy="365125"/>
          </a:xfrm>
        </p:spPr>
        <p:txBody>
          <a:bodyPr/>
          <a:lstStyle/>
          <a:p>
            <a:fld id="{1A5F77D0-C28E-4573-88F0-0A30FF98888E}" type="datetime1">
              <a:rPr lang="en-US" smtClean="0"/>
              <a:t>4/22/2026</a:t>
            </a:fld>
            <a:endParaRPr lang="en-US"/>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711834366"/>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dpi="0" rotWithShape="1">
            <a:blip r:embed="rId2">
              <a:alphaModFix amt="70000"/>
            </a:blip>
            <a:srcRect/>
            <a:stretch>
              <a:fillRect/>
            </a:stretch>
          </a:blipFill>
        </p:spPr>
        <p:txBody>
          <a:bodyPr vert="horz" lIns="91440" tIns="45720" rIns="91440" bIns="45720" rtlCol="0">
            <a:normAutofit/>
          </a:bodyPr>
          <a:lstStyle>
            <a:lvl1pPr marL="0" indent="0">
              <a:buFont typeface="Arial" panose="020B0604020202020204" pitchFamily="34" charset="0"/>
              <a:buNone/>
              <a:defRPr lang="en-US"/>
            </a:lvl1pPr>
          </a:lstStyle>
          <a:p>
            <a:pPr lvl="0"/>
            <a:r>
              <a:rPr lang="en-US"/>
              <a:t> </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320040"/>
            <a:ext cx="8400908" cy="1261872"/>
          </a:xfrm>
        </p:spPr>
        <p:txBody>
          <a:bodyPr anchor="b">
            <a:noAutofit/>
          </a:bodyPr>
          <a:lstStyle>
            <a:lvl1pPr>
              <a:defRPr sz="4000">
                <a:solidFill>
                  <a:schemeClr val="bg1"/>
                </a:solidFill>
                <a:highlight>
                  <a:srgbClr val="000000"/>
                </a:highlight>
              </a:defRPr>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728870"/>
            <a:ext cx="6858000" cy="463535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B445D377-13FB-4841-FF6E-B9BD15CCC94D}"/>
              </a:ext>
            </a:extLst>
          </p:cNvPr>
          <p:cNvSpPr>
            <a:spLocks noGrp="1"/>
          </p:cNvSpPr>
          <p:nvPr>
            <p:ph type="dt" sz="half" idx="15"/>
          </p:nvPr>
        </p:nvSpPr>
        <p:spPr/>
        <p:txBody>
          <a:bodyPr/>
          <a:lstStyle/>
          <a:p>
            <a:fld id="{D291CE83-67BA-4B15-B48A-7DC5C0636664}" type="datetime1">
              <a:rPr lang="en-US" smtClean="0"/>
              <a:t>4/22/2026</a:t>
            </a:fld>
            <a:endParaRPr lang="en-US"/>
          </a:p>
        </p:txBody>
      </p:sp>
      <p:sp>
        <p:nvSpPr>
          <p:cNvPr id="5" name="Footer Placeholder 4">
            <a:extLst>
              <a:ext uri="{FF2B5EF4-FFF2-40B4-BE49-F238E27FC236}">
                <a16:creationId xmlns:a16="http://schemas.microsoft.com/office/drawing/2014/main" id="{C0E58E07-B079-D675-1C8D-4728A21EA972}"/>
              </a:ext>
            </a:extLst>
          </p:cNvPr>
          <p:cNvSpPr>
            <a:spLocks noGrp="1"/>
          </p:cNvSpPr>
          <p:nvPr>
            <p:ph type="ftr" sz="quarter" idx="16"/>
          </p:nvPr>
        </p:nvSpPr>
        <p:spPr>
          <a:xfrm>
            <a:off x="4275493" y="6453002"/>
            <a:ext cx="2805405" cy="365125"/>
          </a:xfrm>
        </p:spPr>
        <p:txBody>
          <a:bodyPr/>
          <a:lstStyle/>
          <a:p>
            <a:r>
              <a:rPr lang="en-US"/>
              <a:t>Sample Footer Text</a:t>
            </a:r>
          </a:p>
        </p:txBody>
      </p:sp>
      <p:sp>
        <p:nvSpPr>
          <p:cNvPr id="6" name="Slide Number Placeholder 5">
            <a:extLst>
              <a:ext uri="{FF2B5EF4-FFF2-40B4-BE49-F238E27FC236}">
                <a16:creationId xmlns:a16="http://schemas.microsoft.com/office/drawing/2014/main" id="{EB0DC5B2-0CA1-6496-FDE3-6FA015A4EE36}"/>
              </a:ext>
            </a:extLst>
          </p:cNvPr>
          <p:cNvSpPr>
            <a:spLocks noGrp="1"/>
          </p:cNvSpPr>
          <p:nvPr>
            <p:ph type="sldNum" sz="quarter" idx="17"/>
          </p:nvPr>
        </p:nvSpPr>
        <p:spPr>
          <a:xfrm>
            <a:off x="7109926" y="6453002"/>
            <a:ext cx="379443" cy="365125"/>
          </a:xfr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190991479"/>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546804" y="2427156"/>
            <a:ext cx="4186010" cy="3905381"/>
          </a:xfrm>
          <a:blipFill>
            <a:blip r:embed="rId2">
              <a:alphaModFix amt="70000"/>
            </a:blip>
            <a:stretch>
              <a:fillRect l="-718" r="1"/>
            </a:stretch>
          </a:blipFill>
        </p:spPr>
        <p:txBody>
          <a:bodyPr vert="horz" lIns="91440" tIns="0" rIns="0" bIns="0" rtlCol="0">
            <a:noAutofit/>
          </a:bodyPr>
          <a:lstStyle>
            <a:lvl1pPr marL="0" indent="0">
              <a:buNone/>
              <a:defRPr lang="en-US" sz="2400" b="0" i="0"/>
            </a:lvl1pPr>
          </a:lstStyle>
          <a:p>
            <a:pPr marL="228600" lvl="0" indent="-228600">
              <a:lnSpc>
                <a:spcPct val="150000"/>
              </a:lnSpc>
            </a:pPr>
            <a:r>
              <a:rPr lang="en-US"/>
              <a:t> </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21791" y="548638"/>
            <a:ext cx="5111021" cy="2492735"/>
          </a:xfrm>
        </p:spPr>
        <p:txBody>
          <a:bodyPr anchor="t" anchorCtr="0">
            <a:noAutofit/>
          </a:bodyPr>
          <a:lstStyle>
            <a:lvl1pPr>
              <a:defRPr sz="4000">
                <a:solidFill>
                  <a:schemeClr val="bg1"/>
                </a:solidFill>
                <a:highlight>
                  <a:srgbClr val="000000"/>
                </a:highlight>
              </a:defRPr>
            </a:lvl1pPr>
          </a:lstStyle>
          <a:p>
            <a:r>
              <a:rPr lang="en-US"/>
              <a:t>Click to edit Master title style</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549275"/>
            <a:ext cx="5585925" cy="57832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4E73FE0C-303A-49D2-B22C-9FE8AE7D9EF1}" type="datetime1">
              <a:rPr lang="en-US" smtClean="0"/>
              <a:t>4/22/2026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933293428"/>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Content with Picture 18">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546803" y="2295144"/>
            <a:ext cx="3085185" cy="4041648"/>
          </a:xfrm>
          <a:blipFill>
            <a:blip r:embed="rId2">
              <a:alphaModFix amt="70000"/>
            </a:blip>
            <a:stretch>
              <a:fillRect l="-974" r="1"/>
            </a:stretch>
          </a:blipFill>
        </p:spPr>
        <p:txBody>
          <a:bodyPr vert="horz" lIns="91440" tIns="0" rIns="0" bIns="0" rtlCol="0">
            <a:noAutofit/>
          </a:bodyPr>
          <a:lstStyle>
            <a:lvl1pPr marL="0" indent="0">
              <a:buNone/>
              <a:defRPr lang="en-US" sz="2400" b="0" i="0"/>
            </a:lvl1pPr>
          </a:lstStyle>
          <a:p>
            <a:pPr marL="228600" lvl="0" indent="-228600">
              <a:lnSpc>
                <a:spcPct val="150000"/>
              </a:lnSpc>
            </a:pPr>
            <a:r>
              <a:rPr lang="en-US"/>
              <a:t> </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21792" y="549274"/>
            <a:ext cx="4023360" cy="2743200"/>
          </a:xfrm>
        </p:spPr>
        <p:txBody>
          <a:bodyPr anchor="t" anchorCtr="0">
            <a:noAutofit/>
          </a:bodyPr>
          <a:lstStyle>
            <a:lvl1pPr>
              <a:defRPr sz="4000">
                <a:solidFill>
                  <a:schemeClr val="bg1"/>
                </a:solidFill>
                <a:highlight>
                  <a:srgbClr val="000000"/>
                </a:highlight>
              </a:defRPr>
            </a:lvl1pPr>
          </a:lstStyle>
          <a:p>
            <a:r>
              <a:rPr lang="en-US"/>
              <a:t>Click to edit Master title style</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016500" y="549275"/>
            <a:ext cx="6561138" cy="5759450"/>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73859A7-84EB-4384-87AF-59CC16704CF8}" type="datetime1">
              <a:rPr lang="en-US" smtClean="0"/>
              <a:t>4/22/2026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265978652"/>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Content with Picture 19">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8CBFB767-CAF2-628B-7675-91B983B225CB}"/>
              </a:ext>
            </a:extLst>
          </p:cNvPr>
          <p:cNvSpPr>
            <a:spLocks noGrp="1"/>
          </p:cNvSpPr>
          <p:nvPr>
            <p:ph type="pic" sz="quarter" idx="13" hasCustomPrompt="1"/>
          </p:nvPr>
        </p:nvSpPr>
        <p:spPr>
          <a:xfrm>
            <a:off x="0" y="0"/>
            <a:ext cx="10172699" cy="5067300"/>
          </a:xfrm>
          <a:blipFill dpi="0" rotWithShape="1">
            <a:blip r:embed="rId2">
              <a:alphaModFix amt="70000"/>
            </a:blip>
            <a:srcRect/>
            <a:stretch>
              <a:fillRect/>
            </a:stretch>
          </a:blipFill>
        </p:spPr>
        <p:txBody>
          <a:bodyPr vert="horz" lIns="91440" tIns="45720" rIns="91440" bIns="45720" rtlCol="0">
            <a:normAutofit/>
          </a:bodyPr>
          <a:lstStyle>
            <a:lvl1pPr marL="0" indent="0">
              <a:buFont typeface="Arial" panose="020B0604020202020204" pitchFamily="34" charset="0"/>
              <a:buNone/>
              <a:defRPr lang="en-US"/>
            </a:lvl1pPr>
          </a:lstStyle>
          <a:p>
            <a:pPr lvl="0"/>
            <a:r>
              <a:rPr lang="en-US"/>
              <a:t> </a:t>
            </a:r>
          </a:p>
        </p:txBody>
      </p:sp>
      <p:sp>
        <p:nvSpPr>
          <p:cNvPr id="2" name="Title 1">
            <a:extLst>
              <a:ext uri="{FF2B5EF4-FFF2-40B4-BE49-F238E27FC236}">
                <a16:creationId xmlns:a16="http://schemas.microsoft.com/office/drawing/2014/main" id="{9B0FF197-4D72-4945-8068-57D52018E6C9}"/>
              </a:ext>
            </a:extLst>
          </p:cNvPr>
          <p:cNvSpPr>
            <a:spLocks noGrp="1"/>
          </p:cNvSpPr>
          <p:nvPr>
            <p:ph type="title"/>
          </p:nvPr>
        </p:nvSpPr>
        <p:spPr>
          <a:xfrm>
            <a:off x="6096000" y="914399"/>
            <a:ext cx="5448300" cy="3117553"/>
          </a:xfrm>
        </p:spPr>
        <p:txBody>
          <a:bodyPr anchor="t">
            <a:normAutofit/>
          </a:bodyPr>
          <a:lstStyle>
            <a:lvl1pPr algn="r">
              <a:defRPr sz="4000">
                <a:solidFill>
                  <a:schemeClr val="bg1"/>
                </a:solidFill>
                <a:highlight>
                  <a:srgbClr val="000000"/>
                </a:highlight>
              </a:defRPr>
            </a:lvl1pPr>
          </a:lstStyle>
          <a:p>
            <a:r>
              <a:rPr lang="en-US"/>
              <a:t>Click to edit Master title style</a:t>
            </a:r>
          </a:p>
        </p:txBody>
      </p:sp>
      <p:sp>
        <p:nvSpPr>
          <p:cNvPr id="3" name="Content Placeholder 2">
            <a:extLst>
              <a:ext uri="{FF2B5EF4-FFF2-40B4-BE49-F238E27FC236}">
                <a16:creationId xmlns:a16="http://schemas.microsoft.com/office/drawing/2014/main" id="{88C81FA8-039D-4BAF-8AAB-7B6616AFEEC6}"/>
              </a:ext>
            </a:extLst>
          </p:cNvPr>
          <p:cNvSpPr>
            <a:spLocks noGrp="1"/>
          </p:cNvSpPr>
          <p:nvPr>
            <p:ph idx="1"/>
          </p:nvPr>
        </p:nvSpPr>
        <p:spPr>
          <a:xfrm>
            <a:off x="1981201" y="5560042"/>
            <a:ext cx="8271878" cy="542344"/>
          </a:xfrm>
        </p:spPr>
        <p:txBody>
          <a:bodyPr/>
          <a:lstStyle>
            <a:lvl1pPr marL="0" indent="0" algn="r">
              <a:buNone/>
              <a:defRPr lang="en-US" sz="2000" kern="1200" dirty="0">
                <a:solidFill>
                  <a:schemeClr val="tx1"/>
                </a:solidFill>
                <a:effectLst/>
                <a:latin typeface="+mn-lt"/>
                <a:ea typeface="+mn-ea"/>
                <a:cs typeface="+mn-cs"/>
              </a:defRPr>
            </a:lvl1pPr>
            <a:lvl2pPr algn="r">
              <a:defRPr/>
            </a:lvl2pPr>
            <a:lvl3pPr algn="r">
              <a:defRPr/>
            </a:lvl3pPr>
            <a:lvl4pPr algn="r">
              <a:defRPr/>
            </a:lvl4pPr>
            <a:lvl5pPr algn="r">
              <a:defRPr/>
            </a:lvl5pPr>
          </a:lstStyle>
          <a:p>
            <a:pPr lvl="0"/>
            <a:r>
              <a:rPr lang="en-US"/>
              <a:t>Click to edit Master text styles</a:t>
            </a:r>
          </a:p>
        </p:txBody>
      </p:sp>
      <p:sp>
        <p:nvSpPr>
          <p:cNvPr id="4" name="Date Placeholder 3">
            <a:extLst>
              <a:ext uri="{FF2B5EF4-FFF2-40B4-BE49-F238E27FC236}">
                <a16:creationId xmlns:a16="http://schemas.microsoft.com/office/drawing/2014/main" id="{7727357F-46A1-493A-A5E4-1D7FAE5B9960}"/>
              </a:ext>
            </a:extLst>
          </p:cNvPr>
          <p:cNvSpPr>
            <a:spLocks noGrp="1"/>
          </p:cNvSpPr>
          <p:nvPr>
            <p:ph type="dt" sz="half" idx="10"/>
          </p:nvPr>
        </p:nvSpPr>
        <p:spPr/>
        <p:txBody>
          <a:bodyPr/>
          <a:lstStyle/>
          <a:p>
            <a:fld id="{09E58DE0-2D5A-4C5D-BB9F-60B17AEDD2D8}" type="datetimeFigureOut">
              <a:rPr lang="en-US" smtClean="0"/>
              <a:t>4/22/2026</a:t>
            </a:fld>
            <a:endParaRPr lang="en-US"/>
          </a:p>
        </p:txBody>
      </p:sp>
      <p:sp>
        <p:nvSpPr>
          <p:cNvPr id="5" name="Footer Placeholder 4">
            <a:extLst>
              <a:ext uri="{FF2B5EF4-FFF2-40B4-BE49-F238E27FC236}">
                <a16:creationId xmlns:a16="http://schemas.microsoft.com/office/drawing/2014/main" id="{C57277BC-26F9-4B14-A2DC-C7575C5A63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7BC3FF-EE25-45FB-A7A8-AAA522F70748}"/>
              </a:ext>
            </a:extLst>
          </p:cNvPr>
          <p:cNvSpPr>
            <a:spLocks noGrp="1"/>
          </p:cNvSpPr>
          <p:nvPr>
            <p:ph type="sldNum" sz="quarter" idx="12"/>
          </p:nvPr>
        </p:nvSpPr>
        <p:spPr/>
        <p:txBody>
          <a:bodyPr/>
          <a:lstStyle/>
          <a:p>
            <a:fld id="{B37E107C-2248-4498-B52C-AA96C672919A}" type="slidenum">
              <a:rPr lang="en-US" smtClean="0"/>
              <a:t>‹#›</a:t>
            </a:fld>
            <a:endParaRPr lang="en-US"/>
          </a:p>
        </p:txBody>
      </p:sp>
    </p:spTree>
    <p:extLst>
      <p:ext uri="{BB962C8B-B14F-4D97-AF65-F5344CB8AC3E}">
        <p14:creationId xmlns:p14="http://schemas.microsoft.com/office/powerpoint/2010/main" val="3504896342"/>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Content with Picture 20">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8CBFB767-CAF2-628B-7675-91B983B225CB}"/>
              </a:ext>
            </a:extLst>
          </p:cNvPr>
          <p:cNvSpPr>
            <a:spLocks noGrp="1"/>
          </p:cNvSpPr>
          <p:nvPr>
            <p:ph type="pic" sz="quarter" idx="13" hasCustomPrompt="1"/>
          </p:nvPr>
        </p:nvSpPr>
        <p:spPr>
          <a:xfrm>
            <a:off x="0" y="0"/>
            <a:ext cx="4076700" cy="4193427"/>
          </a:xfrm>
          <a:blipFill>
            <a:blip r:embed="rId2">
              <a:alphaModFix amt="70000"/>
            </a:blip>
            <a:stretch>
              <a:fillRect/>
            </a:stretch>
          </a:blipFill>
        </p:spPr>
        <p:txBody>
          <a:bodyPr vert="horz" lIns="91440" tIns="0" rIns="0" bIns="0" rtlCol="0">
            <a:noAutofit/>
          </a:bodyPr>
          <a:lstStyle>
            <a:lvl1pPr marL="0" indent="0">
              <a:buNone/>
              <a:defRPr lang="en-US" sz="2400" b="0" i="0"/>
            </a:lvl1pPr>
          </a:lstStyle>
          <a:p>
            <a:pPr marL="228600" lvl="0" indent="-228600">
              <a:lnSpc>
                <a:spcPct val="150000"/>
              </a:lnSpc>
            </a:pPr>
            <a:r>
              <a:rPr lang="en-US"/>
              <a:t> </a:t>
            </a:r>
          </a:p>
        </p:txBody>
      </p:sp>
      <p:sp>
        <p:nvSpPr>
          <p:cNvPr id="2" name="Title 1">
            <a:extLst>
              <a:ext uri="{FF2B5EF4-FFF2-40B4-BE49-F238E27FC236}">
                <a16:creationId xmlns:a16="http://schemas.microsoft.com/office/drawing/2014/main" id="{9B0FF197-4D72-4945-8068-57D52018E6C9}"/>
              </a:ext>
            </a:extLst>
          </p:cNvPr>
          <p:cNvSpPr>
            <a:spLocks noGrp="1"/>
          </p:cNvSpPr>
          <p:nvPr>
            <p:ph type="title"/>
          </p:nvPr>
        </p:nvSpPr>
        <p:spPr>
          <a:xfrm>
            <a:off x="660591" y="3786474"/>
            <a:ext cx="4169890" cy="1614008"/>
          </a:xfrm>
        </p:spPr>
        <p:txBody>
          <a:bodyPr anchor="t">
            <a:noAutofit/>
          </a:bodyPr>
          <a:lstStyle>
            <a:lvl1pPr algn="r">
              <a:defRPr sz="4000">
                <a:solidFill>
                  <a:schemeClr val="bg1"/>
                </a:solidFill>
                <a:highlight>
                  <a:srgbClr val="000000"/>
                </a:highlight>
              </a:defRPr>
            </a:lvl1pPr>
          </a:lstStyle>
          <a:p>
            <a:r>
              <a:rPr lang="en-US"/>
              <a:t>Click to edit Master title style</a:t>
            </a:r>
          </a:p>
        </p:txBody>
      </p:sp>
      <p:sp>
        <p:nvSpPr>
          <p:cNvPr id="8" name="Content Placeholder 2">
            <a:extLst>
              <a:ext uri="{FF2B5EF4-FFF2-40B4-BE49-F238E27FC236}">
                <a16:creationId xmlns:a16="http://schemas.microsoft.com/office/drawing/2014/main" id="{A40C7A95-E12A-CD85-629E-0A9E34DCE380}"/>
              </a:ext>
            </a:extLst>
          </p:cNvPr>
          <p:cNvSpPr>
            <a:spLocks noGrp="1"/>
          </p:cNvSpPr>
          <p:nvPr>
            <p:ph idx="1"/>
          </p:nvPr>
        </p:nvSpPr>
        <p:spPr>
          <a:xfrm>
            <a:off x="5499291" y="914400"/>
            <a:ext cx="5773936" cy="5029200"/>
          </a:xfrm>
        </p:spPr>
        <p:txBody>
          <a:bodyPr>
            <a:norm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727357F-46A1-493A-A5E4-1D7FAE5B9960}"/>
              </a:ext>
            </a:extLst>
          </p:cNvPr>
          <p:cNvSpPr>
            <a:spLocks noGrp="1"/>
          </p:cNvSpPr>
          <p:nvPr>
            <p:ph type="dt" sz="half" idx="10"/>
          </p:nvPr>
        </p:nvSpPr>
        <p:spPr/>
        <p:txBody>
          <a:bodyPr/>
          <a:lstStyle/>
          <a:p>
            <a:fld id="{09E58DE0-2D5A-4C5D-BB9F-60B17AEDD2D8}" type="datetimeFigureOut">
              <a:rPr lang="en-US" smtClean="0"/>
              <a:t>4/22/2026</a:t>
            </a:fld>
            <a:endParaRPr lang="en-US"/>
          </a:p>
        </p:txBody>
      </p:sp>
      <p:sp>
        <p:nvSpPr>
          <p:cNvPr id="5" name="Footer Placeholder 4">
            <a:extLst>
              <a:ext uri="{FF2B5EF4-FFF2-40B4-BE49-F238E27FC236}">
                <a16:creationId xmlns:a16="http://schemas.microsoft.com/office/drawing/2014/main" id="{C57277BC-26F9-4B14-A2DC-C7575C5A63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7BC3FF-EE25-45FB-A7A8-AAA522F70748}"/>
              </a:ext>
            </a:extLst>
          </p:cNvPr>
          <p:cNvSpPr>
            <a:spLocks noGrp="1"/>
          </p:cNvSpPr>
          <p:nvPr>
            <p:ph type="sldNum" sz="quarter" idx="12"/>
          </p:nvPr>
        </p:nvSpPr>
        <p:spPr/>
        <p:txBody>
          <a:bodyPr/>
          <a:lstStyle/>
          <a:p>
            <a:fld id="{B37E107C-2248-4498-B52C-AA96C672919A}" type="slidenum">
              <a:rPr lang="en-US" smtClean="0"/>
              <a:t>‹#›</a:t>
            </a:fld>
            <a:endParaRPr lang="en-US"/>
          </a:p>
        </p:txBody>
      </p:sp>
    </p:spTree>
    <p:extLst>
      <p:ext uri="{BB962C8B-B14F-4D97-AF65-F5344CB8AC3E}">
        <p14:creationId xmlns:p14="http://schemas.microsoft.com/office/powerpoint/2010/main" val="24860504"/>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Content with Picture 21">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8CBFB767-CAF2-628B-7675-91B983B225CB}"/>
              </a:ext>
            </a:extLst>
          </p:cNvPr>
          <p:cNvSpPr>
            <a:spLocks noGrp="1"/>
          </p:cNvSpPr>
          <p:nvPr>
            <p:ph type="pic" sz="quarter" idx="13" hasCustomPrompt="1"/>
          </p:nvPr>
        </p:nvSpPr>
        <p:spPr>
          <a:xfrm>
            <a:off x="-1" y="0"/>
            <a:ext cx="8115299" cy="6858000"/>
          </a:xfrm>
          <a:blipFill>
            <a:blip r:embed="rId2">
              <a:alphaModFix amt="70000"/>
            </a:blip>
            <a:stretch>
              <a:fillRect/>
            </a:stretch>
          </a:blipFill>
        </p:spPr>
        <p:txBody>
          <a:bodyPr vert="horz" lIns="91440" tIns="0" rIns="0" bIns="0" rtlCol="0">
            <a:noAutofit/>
          </a:bodyPr>
          <a:lstStyle>
            <a:lvl1pPr marL="0" indent="0">
              <a:buNone/>
              <a:defRPr lang="en-US" sz="2400" b="0" i="0"/>
            </a:lvl1pPr>
          </a:lstStyle>
          <a:p>
            <a:pPr marL="228600" lvl="0" indent="-228600">
              <a:lnSpc>
                <a:spcPct val="150000"/>
              </a:lnSpc>
            </a:pPr>
            <a:r>
              <a:rPr lang="en-US"/>
              <a:t> </a:t>
            </a:r>
          </a:p>
        </p:txBody>
      </p:sp>
      <p:sp>
        <p:nvSpPr>
          <p:cNvPr id="7" name="Title 6">
            <a:extLst>
              <a:ext uri="{FF2B5EF4-FFF2-40B4-BE49-F238E27FC236}">
                <a16:creationId xmlns:a16="http://schemas.microsoft.com/office/drawing/2014/main" id="{C34B03A4-39B7-F5C1-D964-CA069C0F716B}"/>
              </a:ext>
            </a:extLst>
          </p:cNvPr>
          <p:cNvSpPr>
            <a:spLocks noGrp="1"/>
          </p:cNvSpPr>
          <p:nvPr>
            <p:ph type="title"/>
          </p:nvPr>
        </p:nvSpPr>
        <p:spPr>
          <a:xfrm>
            <a:off x="647701" y="647698"/>
            <a:ext cx="4225166" cy="2420757"/>
          </a:xfrm>
        </p:spPr>
        <p:txBody>
          <a:bodyPr/>
          <a:lstStyle>
            <a:lvl1pPr>
              <a:defRPr>
                <a:solidFill>
                  <a:schemeClr val="bg1"/>
                </a:solidFill>
                <a:highlight>
                  <a:srgbClr val="000000"/>
                </a:highlight>
              </a:defRPr>
            </a:lvl1pPr>
          </a:lstStyle>
          <a:p>
            <a:r>
              <a:rPr lang="en-US"/>
              <a:t>Click to edit Master title style</a:t>
            </a:r>
          </a:p>
        </p:txBody>
      </p:sp>
      <p:sp>
        <p:nvSpPr>
          <p:cNvPr id="8" name="Content Placeholder 2">
            <a:extLst>
              <a:ext uri="{FF2B5EF4-FFF2-40B4-BE49-F238E27FC236}">
                <a16:creationId xmlns:a16="http://schemas.microsoft.com/office/drawing/2014/main" id="{A40C7A95-E12A-CD85-629E-0A9E34DCE380}"/>
              </a:ext>
            </a:extLst>
          </p:cNvPr>
          <p:cNvSpPr>
            <a:spLocks noGrp="1"/>
          </p:cNvSpPr>
          <p:nvPr>
            <p:ph idx="1"/>
          </p:nvPr>
        </p:nvSpPr>
        <p:spPr>
          <a:xfrm>
            <a:off x="8854931" y="647699"/>
            <a:ext cx="2689367" cy="5562599"/>
          </a:xfrm>
        </p:spPr>
        <p:txBody>
          <a:bodyPr>
            <a:normAutofit/>
          </a:bodyPr>
          <a:lstStyle>
            <a:lvl1pPr marL="342900" indent="-342900">
              <a:buFont typeface="Arial" panose="020B0604020202020204" pitchFamily="34" charset="0"/>
              <a:buChar char="•"/>
              <a:defRPr/>
            </a:lvl1pPr>
            <a:lvl2pPr marL="514350" indent="-285750">
              <a:buFont typeface="Arial" panose="020B0604020202020204" pitchFamily="34" charset="0"/>
              <a:buChar char="•"/>
              <a:defRPr/>
            </a:lvl2pPr>
            <a:lvl3pPr marL="742950" indent="-285750">
              <a:buFont typeface="Arial" panose="020B0604020202020204" pitchFamily="34" charset="0"/>
              <a:buChar char="•"/>
              <a:defRPr/>
            </a:lvl3pPr>
            <a:lvl4pPr marL="971550" indent="-285750">
              <a:buFont typeface="Arial" panose="020B0604020202020204" pitchFamily="34" charset="0"/>
              <a:buChar char="•"/>
              <a:defRPr/>
            </a:lvl4pPr>
            <a:lvl5pPr marL="1085850" indent="-17145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727357F-46A1-493A-A5E4-1D7FAE5B9960}"/>
              </a:ext>
            </a:extLst>
          </p:cNvPr>
          <p:cNvSpPr>
            <a:spLocks noGrp="1"/>
          </p:cNvSpPr>
          <p:nvPr>
            <p:ph type="dt" sz="half" idx="10"/>
          </p:nvPr>
        </p:nvSpPr>
        <p:spPr/>
        <p:txBody>
          <a:bodyPr/>
          <a:lstStyle/>
          <a:p>
            <a:fld id="{09E58DE0-2D5A-4C5D-BB9F-60B17AEDD2D8}" type="datetimeFigureOut">
              <a:rPr lang="en-US" smtClean="0"/>
              <a:t>4/22/2026</a:t>
            </a:fld>
            <a:endParaRPr lang="en-US"/>
          </a:p>
        </p:txBody>
      </p:sp>
      <p:sp>
        <p:nvSpPr>
          <p:cNvPr id="5" name="Footer Placeholder 4">
            <a:extLst>
              <a:ext uri="{FF2B5EF4-FFF2-40B4-BE49-F238E27FC236}">
                <a16:creationId xmlns:a16="http://schemas.microsoft.com/office/drawing/2014/main" id="{C57277BC-26F9-4B14-A2DC-C7575C5A63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7BC3FF-EE25-45FB-A7A8-AAA522F70748}"/>
              </a:ext>
            </a:extLst>
          </p:cNvPr>
          <p:cNvSpPr>
            <a:spLocks noGrp="1"/>
          </p:cNvSpPr>
          <p:nvPr>
            <p:ph type="sldNum" sz="quarter" idx="12"/>
          </p:nvPr>
        </p:nvSpPr>
        <p:spPr/>
        <p:txBody>
          <a:bodyPr/>
          <a:lstStyle/>
          <a:p>
            <a:fld id="{B37E107C-2248-4498-B52C-AA96C672919A}" type="slidenum">
              <a:rPr lang="en-US" smtClean="0"/>
              <a:t>‹#›</a:t>
            </a:fld>
            <a:endParaRPr lang="en-US"/>
          </a:p>
        </p:txBody>
      </p:sp>
    </p:spTree>
    <p:extLst>
      <p:ext uri="{BB962C8B-B14F-4D97-AF65-F5344CB8AC3E}">
        <p14:creationId xmlns:p14="http://schemas.microsoft.com/office/powerpoint/2010/main" val="1741390534"/>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Content with Picture 22">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8CBFB767-CAF2-628B-7675-91B983B225CB}"/>
              </a:ext>
            </a:extLst>
          </p:cNvPr>
          <p:cNvSpPr>
            <a:spLocks noGrp="1"/>
          </p:cNvSpPr>
          <p:nvPr>
            <p:ph type="pic" sz="quarter" idx="13" hasCustomPrompt="1"/>
          </p:nvPr>
        </p:nvSpPr>
        <p:spPr>
          <a:xfrm>
            <a:off x="1981200" y="0"/>
            <a:ext cx="10210798" cy="5067300"/>
          </a:xfrm>
          <a:blipFill dpi="0" rotWithShape="1">
            <a:blip r:embed="rId2">
              <a:alphaModFix amt="70000"/>
            </a:blip>
            <a:srcRect/>
            <a:stretch>
              <a:fillRect/>
            </a:stretch>
          </a:blipFill>
        </p:spPr>
        <p:txBody>
          <a:bodyPr/>
          <a:lstStyle>
            <a:lvl1pPr marL="0" indent="0">
              <a:buFont typeface="Arial" panose="020B0604020202020204" pitchFamily="34" charset="0"/>
              <a:buNone/>
              <a:defRPr/>
            </a:lvl1pPr>
          </a:lstStyle>
          <a:p>
            <a:r>
              <a:rPr lang="en-US"/>
              <a:t> </a:t>
            </a:r>
          </a:p>
        </p:txBody>
      </p:sp>
      <p:sp>
        <p:nvSpPr>
          <p:cNvPr id="8" name="Title 7">
            <a:extLst>
              <a:ext uri="{FF2B5EF4-FFF2-40B4-BE49-F238E27FC236}">
                <a16:creationId xmlns:a16="http://schemas.microsoft.com/office/drawing/2014/main" id="{1B520403-BDFD-00AF-7685-E3C2366A63ED}"/>
              </a:ext>
            </a:extLst>
          </p:cNvPr>
          <p:cNvSpPr>
            <a:spLocks noGrp="1"/>
          </p:cNvSpPr>
          <p:nvPr>
            <p:ph type="title"/>
          </p:nvPr>
        </p:nvSpPr>
        <p:spPr>
          <a:xfrm>
            <a:off x="914400" y="647700"/>
            <a:ext cx="5181600" cy="2595563"/>
          </a:xfrm>
        </p:spPr>
        <p:txBody>
          <a:bodyPr/>
          <a:lstStyle>
            <a:lvl1pPr>
              <a:defRPr>
                <a:solidFill>
                  <a:schemeClr val="bg1"/>
                </a:solidFill>
                <a:highlight>
                  <a:srgbClr val="000000"/>
                </a:highlight>
              </a:defRPr>
            </a:lvl1pPr>
          </a:lstStyle>
          <a:p>
            <a:r>
              <a:rPr lang="en-US"/>
              <a:t>Click to edit Master title style</a:t>
            </a:r>
          </a:p>
        </p:txBody>
      </p:sp>
      <p:sp>
        <p:nvSpPr>
          <p:cNvPr id="11" name="Content Placeholder 10">
            <a:extLst>
              <a:ext uri="{FF2B5EF4-FFF2-40B4-BE49-F238E27FC236}">
                <a16:creationId xmlns:a16="http://schemas.microsoft.com/office/drawing/2014/main" id="{D1DFE5C8-DAB2-CA31-6958-050610D77ADF}"/>
              </a:ext>
            </a:extLst>
          </p:cNvPr>
          <p:cNvSpPr>
            <a:spLocks noGrp="1"/>
          </p:cNvSpPr>
          <p:nvPr>
            <p:ph sz="quarter" idx="14"/>
          </p:nvPr>
        </p:nvSpPr>
        <p:spPr>
          <a:xfrm>
            <a:off x="1893888" y="5559425"/>
            <a:ext cx="8278812" cy="650875"/>
          </a:xfrm>
        </p:spPr>
        <p:txBody>
          <a:bodyPr>
            <a:normAutofit/>
          </a:bodyPr>
          <a:lstStyle>
            <a:lvl1pPr marL="0" indent="0">
              <a:buNone/>
              <a:defRPr sz="2000"/>
            </a:lvl1pPr>
          </a:lstStyle>
          <a:p>
            <a:pPr lvl="0"/>
            <a:r>
              <a:rPr lang="en-US"/>
              <a:t>Click to edit Master text styles</a:t>
            </a:r>
          </a:p>
        </p:txBody>
      </p:sp>
      <p:sp>
        <p:nvSpPr>
          <p:cNvPr id="4" name="Date Placeholder 3">
            <a:extLst>
              <a:ext uri="{FF2B5EF4-FFF2-40B4-BE49-F238E27FC236}">
                <a16:creationId xmlns:a16="http://schemas.microsoft.com/office/drawing/2014/main" id="{7727357F-46A1-493A-A5E4-1D7FAE5B9960}"/>
              </a:ext>
            </a:extLst>
          </p:cNvPr>
          <p:cNvSpPr>
            <a:spLocks noGrp="1"/>
          </p:cNvSpPr>
          <p:nvPr>
            <p:ph type="dt" sz="half" idx="10"/>
          </p:nvPr>
        </p:nvSpPr>
        <p:spPr/>
        <p:txBody>
          <a:bodyPr/>
          <a:lstStyle/>
          <a:p>
            <a:fld id="{09E58DE0-2D5A-4C5D-BB9F-60B17AEDD2D8}" type="datetimeFigureOut">
              <a:rPr lang="en-US" smtClean="0"/>
              <a:t>4/22/2026</a:t>
            </a:fld>
            <a:endParaRPr lang="en-US"/>
          </a:p>
        </p:txBody>
      </p:sp>
      <p:sp>
        <p:nvSpPr>
          <p:cNvPr id="5" name="Footer Placeholder 4">
            <a:extLst>
              <a:ext uri="{FF2B5EF4-FFF2-40B4-BE49-F238E27FC236}">
                <a16:creationId xmlns:a16="http://schemas.microsoft.com/office/drawing/2014/main" id="{C57277BC-26F9-4B14-A2DC-C7575C5A63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7BC3FF-EE25-45FB-A7A8-AAA522F70748}"/>
              </a:ext>
            </a:extLst>
          </p:cNvPr>
          <p:cNvSpPr>
            <a:spLocks noGrp="1"/>
          </p:cNvSpPr>
          <p:nvPr>
            <p:ph type="sldNum" sz="quarter" idx="12"/>
          </p:nvPr>
        </p:nvSpPr>
        <p:spPr/>
        <p:txBody>
          <a:bodyPr/>
          <a:lstStyle/>
          <a:p>
            <a:fld id="{B37E107C-2248-4498-B52C-AA96C672919A}" type="slidenum">
              <a:rPr lang="en-US" smtClean="0"/>
              <a:t>‹#›</a:t>
            </a:fld>
            <a:endParaRPr lang="en-US"/>
          </a:p>
        </p:txBody>
      </p:sp>
    </p:spTree>
    <p:extLst>
      <p:ext uri="{BB962C8B-B14F-4D97-AF65-F5344CB8AC3E}">
        <p14:creationId xmlns:p14="http://schemas.microsoft.com/office/powerpoint/2010/main" val="2871673171"/>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Content with Picture 23">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8CBFB767-CAF2-628B-7675-91B983B225CB}"/>
              </a:ext>
            </a:extLst>
          </p:cNvPr>
          <p:cNvSpPr>
            <a:spLocks noGrp="1"/>
          </p:cNvSpPr>
          <p:nvPr>
            <p:ph type="pic" sz="quarter" idx="13" hasCustomPrompt="1"/>
          </p:nvPr>
        </p:nvSpPr>
        <p:spPr>
          <a:xfrm>
            <a:off x="0" y="0"/>
            <a:ext cx="12192000" cy="4193427"/>
          </a:xfrm>
          <a:blipFill dpi="0" rotWithShape="1">
            <a:blip r:embed="rId2">
              <a:alphaModFix amt="70000"/>
            </a:blip>
            <a:srcRect/>
            <a:stretch>
              <a:fillRect/>
            </a:stretch>
          </a:blipFill>
        </p:spPr>
        <p:txBody>
          <a:bodyPr/>
          <a:lstStyle>
            <a:lvl1pPr marL="0" indent="0">
              <a:buFont typeface="Arial" panose="020B0604020202020204" pitchFamily="34" charset="0"/>
              <a:buNone/>
              <a:defRPr/>
            </a:lvl1pPr>
          </a:lstStyle>
          <a:p>
            <a:r>
              <a:rPr lang="en-US"/>
              <a:t> </a:t>
            </a:r>
          </a:p>
        </p:txBody>
      </p:sp>
      <p:sp>
        <p:nvSpPr>
          <p:cNvPr id="7" name="Title 6">
            <a:extLst>
              <a:ext uri="{FF2B5EF4-FFF2-40B4-BE49-F238E27FC236}">
                <a16:creationId xmlns:a16="http://schemas.microsoft.com/office/drawing/2014/main" id="{4A48BCDE-4694-0B11-3F5D-030F758E59D0}"/>
              </a:ext>
            </a:extLst>
          </p:cNvPr>
          <p:cNvSpPr>
            <a:spLocks noGrp="1"/>
          </p:cNvSpPr>
          <p:nvPr>
            <p:ph type="title"/>
          </p:nvPr>
        </p:nvSpPr>
        <p:spPr>
          <a:xfrm>
            <a:off x="652372" y="1712200"/>
            <a:ext cx="6019892" cy="1896956"/>
          </a:xfrm>
        </p:spPr>
        <p:txBody>
          <a:bodyPr/>
          <a:lstStyle>
            <a:lvl1pPr>
              <a:lnSpc>
                <a:spcPct val="90000"/>
              </a:lnSpc>
              <a:defRPr>
                <a:solidFill>
                  <a:schemeClr val="bg1"/>
                </a:solidFill>
                <a:highlight>
                  <a:srgbClr val="000000"/>
                </a:highlight>
              </a:defRPr>
            </a:lvl1pPr>
          </a:lstStyle>
          <a:p>
            <a:r>
              <a:rPr lang="en-US"/>
              <a:t>Click to edit Master title style</a:t>
            </a:r>
          </a:p>
        </p:txBody>
      </p:sp>
      <p:sp>
        <p:nvSpPr>
          <p:cNvPr id="9" name="Content Placeholder 2">
            <a:extLst>
              <a:ext uri="{FF2B5EF4-FFF2-40B4-BE49-F238E27FC236}">
                <a16:creationId xmlns:a16="http://schemas.microsoft.com/office/drawing/2014/main" id="{DE27908E-38A7-B900-61E8-3AB5DD08621C}"/>
              </a:ext>
            </a:extLst>
          </p:cNvPr>
          <p:cNvSpPr>
            <a:spLocks noGrp="1"/>
          </p:cNvSpPr>
          <p:nvPr>
            <p:ph idx="14"/>
          </p:nvPr>
        </p:nvSpPr>
        <p:spPr>
          <a:xfrm>
            <a:off x="6096000" y="4672013"/>
            <a:ext cx="5448300" cy="1538287"/>
          </a:xfrm>
        </p:spPr>
        <p:txBody>
          <a:bodyPr anchor="t">
            <a:normAutofit fontScale="85000" lnSpcReduction="10000"/>
          </a:bodyPr>
          <a:lstStyle/>
          <a:p>
            <a:pPr marL="0" lvl="0" indent="0" algn="r">
              <a:buNone/>
            </a:pPr>
            <a:r>
              <a:rPr lang="en-US" sz="2000"/>
              <a:t>Click to edit Master text styles</a:t>
            </a:r>
          </a:p>
        </p:txBody>
      </p:sp>
      <p:sp>
        <p:nvSpPr>
          <p:cNvPr id="4" name="Date Placeholder 3">
            <a:extLst>
              <a:ext uri="{FF2B5EF4-FFF2-40B4-BE49-F238E27FC236}">
                <a16:creationId xmlns:a16="http://schemas.microsoft.com/office/drawing/2014/main" id="{7727357F-46A1-493A-A5E4-1D7FAE5B9960}"/>
              </a:ext>
            </a:extLst>
          </p:cNvPr>
          <p:cNvSpPr>
            <a:spLocks noGrp="1"/>
          </p:cNvSpPr>
          <p:nvPr>
            <p:ph type="dt" sz="half" idx="10"/>
          </p:nvPr>
        </p:nvSpPr>
        <p:spPr/>
        <p:txBody>
          <a:bodyPr/>
          <a:lstStyle/>
          <a:p>
            <a:fld id="{09E58DE0-2D5A-4C5D-BB9F-60B17AEDD2D8}" type="datetimeFigureOut">
              <a:rPr lang="en-US" smtClean="0"/>
              <a:t>4/22/2026</a:t>
            </a:fld>
            <a:endParaRPr lang="en-US"/>
          </a:p>
        </p:txBody>
      </p:sp>
      <p:sp>
        <p:nvSpPr>
          <p:cNvPr id="5" name="Footer Placeholder 4">
            <a:extLst>
              <a:ext uri="{FF2B5EF4-FFF2-40B4-BE49-F238E27FC236}">
                <a16:creationId xmlns:a16="http://schemas.microsoft.com/office/drawing/2014/main" id="{C57277BC-26F9-4B14-A2DC-C7575C5A63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7BC3FF-EE25-45FB-A7A8-AAA522F70748}"/>
              </a:ext>
            </a:extLst>
          </p:cNvPr>
          <p:cNvSpPr>
            <a:spLocks noGrp="1"/>
          </p:cNvSpPr>
          <p:nvPr>
            <p:ph type="sldNum" sz="quarter" idx="12"/>
          </p:nvPr>
        </p:nvSpPr>
        <p:spPr/>
        <p:txBody>
          <a:bodyPr/>
          <a:lstStyle/>
          <a:p>
            <a:fld id="{B37E107C-2248-4498-B52C-AA96C672919A}" type="slidenum">
              <a:rPr lang="en-US" smtClean="0"/>
              <a:t>‹#›</a:t>
            </a:fld>
            <a:endParaRPr lang="en-US"/>
          </a:p>
        </p:txBody>
      </p:sp>
    </p:spTree>
    <p:extLst>
      <p:ext uri="{BB962C8B-B14F-4D97-AF65-F5344CB8AC3E}">
        <p14:creationId xmlns:p14="http://schemas.microsoft.com/office/powerpoint/2010/main" val="4111133171"/>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Number Larg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F8E65BD-66C5-5FF8-C229-BB94A762D9C5}"/>
              </a:ext>
            </a:extLst>
          </p:cNvPr>
          <p:cNvSpPr>
            <a:spLocks noGrp="1"/>
          </p:cNvSpPr>
          <p:nvPr>
            <p:ph type="title"/>
          </p:nvPr>
        </p:nvSpPr>
        <p:spPr>
          <a:xfrm>
            <a:off x="7166916" y="646438"/>
            <a:ext cx="4199074" cy="4641176"/>
          </a:xfrm>
        </p:spPr>
        <p:txBody>
          <a:bodyPr anchor="b">
            <a:normAutofit/>
          </a:bodyPr>
          <a:lstStyle>
            <a:lvl1pPr>
              <a:lnSpc>
                <a:spcPct val="120000"/>
              </a:lnSpc>
              <a:defRPr sz="2800" b="0" cap="none" spc="0" baseline="0">
                <a:latin typeface="+mn-lt"/>
              </a:defRPr>
            </a:lvl1pPr>
          </a:lstStyle>
          <a:p>
            <a:r>
              <a:rPr lang="en-US"/>
              <a:t>Click to edit Master title style</a:t>
            </a:r>
          </a:p>
        </p:txBody>
      </p:sp>
      <p:sp>
        <p:nvSpPr>
          <p:cNvPr id="11" name="Content Placeholder 10">
            <a:extLst>
              <a:ext uri="{FF2B5EF4-FFF2-40B4-BE49-F238E27FC236}">
                <a16:creationId xmlns:a16="http://schemas.microsoft.com/office/drawing/2014/main" id="{12A23D75-581D-5D22-B65B-6248EE148401}"/>
              </a:ext>
            </a:extLst>
          </p:cNvPr>
          <p:cNvSpPr>
            <a:spLocks noGrp="1"/>
          </p:cNvSpPr>
          <p:nvPr>
            <p:ph sz="quarter" idx="14" hasCustomPrompt="1"/>
          </p:nvPr>
        </p:nvSpPr>
        <p:spPr>
          <a:xfrm>
            <a:off x="539750" y="566739"/>
            <a:ext cx="6427788" cy="5668316"/>
          </a:xfrm>
        </p:spPr>
        <p:txBody>
          <a:bodyPr anchor="ctr">
            <a:normAutofit/>
          </a:bodyPr>
          <a:lstStyle>
            <a:lvl1pPr marL="0" indent="0">
              <a:lnSpc>
                <a:spcPct val="100000"/>
              </a:lnSpc>
              <a:buNone/>
              <a:defRPr sz="23200" b="1" spc="600" baseline="0">
                <a:solidFill>
                  <a:schemeClr val="bg1"/>
                </a:solidFill>
                <a:highlight>
                  <a:srgbClr val="000000"/>
                </a:highlight>
                <a:latin typeface="+mj-lt"/>
              </a:defRPr>
            </a:lvl1pPr>
          </a:lstStyle>
          <a:p>
            <a:pPr lvl="0"/>
            <a:r>
              <a:rPr lang="en-US"/>
              <a: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E5AD3D17-73C9-402C-91E7-BA73E6829C50}" type="datetime1">
              <a:rPr lang="en-US" smtClean="0"/>
              <a:t>4/22/2026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55687716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Number Large 2">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6DA5FB0-3233-6F76-899A-A1958FBA86AB}"/>
              </a:ext>
            </a:extLst>
          </p:cNvPr>
          <p:cNvSpPr>
            <a:spLocks noGrp="1"/>
          </p:cNvSpPr>
          <p:nvPr>
            <p:ph type="title"/>
          </p:nvPr>
        </p:nvSpPr>
        <p:spPr>
          <a:xfrm>
            <a:off x="1935480" y="5120640"/>
            <a:ext cx="8321040" cy="1188720"/>
          </a:xfrm>
        </p:spPr>
        <p:txBody>
          <a:bodyPr>
            <a:normAutofit/>
          </a:bodyPr>
          <a:lstStyle>
            <a:lvl1pPr algn="ctr">
              <a:lnSpc>
                <a:spcPct val="120000"/>
              </a:lnSpc>
              <a:spcBef>
                <a:spcPts val="1000"/>
              </a:spcBef>
              <a:defRPr sz="2800" b="0" cap="none" spc="0" baseline="0">
                <a:latin typeface="+mn-lt"/>
              </a:defRPr>
            </a:lvl1pPr>
          </a:lstStyle>
          <a:p>
            <a:r>
              <a:rPr lang="en-US"/>
              <a:t>Click to edit Master title style</a:t>
            </a:r>
          </a:p>
        </p:txBody>
      </p:sp>
      <p:sp>
        <p:nvSpPr>
          <p:cNvPr id="7" name="Content Placeholder 7">
            <a:extLst>
              <a:ext uri="{FF2B5EF4-FFF2-40B4-BE49-F238E27FC236}">
                <a16:creationId xmlns:a16="http://schemas.microsoft.com/office/drawing/2014/main" id="{964560E1-132E-6944-7C66-491949C93CD6}"/>
              </a:ext>
            </a:extLst>
          </p:cNvPr>
          <p:cNvSpPr>
            <a:spLocks noGrp="1"/>
          </p:cNvSpPr>
          <p:nvPr>
            <p:ph sz="quarter" idx="13" hasCustomPrompt="1"/>
          </p:nvPr>
        </p:nvSpPr>
        <p:spPr>
          <a:xfrm>
            <a:off x="822960" y="603504"/>
            <a:ext cx="10543032" cy="4190614"/>
          </a:xfrm>
        </p:spPr>
        <p:txBody>
          <a:bodyPr anchor="ctr">
            <a:noAutofit/>
          </a:bodyPr>
          <a:lstStyle>
            <a:lvl1pPr marL="0" indent="0" algn="ctr">
              <a:lnSpc>
                <a:spcPct val="100000"/>
              </a:lnSpc>
              <a:spcBef>
                <a:spcPts val="0"/>
              </a:spcBef>
              <a:buNone/>
              <a:defRPr sz="23200" b="1" cap="all" spc="600" baseline="0">
                <a:solidFill>
                  <a:schemeClr val="tx1"/>
                </a:solidFill>
                <a:latin typeface="+mj-lt"/>
              </a:defRPr>
            </a:lvl1pPr>
          </a:lstStyle>
          <a:p>
            <a:pPr lvl="0"/>
            <a:r>
              <a:rPr lang="en-US"/>
              <a: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77A7CDD-9512-40CC-9351-FC0DE186CFBD}" type="datetime1">
              <a:rPr lang="en-US" smtClean="0"/>
              <a:t>4/22/2026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85886572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Number Large 3">
    <p:bg>
      <p:bgPr>
        <a:solidFill>
          <a:schemeClr val="tx2">
            <a:lumMod val="10000"/>
          </a:schemeClr>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EC46D51-F742-0411-C425-9FB4333D856D}"/>
              </a:ext>
            </a:extLst>
          </p:cNvPr>
          <p:cNvSpPr>
            <a:spLocks noGrp="1"/>
          </p:cNvSpPr>
          <p:nvPr>
            <p:ph type="title"/>
          </p:nvPr>
        </p:nvSpPr>
        <p:spPr>
          <a:xfrm>
            <a:off x="2377440" y="4937760"/>
            <a:ext cx="7525512" cy="1371600"/>
          </a:xfrm>
        </p:spPr>
        <p:txBody>
          <a:bodyPr>
            <a:normAutofit/>
          </a:bodyPr>
          <a:lstStyle>
            <a:lvl1pPr algn="ctr">
              <a:lnSpc>
                <a:spcPct val="120000"/>
              </a:lnSpc>
              <a:spcBef>
                <a:spcPts val="1000"/>
              </a:spcBef>
              <a:defRPr sz="2800" b="0" cap="none" spc="0" baseline="0">
                <a:latin typeface="+mn-lt"/>
              </a:defRPr>
            </a:lvl1pPr>
          </a:lstStyle>
          <a:p>
            <a:r>
              <a:rPr lang="en-US"/>
              <a:t>Click to edit Master title style</a:t>
            </a:r>
          </a:p>
        </p:txBody>
      </p:sp>
      <p:sp>
        <p:nvSpPr>
          <p:cNvPr id="7" name="Content Placeholder 7">
            <a:extLst>
              <a:ext uri="{FF2B5EF4-FFF2-40B4-BE49-F238E27FC236}">
                <a16:creationId xmlns:a16="http://schemas.microsoft.com/office/drawing/2014/main" id="{C6CC1002-9B76-86F0-267A-B8FA2E4F6890}"/>
              </a:ext>
            </a:extLst>
          </p:cNvPr>
          <p:cNvSpPr>
            <a:spLocks noGrp="1"/>
          </p:cNvSpPr>
          <p:nvPr>
            <p:ph sz="quarter" idx="13" hasCustomPrompt="1"/>
          </p:nvPr>
        </p:nvSpPr>
        <p:spPr>
          <a:xfrm>
            <a:off x="822960" y="603504"/>
            <a:ext cx="10543032" cy="4190614"/>
          </a:xfrm>
        </p:spPr>
        <p:txBody>
          <a:bodyPr anchor="ctr">
            <a:noAutofit/>
          </a:bodyPr>
          <a:lstStyle>
            <a:lvl1pPr marL="0" indent="0" algn="ctr">
              <a:lnSpc>
                <a:spcPct val="100000"/>
              </a:lnSpc>
              <a:spcBef>
                <a:spcPts val="0"/>
              </a:spcBef>
              <a:buNone/>
              <a:defRPr sz="23200" b="1" cap="all" spc="600" baseline="0">
                <a:solidFill>
                  <a:schemeClr val="bg1"/>
                </a:solidFill>
                <a:highlight>
                  <a:srgbClr val="FFFFFF"/>
                </a:highlight>
                <a:latin typeface="+mj-lt"/>
              </a:defRPr>
            </a:lvl1pPr>
          </a:lstStyle>
          <a:p>
            <a:pPr lvl="0"/>
            <a:r>
              <a:rPr lang="en-US"/>
              <a: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483EFCC7-B7E8-4ABE-BBCB-C75FD27800CD}" type="datetime1">
              <a:rPr lang="en-US" smtClean="0"/>
              <a:t>4/22/2026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66269648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594360" y="-1315405"/>
            <a:ext cx="10652760" cy="1133856"/>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548640"/>
            <a:ext cx="8961120" cy="5577840"/>
          </a:xfrm>
        </p:spPr>
        <p:txBody>
          <a:bodyPr anchor="t">
            <a:noAutofit/>
          </a:bodyPr>
          <a:lstStyle>
            <a:lvl1pPr marL="0" indent="0">
              <a:lnSpc>
                <a:spcPct val="100000"/>
              </a:lnSpc>
              <a:buNone/>
              <a:defRPr sz="6000" b="1" i="0" spc="600" baseline="0">
                <a:solidFill>
                  <a:schemeClr val="bg1"/>
                </a:solidFill>
                <a:highlight>
                  <a:srgbClr val="000000"/>
                </a:highlight>
                <a:latin typeface="Franklin Gothic Heavy" panose="020B0603020102020204" pitchFamily="34" charset="0"/>
              </a:defRPr>
            </a:lvl1pPr>
            <a:lvl2pPr marL="228600" indent="0">
              <a:lnSpc>
                <a:spcPct val="100000"/>
              </a:lnSpc>
              <a:buNone/>
              <a:defRPr sz="5400" b="1" i="0" spc="600" baseline="0">
                <a:solidFill>
                  <a:schemeClr val="bg1"/>
                </a:solidFill>
                <a:highlight>
                  <a:srgbClr val="000000"/>
                </a:highlight>
                <a:latin typeface="Franklin Gothic Heavy" panose="020B0603020102020204" pitchFamily="34" charset="0"/>
              </a:defRPr>
            </a:lvl2pPr>
            <a:lvl3pPr marL="457200" indent="0">
              <a:lnSpc>
                <a:spcPct val="100000"/>
              </a:lnSpc>
              <a:buNone/>
              <a:defRPr sz="4800" b="1" i="0" spc="600" baseline="0">
                <a:solidFill>
                  <a:schemeClr val="bg1"/>
                </a:solidFill>
                <a:highlight>
                  <a:srgbClr val="000000"/>
                </a:highlight>
                <a:latin typeface="Franklin Gothic Heavy" panose="020B0603020102020204" pitchFamily="34" charset="0"/>
              </a:defRPr>
            </a:lvl3pPr>
            <a:lvl4pPr marL="685800" indent="0">
              <a:lnSpc>
                <a:spcPct val="100000"/>
              </a:lnSpc>
              <a:buNone/>
              <a:defRPr sz="4400" b="1" i="0" spc="600" baseline="0">
                <a:solidFill>
                  <a:schemeClr val="bg1"/>
                </a:solidFill>
                <a:highlight>
                  <a:srgbClr val="000000"/>
                </a:highlight>
                <a:latin typeface="Franklin Gothic Heavy" panose="020B0603020102020204" pitchFamily="34" charset="0"/>
              </a:defRPr>
            </a:lvl4pPr>
            <a:lvl5pPr marL="914400" indent="0">
              <a:lnSpc>
                <a:spcPct val="100000"/>
              </a:lnSpc>
              <a:buNone/>
              <a:defRPr sz="4000" b="1" i="0" spc="600" baseline="0">
                <a:solidFill>
                  <a:schemeClr val="bg1"/>
                </a:solidFill>
                <a:highlight>
                  <a:srgbClr val="000000"/>
                </a:highlight>
                <a:latin typeface="Franklin Gothic Heavy" panose="020B0603020102020204" pitchFamily="34" charset="0"/>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507735E4-737B-43D4-B991-92C3D63DE68F}" type="datetime1">
              <a:rPr lang="en-US" smtClean="0"/>
              <a:t>4/22/2026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3700380684"/>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Statement 2">
    <p:bg>
      <p:bgPr>
        <a:solidFill>
          <a:schemeClr val="bg2">
            <a:lumMod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22529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548640"/>
            <a:ext cx="8961120" cy="5577840"/>
          </a:xfrm>
        </p:spPr>
        <p:txBody>
          <a:bodyPr anchor="t">
            <a:normAutofit/>
          </a:bodyPr>
          <a:lstStyle>
            <a:lvl1pPr marL="0" indent="0">
              <a:lnSpc>
                <a:spcPct val="100000"/>
              </a:lnSpc>
              <a:buNone/>
              <a:defRPr sz="6000" b="1" i="0" spc="600" baseline="0">
                <a:solidFill>
                  <a:schemeClr val="tx1"/>
                </a:solidFill>
                <a:highlight>
                  <a:srgbClr val="FFFFFF"/>
                </a:highlight>
                <a:latin typeface="Franklin Gothic Heavy" panose="020B0603020102020204" pitchFamily="34" charset="0"/>
              </a:defRPr>
            </a:lvl1pPr>
            <a:lvl2pPr marL="228600" indent="0">
              <a:lnSpc>
                <a:spcPct val="100000"/>
              </a:lnSpc>
              <a:buNone/>
              <a:defRPr sz="5400" b="1" i="0" spc="600" baseline="0">
                <a:solidFill>
                  <a:schemeClr val="tx1"/>
                </a:solidFill>
                <a:highlight>
                  <a:srgbClr val="FFFFFF"/>
                </a:highlight>
                <a:latin typeface="Franklin Gothic Heavy" panose="020B0603020102020204" pitchFamily="34" charset="0"/>
              </a:defRPr>
            </a:lvl2pPr>
            <a:lvl3pPr marL="457200" indent="0">
              <a:lnSpc>
                <a:spcPct val="100000"/>
              </a:lnSpc>
              <a:buNone/>
              <a:defRPr sz="4800" b="1" i="0" spc="600" baseline="0">
                <a:solidFill>
                  <a:schemeClr val="tx1"/>
                </a:solidFill>
                <a:highlight>
                  <a:srgbClr val="FFFFFF"/>
                </a:highlight>
                <a:latin typeface="Franklin Gothic Heavy" panose="020B0603020102020204" pitchFamily="34" charset="0"/>
              </a:defRPr>
            </a:lvl3pPr>
            <a:lvl4pPr marL="685800" indent="0">
              <a:lnSpc>
                <a:spcPct val="100000"/>
              </a:lnSpc>
              <a:buNone/>
              <a:defRPr sz="4400" b="1" i="0" spc="600" baseline="0">
                <a:solidFill>
                  <a:schemeClr val="tx1"/>
                </a:solidFill>
                <a:highlight>
                  <a:srgbClr val="FFFFFF"/>
                </a:highlight>
                <a:latin typeface="Franklin Gothic Heavy" panose="020B0603020102020204" pitchFamily="34" charset="0"/>
              </a:defRPr>
            </a:lvl4pPr>
            <a:lvl5pPr marL="914400" indent="0">
              <a:lnSpc>
                <a:spcPct val="100000"/>
              </a:lnSpc>
              <a:buNone/>
              <a:defRPr sz="4000" b="1" i="0" spc="600" baseline="0">
                <a:solidFill>
                  <a:schemeClr val="tx1"/>
                </a:solidFill>
                <a:highlight>
                  <a:srgbClr val="FFFFFF"/>
                </a:highlight>
                <a:latin typeface="Franklin Gothic Heavy" panose="020B0603020102020204" pitchFamily="34" charset="0"/>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383AA9C6-9BFF-802B-3D08-CAD56FB80F24}"/>
              </a:ext>
            </a:extLst>
          </p:cNvPr>
          <p:cNvSpPr>
            <a:spLocks noGrp="1"/>
          </p:cNvSpPr>
          <p:nvPr>
            <p:ph type="dt" sz="half" idx="14"/>
          </p:nvPr>
        </p:nvSpPr>
        <p:spPr/>
        <p:txBody>
          <a:bodyPr/>
          <a:lstStyle>
            <a:lvl1pPr>
              <a:defRPr>
                <a:solidFill>
                  <a:schemeClr val="bg1"/>
                </a:solidFill>
              </a:defRPr>
            </a:lvl1pPr>
          </a:lstStyle>
          <a:p>
            <a:fld id="{D291CE83-67BA-4B15-B48A-7DC5C0636664}" type="datetime1">
              <a:rPr lang="en-US" smtClean="0"/>
              <a:pPr/>
              <a:t>4/22/2026</a:t>
            </a:fld>
            <a:endParaRPr lang="en-US"/>
          </a:p>
        </p:txBody>
      </p:sp>
      <p:sp>
        <p:nvSpPr>
          <p:cNvPr id="8" name="Footer Placeholder 7">
            <a:extLst>
              <a:ext uri="{FF2B5EF4-FFF2-40B4-BE49-F238E27FC236}">
                <a16:creationId xmlns:a16="http://schemas.microsoft.com/office/drawing/2014/main" id="{3499B3C5-25B1-DD8E-CF7E-C1D50373CF31}"/>
              </a:ext>
            </a:extLst>
          </p:cNvPr>
          <p:cNvSpPr>
            <a:spLocks noGrp="1"/>
          </p:cNvSpPr>
          <p:nvPr>
            <p:ph type="ftr" sz="quarter" idx="15"/>
          </p:nvPr>
        </p:nvSpPr>
        <p:spPr/>
        <p:txBody>
          <a:bodyPr/>
          <a:lstStyle>
            <a:lvl1pPr>
              <a:defRPr>
                <a:solidFill>
                  <a:schemeClr val="bg1"/>
                </a:solidFill>
              </a:defRPr>
            </a:lvl1pPr>
          </a:lstStyle>
          <a:p>
            <a:r>
              <a:rPr lang="en-US"/>
              <a:t>Sample Footer Text</a:t>
            </a:r>
          </a:p>
        </p:txBody>
      </p:sp>
      <p:sp>
        <p:nvSpPr>
          <p:cNvPr id="9" name="Slide Number Placeholder 8">
            <a:extLst>
              <a:ext uri="{FF2B5EF4-FFF2-40B4-BE49-F238E27FC236}">
                <a16:creationId xmlns:a16="http://schemas.microsoft.com/office/drawing/2014/main" id="{F9DEB09A-6ABF-4907-9977-AB6069AE9BF2}"/>
              </a:ext>
            </a:extLst>
          </p:cNvPr>
          <p:cNvSpPr>
            <a:spLocks noGrp="1"/>
          </p:cNvSpPr>
          <p:nvPr>
            <p:ph type="sldNum" sz="quarter" idx="16"/>
          </p:nvPr>
        </p:nvSpPr>
        <p:spPr/>
        <p:txBody>
          <a:bodyPr/>
          <a:lstStyle>
            <a:lvl1pPr>
              <a:defRPr>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043506684"/>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755375"/>
            <a:ext cx="10972800" cy="5553985"/>
          </a:xfrm>
        </p:spPr>
        <p:txBody>
          <a:bodyPr anchor="b">
            <a:normAutofit/>
          </a:bodyPr>
          <a:lstStyle>
            <a:lvl1pPr marL="0" indent="0">
              <a:lnSpc>
                <a:spcPct val="100000"/>
              </a:lnSpc>
              <a:buNone/>
              <a:defRPr sz="6000" b="1" i="0" spc="600" baseline="0">
                <a:latin typeface="Franklin Gothic Heavy" panose="020B0603020102020204" pitchFamily="34" charset="0"/>
              </a:defRPr>
            </a:lvl1pPr>
            <a:lvl2pPr marL="228600" indent="0">
              <a:lnSpc>
                <a:spcPct val="100000"/>
              </a:lnSpc>
              <a:buNone/>
              <a:defRPr sz="5400" b="1" i="0" spc="600" baseline="0">
                <a:latin typeface="Franklin Gothic Heavy" panose="020B0603020102020204" pitchFamily="34" charset="0"/>
              </a:defRPr>
            </a:lvl2pPr>
            <a:lvl3pPr marL="457200" indent="0">
              <a:lnSpc>
                <a:spcPct val="100000"/>
              </a:lnSpc>
              <a:buNone/>
              <a:defRPr sz="4800" b="1" i="0" spc="600" baseline="0">
                <a:latin typeface="Franklin Gothic Heavy" panose="020B0603020102020204" pitchFamily="34" charset="0"/>
              </a:defRPr>
            </a:lvl3pPr>
            <a:lvl4pPr marL="685800" indent="0">
              <a:lnSpc>
                <a:spcPct val="100000"/>
              </a:lnSpc>
              <a:buNone/>
              <a:defRPr sz="4400" b="1" i="0" spc="600" baseline="0">
                <a:latin typeface="Franklin Gothic Heavy" panose="020B0603020102020204" pitchFamily="34" charset="0"/>
              </a:defRPr>
            </a:lvl4pPr>
            <a:lvl5pPr marL="914400" indent="0">
              <a:lnSpc>
                <a:spcPct val="100000"/>
              </a:lnSpc>
              <a:buNone/>
              <a:defRPr sz="4000" b="1" i="0" spc="600" baseline="0">
                <a:latin typeface="Franklin Gothic Heavy" panose="020B0603020102020204" pitchFamily="34" charset="0"/>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6E97C173-DA31-C3C5-FF6F-C082DC0E997C}"/>
              </a:ext>
            </a:extLst>
          </p:cNvPr>
          <p:cNvSpPr>
            <a:spLocks noGrp="1"/>
          </p:cNvSpPr>
          <p:nvPr>
            <p:ph type="dt" sz="half" idx="14"/>
          </p:nvPr>
        </p:nvSpPr>
        <p:spPr/>
        <p:txBody>
          <a:bodyPr/>
          <a:lstStyle/>
          <a:p>
            <a:fld id="{D291CE83-67BA-4B15-B48A-7DC5C0636664}" type="datetime1">
              <a:rPr lang="en-US" smtClean="0"/>
              <a:t>4/22/2026</a:t>
            </a:fld>
            <a:endParaRPr lang="en-US"/>
          </a:p>
        </p:txBody>
      </p:sp>
      <p:sp>
        <p:nvSpPr>
          <p:cNvPr id="8" name="Footer Placeholder 7">
            <a:extLst>
              <a:ext uri="{FF2B5EF4-FFF2-40B4-BE49-F238E27FC236}">
                <a16:creationId xmlns:a16="http://schemas.microsoft.com/office/drawing/2014/main" id="{20D921EA-2CDB-3B88-15E1-46DEF228FD64}"/>
              </a:ext>
            </a:extLst>
          </p:cNvPr>
          <p:cNvSpPr>
            <a:spLocks noGrp="1"/>
          </p:cNvSpPr>
          <p:nvPr>
            <p:ph type="ftr" sz="quarter" idx="15"/>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F78498F0-58CF-681B-CAC8-641E3E35D01F}"/>
              </a:ext>
            </a:extLst>
          </p:cNvPr>
          <p:cNvSpPr>
            <a:spLocks noGrp="1"/>
          </p:cNvSpPr>
          <p:nvPr>
            <p:ph type="sldNum" sz="quarter" idx="16"/>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109869064"/>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ED47E9A-5ED0-EFA2-2AB1-8DCD288130B3}"/>
              </a:ext>
            </a:extLst>
          </p:cNvPr>
          <p:cNvSpPr>
            <a:spLocks noGrp="1"/>
          </p:cNvSpPr>
          <p:nvPr>
            <p:ph type="title" hasCustomPrompt="1"/>
          </p:nvPr>
        </p:nvSpPr>
        <p:spPr>
          <a:xfrm>
            <a:off x="1508760" y="5428752"/>
            <a:ext cx="9189720" cy="466344"/>
          </a:xfrm>
        </p:spPr>
        <p:txBody>
          <a:bodyPr>
            <a:normAutofit/>
          </a:bodyPr>
          <a:lstStyle>
            <a:lvl1pPr>
              <a:lnSpc>
                <a:spcPct val="120000"/>
              </a:lnSpc>
              <a:spcBef>
                <a:spcPts val="1000"/>
              </a:spcBef>
              <a:defRPr sz="2200" cap="none" spc="0" baseline="0">
                <a:latin typeface="+mn-lt"/>
              </a:defRPr>
            </a:lvl1pPr>
          </a:lstStyle>
          <a:p>
            <a:r>
              <a:rPr lang="en-US"/>
              <a:t>Quote Author</a:t>
            </a:r>
          </a:p>
        </p:txBody>
      </p:sp>
      <p:sp>
        <p:nvSpPr>
          <p:cNvPr id="7" name="Content Placeholder 7">
            <a:extLst>
              <a:ext uri="{FF2B5EF4-FFF2-40B4-BE49-F238E27FC236}">
                <a16:creationId xmlns:a16="http://schemas.microsoft.com/office/drawing/2014/main" id="{6A1702E0-62FB-C224-7CC1-48B8DC9D8330}"/>
              </a:ext>
            </a:extLst>
          </p:cNvPr>
          <p:cNvSpPr>
            <a:spLocks noGrp="1"/>
          </p:cNvSpPr>
          <p:nvPr>
            <p:ph sz="quarter" idx="13" hasCustomPrompt="1"/>
          </p:nvPr>
        </p:nvSpPr>
        <p:spPr>
          <a:xfrm>
            <a:off x="1487424" y="1164194"/>
            <a:ext cx="9204960" cy="3682126"/>
          </a:xfrm>
        </p:spPr>
        <p:txBody>
          <a:bodyPr anchor="ctr">
            <a:normAutofit/>
          </a:bodyPr>
          <a:lstStyle>
            <a:lvl1pPr marL="0" indent="0">
              <a:lnSpc>
                <a:spcPct val="100000"/>
              </a:lnSpc>
              <a:spcBef>
                <a:spcPts val="0"/>
              </a:spcBef>
              <a:buNone/>
              <a:defRPr sz="4000" cap="all" spc="600" baseline="0">
                <a:solidFill>
                  <a:schemeClr val="bg1"/>
                </a:solidFill>
                <a:highlight>
                  <a:srgbClr val="000000"/>
                </a:highlight>
                <a:latin typeface="+mj-lt"/>
              </a:defRPr>
            </a:lvl1pPr>
          </a:lstStyle>
          <a:p>
            <a:pPr lvl="0"/>
            <a:r>
              <a:rPr lang="en-US"/>
              <a:t>Click to add Quote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4D63035D-22A0-4334-A9AE-2457016C8B47}" type="datetime1">
              <a:rPr lang="en-US" smtClean="0"/>
              <a:t>4/22/2026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8841063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Quote 2">
    <p:bg>
      <p:bgPr>
        <a:solidFill>
          <a:schemeClr val="tx2">
            <a:lumMod val="10000"/>
          </a:schemeClr>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ABB8AB19-AEDC-217A-D173-1E75DCDE368A}"/>
              </a:ext>
            </a:extLst>
          </p:cNvPr>
          <p:cNvSpPr>
            <a:spLocks noGrp="1"/>
          </p:cNvSpPr>
          <p:nvPr>
            <p:ph type="title" hasCustomPrompt="1"/>
          </p:nvPr>
        </p:nvSpPr>
        <p:spPr>
          <a:xfrm>
            <a:off x="1499616" y="5349240"/>
            <a:ext cx="9198864" cy="466344"/>
          </a:xfrm>
        </p:spPr>
        <p:txBody>
          <a:bodyPr>
            <a:normAutofit/>
          </a:bodyPr>
          <a:lstStyle>
            <a:lvl1pPr>
              <a:lnSpc>
                <a:spcPct val="120000"/>
              </a:lnSpc>
              <a:spcBef>
                <a:spcPts val="1000"/>
              </a:spcBef>
              <a:defRPr sz="2200" cap="none" spc="0" baseline="0">
                <a:latin typeface="+mn-lt"/>
              </a:defRPr>
            </a:lvl1pPr>
          </a:lstStyle>
          <a:p>
            <a:r>
              <a:rPr lang="en-US"/>
              <a:t>Quote Author</a:t>
            </a:r>
          </a:p>
        </p:txBody>
      </p:sp>
      <p:sp>
        <p:nvSpPr>
          <p:cNvPr id="7" name="Content Placeholder 7">
            <a:extLst>
              <a:ext uri="{FF2B5EF4-FFF2-40B4-BE49-F238E27FC236}">
                <a16:creationId xmlns:a16="http://schemas.microsoft.com/office/drawing/2014/main" id="{8824DB12-4761-115A-B7C3-84A7B8EA0C2C}"/>
              </a:ext>
            </a:extLst>
          </p:cNvPr>
          <p:cNvSpPr>
            <a:spLocks noGrp="1"/>
          </p:cNvSpPr>
          <p:nvPr>
            <p:ph sz="quarter" idx="13" hasCustomPrompt="1"/>
          </p:nvPr>
        </p:nvSpPr>
        <p:spPr>
          <a:xfrm>
            <a:off x="1493520" y="1344168"/>
            <a:ext cx="9204960" cy="3291840"/>
          </a:xfrm>
        </p:spPr>
        <p:txBody>
          <a:bodyPr anchor="ctr">
            <a:normAutofit/>
          </a:bodyPr>
          <a:lstStyle>
            <a:lvl1pPr marL="0" indent="0">
              <a:lnSpc>
                <a:spcPct val="100000"/>
              </a:lnSpc>
              <a:spcBef>
                <a:spcPts val="0"/>
              </a:spcBef>
              <a:buNone/>
              <a:defRPr sz="4000" cap="all" spc="600" baseline="0">
                <a:solidFill>
                  <a:schemeClr val="bg1"/>
                </a:solidFill>
                <a:highlight>
                  <a:srgbClr val="FFFFFF"/>
                </a:highlight>
                <a:latin typeface="+mj-lt"/>
              </a:defRPr>
            </a:lvl1pPr>
          </a:lstStyle>
          <a:p>
            <a:pPr lvl="0"/>
            <a:r>
              <a:rPr lang="en-US"/>
              <a:t>Click to add Quote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29247CA6-BC1D-429A-A289-4E939E49554A}" type="datetime1">
              <a:rPr lang="en-US" smtClean="0"/>
              <a:t>4/22/2026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77495845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Quote 3">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5EB6EFAB-F8F1-D75D-ADD0-35D3E8380B87}"/>
              </a:ext>
            </a:extLst>
          </p:cNvPr>
          <p:cNvSpPr>
            <a:spLocks noGrp="1"/>
          </p:cNvSpPr>
          <p:nvPr>
            <p:ph type="title" hasCustomPrompt="1"/>
          </p:nvPr>
        </p:nvSpPr>
        <p:spPr>
          <a:xfrm>
            <a:off x="612648" y="5669280"/>
            <a:ext cx="8961120" cy="466344"/>
          </a:xfrm>
        </p:spPr>
        <p:txBody>
          <a:bodyPr anchor="b">
            <a:normAutofit/>
          </a:bodyPr>
          <a:lstStyle>
            <a:lvl1pPr>
              <a:lnSpc>
                <a:spcPct val="120000"/>
              </a:lnSpc>
              <a:spcBef>
                <a:spcPts val="1000"/>
              </a:spcBef>
              <a:defRPr sz="2200" cap="none" spc="0" baseline="0">
                <a:latin typeface="+mn-lt"/>
              </a:defRPr>
            </a:lvl1pPr>
          </a:lstStyle>
          <a:p>
            <a:r>
              <a:rPr lang="en-US"/>
              <a:t>Quote Author</a:t>
            </a:r>
          </a:p>
        </p:txBody>
      </p:sp>
      <p:sp>
        <p:nvSpPr>
          <p:cNvPr id="8" name="Content Placeholder 7">
            <a:extLst>
              <a:ext uri="{FF2B5EF4-FFF2-40B4-BE49-F238E27FC236}">
                <a16:creationId xmlns:a16="http://schemas.microsoft.com/office/drawing/2014/main" id="{9A28042F-A2CA-CE28-9169-9C1C2C6C0D87}"/>
              </a:ext>
            </a:extLst>
          </p:cNvPr>
          <p:cNvSpPr>
            <a:spLocks noGrp="1"/>
          </p:cNvSpPr>
          <p:nvPr>
            <p:ph sz="quarter" idx="13" hasCustomPrompt="1"/>
          </p:nvPr>
        </p:nvSpPr>
        <p:spPr>
          <a:xfrm>
            <a:off x="612648" y="1235710"/>
            <a:ext cx="8961438" cy="3168650"/>
          </a:xfrm>
        </p:spPr>
        <p:txBody>
          <a:bodyPr anchor="ctr">
            <a:normAutofit/>
          </a:bodyPr>
          <a:lstStyle>
            <a:lvl1pPr marL="0" indent="0">
              <a:lnSpc>
                <a:spcPct val="100000"/>
              </a:lnSpc>
              <a:spcBef>
                <a:spcPts val="0"/>
              </a:spcBef>
              <a:buNone/>
              <a:defRPr sz="4400" cap="all" spc="600" baseline="0">
                <a:solidFill>
                  <a:schemeClr val="bg1"/>
                </a:solidFill>
                <a:highlight>
                  <a:srgbClr val="000000"/>
                </a:highlight>
                <a:latin typeface="+mj-lt"/>
              </a:defRPr>
            </a:lvl1pPr>
          </a:lstStyle>
          <a:p>
            <a:pPr lvl="0"/>
            <a:r>
              <a:rPr lang="en-US"/>
              <a:t>Click to add Quote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DF8418BD-2BA9-41CB-AB89-625779A7563D}" type="datetime1">
              <a:rPr lang="en-US" smtClean="0"/>
              <a:t>4/22/2026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98186311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21792" y="603504"/>
            <a:ext cx="10741152" cy="1132258"/>
          </a:xfrm>
        </p:spPr>
        <p:txBody>
          <a:bodyPr/>
          <a:lstStyle>
            <a:lvl1pPr>
              <a:defRPr>
                <a:solidFill>
                  <a:schemeClr val="bg1"/>
                </a:solidFill>
                <a:highlight>
                  <a:srgbClr val="000000"/>
                </a:highlight>
              </a:defRPr>
            </a:lvl1pPr>
          </a:lstStyle>
          <a:p>
            <a:r>
              <a:rPr lang="en-US"/>
              <a:t>Click to edit Master title style</a:t>
            </a:r>
          </a:p>
        </p:txBody>
      </p:sp>
      <p:sp>
        <p:nvSpPr>
          <p:cNvPr id="3" name="Content Placeholder 5">
            <a:extLst>
              <a:ext uri="{FF2B5EF4-FFF2-40B4-BE49-F238E27FC236}">
                <a16:creationId xmlns:a16="http://schemas.microsoft.com/office/drawing/2014/main" id="{6F375645-3969-960F-95E9-FF521D145C63}"/>
              </a:ext>
            </a:extLst>
          </p:cNvPr>
          <p:cNvSpPr>
            <a:spLocks noGrp="1"/>
          </p:cNvSpPr>
          <p:nvPr>
            <p:ph sz="quarter" idx="15"/>
          </p:nvPr>
        </p:nvSpPr>
        <p:spPr>
          <a:xfrm>
            <a:off x="621792" y="1825624"/>
            <a:ext cx="5157788" cy="43513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5">
            <a:extLst>
              <a:ext uri="{FF2B5EF4-FFF2-40B4-BE49-F238E27FC236}">
                <a16:creationId xmlns:a16="http://schemas.microsoft.com/office/drawing/2014/main" id="{FB472D51-340A-8B1E-44B0-506409708C68}"/>
              </a:ext>
            </a:extLst>
          </p:cNvPr>
          <p:cNvSpPr>
            <a:spLocks noGrp="1"/>
          </p:cNvSpPr>
          <p:nvPr>
            <p:ph sz="quarter" idx="16"/>
          </p:nvPr>
        </p:nvSpPr>
        <p:spPr>
          <a:xfrm>
            <a:off x="6172200" y="1825624"/>
            <a:ext cx="5183188" cy="43513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9E765B10-D26A-480A-9509-A9831C5E60D8}" type="datetime1">
              <a:rPr lang="en-US" smtClean="0"/>
              <a:t>4/22/2026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816225555"/>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21792" y="603504"/>
            <a:ext cx="10745788" cy="822960"/>
          </a:xfrm>
        </p:spPr>
        <p:txBody>
          <a:bodyPr/>
          <a:lstStyle>
            <a:lvl1pPr>
              <a:defRPr>
                <a:solidFill>
                  <a:schemeClr val="bg1"/>
                </a:solidFill>
                <a:highlight>
                  <a:srgbClr val="000000"/>
                </a:highlight>
              </a:defRPr>
            </a:lvl1p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21792" y="1554480"/>
            <a:ext cx="5157787" cy="559834"/>
          </a:xfrm>
        </p:spPr>
        <p:txBody>
          <a:bodyPr anchor="b">
            <a:normAutofit/>
          </a:bodyPr>
          <a:lstStyle>
            <a:lvl1pPr marL="0" indent="0">
              <a:lnSpc>
                <a:spcPct val="90000"/>
              </a:lnSpc>
              <a:buNone/>
              <a:defRPr sz="2000" b="1" cap="all" spc="200" baseline="0">
                <a:solidFill>
                  <a:schemeClr val="tx1"/>
                </a:solidFill>
                <a:latin typeface="Franklin Gothic Medium" panose="020B06030201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B785DE4-AACB-128C-17BA-30E12F86F137}"/>
              </a:ext>
            </a:extLst>
          </p:cNvPr>
          <p:cNvSpPr>
            <a:spLocks noGrp="1"/>
          </p:cNvSpPr>
          <p:nvPr>
            <p:ph sz="quarter" idx="15"/>
          </p:nvPr>
        </p:nvSpPr>
        <p:spPr>
          <a:xfrm>
            <a:off x="621792" y="2194559"/>
            <a:ext cx="5157788"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554480"/>
            <a:ext cx="5183188" cy="559834"/>
          </a:xfrm>
        </p:spPr>
        <p:txBody>
          <a:bodyPr anchor="b">
            <a:normAutofit/>
          </a:bodyPr>
          <a:lstStyle>
            <a:lvl1pPr marL="0" indent="0">
              <a:lnSpc>
                <a:spcPct val="90000"/>
              </a:lnSpc>
              <a:buNone/>
              <a:defRPr sz="2000" b="1" cap="all" spc="200" baseline="0">
                <a:solidFill>
                  <a:schemeClr val="tx1"/>
                </a:solidFill>
                <a:latin typeface="Franklin Gothic Medium" panose="020B06030201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Content Placeholder 5">
            <a:extLst>
              <a:ext uri="{FF2B5EF4-FFF2-40B4-BE49-F238E27FC236}">
                <a16:creationId xmlns:a16="http://schemas.microsoft.com/office/drawing/2014/main" id="{3DB6B8D4-5453-863F-5D39-32D600D938E0}"/>
              </a:ext>
            </a:extLst>
          </p:cNvPr>
          <p:cNvSpPr>
            <a:spLocks noGrp="1"/>
          </p:cNvSpPr>
          <p:nvPr>
            <p:ph sz="quarter" idx="16"/>
          </p:nvPr>
        </p:nvSpPr>
        <p:spPr>
          <a:xfrm>
            <a:off x="6172200" y="2194559"/>
            <a:ext cx="5183188"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5BCCB42A-67CE-499B-A4FA-7D4E4469B142}" type="datetime1">
              <a:rPr lang="en-US" smtClean="0"/>
              <a:t>4/22/2026</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552162741"/>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621792" y="603504"/>
            <a:ext cx="10653578" cy="1132258"/>
          </a:xfrm>
        </p:spPr>
        <p:txBody>
          <a:bodyPr/>
          <a:lstStyle>
            <a:lvl1pPr>
              <a:defRPr>
                <a:solidFill>
                  <a:schemeClr val="bg1"/>
                </a:solidFill>
                <a:highlight>
                  <a:srgbClr val="000000"/>
                </a:highlight>
              </a:defRPr>
            </a:lvl1p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EF9E5040-F7E0-40EC-B8E9-CED28200FAA3}" type="datetime1">
              <a:rPr lang="en-US" smtClean="0"/>
              <a:t>4/22/2026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511158505"/>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87CFF128-BAC7-4E0D-8F77-28A571D93B6F}" type="datetime1">
              <a:rPr lang="en-US" smtClean="0"/>
              <a:t>4/22/2026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051970950"/>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21792" y="603504"/>
            <a:ext cx="3595634" cy="1757505"/>
          </a:xfrm>
        </p:spPr>
        <p:txBody>
          <a:bodyPr anchor="t">
            <a:normAutofit/>
          </a:bodyPr>
          <a:lstStyle>
            <a:lvl1pPr>
              <a:defRPr sz="2800">
                <a:solidFill>
                  <a:schemeClr val="bg1"/>
                </a:solidFill>
                <a:highlight>
                  <a:srgbClr val="000000"/>
                </a:highlight>
              </a:defRPr>
            </a:lvl1pPr>
          </a:lstStyle>
          <a:p>
            <a:r>
              <a:rPr lang="en-US"/>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21792" y="2510118"/>
            <a:ext cx="3595634" cy="3794266"/>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5"/>
            <a:ext cx="6440258" cy="5755109"/>
          </a:xfrm>
        </p:spPr>
        <p:txBody>
          <a:bodyPr>
            <a:normAutofit/>
          </a:bodyPr>
          <a:lstStyle>
            <a:lvl1pPr>
              <a:defRPr sz="1400"/>
            </a:lvl1pPr>
            <a:lvl2pPr>
              <a:defRPr sz="1400"/>
            </a:lvl2pPr>
            <a:lvl3pPr>
              <a:defRPr sz="14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12DB3EA1-DD0C-4B8D-8364-52024B4530F1}" type="datetime1">
              <a:rPr lang="en-US" smtClean="0"/>
              <a:t>4/22/2026</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601040022"/>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21792" y="603504"/>
            <a:ext cx="3595634" cy="2212313"/>
          </a:xfrm>
        </p:spPr>
        <p:txBody>
          <a:bodyPr anchor="t">
            <a:normAutofit/>
          </a:bodyPr>
          <a:lstStyle>
            <a:lvl1pPr>
              <a:defRPr sz="2800">
                <a:solidFill>
                  <a:schemeClr val="bg1"/>
                </a:solidFill>
                <a:highlight>
                  <a:srgbClr val="000000"/>
                </a:highlight>
              </a:defRPr>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21792" y="2994211"/>
            <a:ext cx="3585586" cy="3266563"/>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5063319" y="603504"/>
            <a:ext cx="6519080" cy="5779007"/>
          </a:xfrm>
          <a:blipFill dpi="0" rotWithShape="1">
            <a:blip r:embed="rId2">
              <a:alphaModFix amt="70000"/>
            </a:blip>
            <a:srcRect/>
            <a:stretch>
              <a:fillRect/>
            </a:stretch>
          </a:blipFill>
        </p:spPr>
        <p:txBody>
          <a:bodyPr/>
          <a:lstStyle>
            <a:lvl1pPr marL="0" indent="0">
              <a:buFont typeface="Arial" panose="020B0604020202020204" pitchFamily="34" charse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3D157344-9CC7-412D-8C20-072BE86D5A11}" type="datetime1">
              <a:rPr lang="en-US" smtClean="0"/>
              <a:t>4/22/2026</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203357139"/>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Conclusion">
    <p:bg>
      <p:bgPr>
        <a:solidFill>
          <a:schemeClr val="tx2">
            <a:lumMod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6" y="1847088"/>
            <a:ext cx="7342307" cy="1133856"/>
          </a:xfrm>
        </p:spPr>
        <p:txBody>
          <a:bodyPr anchor="b">
            <a:noAutofit/>
          </a:bodyPr>
          <a:lstStyle>
            <a:lvl1pPr>
              <a:defRPr sz="6000">
                <a:solidFill>
                  <a:schemeClr val="bg1"/>
                </a:solidFill>
                <a:highlight>
                  <a:srgbClr val="FFFFFF"/>
                </a:highlight>
              </a:defRPr>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594099"/>
            <a:ext cx="10890374" cy="2743200"/>
          </a:xfrm>
        </p:spPr>
        <p:txBody>
          <a:bodyPr/>
          <a:lstStyle>
            <a:lvl1pPr marL="0" indent="0">
              <a:buNone/>
              <a:defRPr sz="2000"/>
            </a:lvl1pPr>
            <a:lvl2pPr marL="228600" indent="0">
              <a:buNone/>
              <a:defRPr sz="1800"/>
            </a:lvl2pPr>
            <a:lvl3pPr marL="457200" indent="0">
              <a:buNone/>
              <a:defRPr sz="1600"/>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157987AA-E4E6-4FC1-BAD8-09A952212C58}" type="datetime1">
              <a:rPr lang="en-US" smtClean="0"/>
              <a:t>4/22/2026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025577608"/>
      </p:ext>
    </p:extLst>
  </p:cSld>
  <p:clrMapOvr>
    <a:overrideClrMapping bg1="dk1" tx1="lt1" bg2="dk2" tx2="lt2" accent1="accent1" accent2="accent2" accent3="accent3" accent4="accent4" accent5="accent5" accent6="accent6" hlink="hlink" folHlink="folHlink"/>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tx2">
            <a:lumMod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627318"/>
            <a:ext cx="8430767" cy="1842020"/>
          </a:xfrm>
        </p:spPr>
        <p:txBody>
          <a:bodyPr anchor="b">
            <a:noAutofit/>
          </a:bodyPr>
          <a:lstStyle>
            <a:lvl1pPr>
              <a:defRPr sz="6000">
                <a:solidFill>
                  <a:schemeClr val="bg1"/>
                </a:solidFill>
                <a:highlight>
                  <a:srgbClr val="FFFFFF"/>
                </a:highlight>
              </a:defRPr>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12775" y="3622673"/>
            <a:ext cx="8430639" cy="1737360"/>
          </a:xfrm>
        </p:spPr>
        <p:txBody>
          <a:bodyPr>
            <a:noAutofit/>
          </a:bodyPr>
          <a:lstStyle>
            <a:lvl1pPr marL="0" indent="0">
              <a:buNone/>
              <a:defRPr sz="2000"/>
            </a:lvl1pPr>
            <a:lvl2pPr marL="228600" indent="0">
              <a:buNone/>
              <a:defRPr sz="1800"/>
            </a:lvl2pPr>
            <a:lvl3pPr marL="457200" indent="0">
              <a:buNone/>
              <a:defRPr sz="16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043CF65F-0E21-48DE-8D75-4BF66A547E8E}" type="datetime1">
              <a:rPr lang="en-US" smtClean="0"/>
              <a:t>4/22/2026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461788500"/>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64.xml"/><Relationship Id="rId18" Type="http://schemas.openxmlformats.org/officeDocument/2006/relationships/slideLayout" Target="../slideLayouts/slideLayout69.xml"/><Relationship Id="rId26" Type="http://schemas.openxmlformats.org/officeDocument/2006/relationships/slideLayout" Target="../slideLayouts/slideLayout77.xml"/><Relationship Id="rId39" Type="http://schemas.openxmlformats.org/officeDocument/2006/relationships/slideLayout" Target="../slideLayouts/slideLayout90.xml"/><Relationship Id="rId21" Type="http://schemas.openxmlformats.org/officeDocument/2006/relationships/slideLayout" Target="../slideLayouts/slideLayout72.xml"/><Relationship Id="rId34" Type="http://schemas.openxmlformats.org/officeDocument/2006/relationships/slideLayout" Target="../slideLayouts/slideLayout85.xml"/><Relationship Id="rId42" Type="http://schemas.openxmlformats.org/officeDocument/2006/relationships/slideLayout" Target="../slideLayouts/slideLayout93.xml"/><Relationship Id="rId47" Type="http://schemas.openxmlformats.org/officeDocument/2006/relationships/slideLayout" Target="../slideLayouts/slideLayout98.xml"/><Relationship Id="rId50" Type="http://schemas.openxmlformats.org/officeDocument/2006/relationships/slideLayout" Target="../slideLayouts/slideLayout101.xml"/><Relationship Id="rId55" Type="http://schemas.openxmlformats.org/officeDocument/2006/relationships/slideLayout" Target="../slideLayouts/slideLayout106.xml"/><Relationship Id="rId7" Type="http://schemas.openxmlformats.org/officeDocument/2006/relationships/slideLayout" Target="../slideLayouts/slideLayout58.xml"/><Relationship Id="rId2" Type="http://schemas.openxmlformats.org/officeDocument/2006/relationships/slideLayout" Target="../slideLayouts/slideLayout53.xml"/><Relationship Id="rId16" Type="http://schemas.openxmlformats.org/officeDocument/2006/relationships/slideLayout" Target="../slideLayouts/slideLayout67.xml"/><Relationship Id="rId29" Type="http://schemas.openxmlformats.org/officeDocument/2006/relationships/slideLayout" Target="../slideLayouts/slideLayout80.xml"/><Relationship Id="rId11" Type="http://schemas.openxmlformats.org/officeDocument/2006/relationships/slideLayout" Target="../slideLayouts/slideLayout62.xml"/><Relationship Id="rId24" Type="http://schemas.openxmlformats.org/officeDocument/2006/relationships/slideLayout" Target="../slideLayouts/slideLayout75.xml"/><Relationship Id="rId32" Type="http://schemas.openxmlformats.org/officeDocument/2006/relationships/slideLayout" Target="../slideLayouts/slideLayout83.xml"/><Relationship Id="rId37" Type="http://schemas.openxmlformats.org/officeDocument/2006/relationships/slideLayout" Target="../slideLayouts/slideLayout88.xml"/><Relationship Id="rId40" Type="http://schemas.openxmlformats.org/officeDocument/2006/relationships/slideLayout" Target="../slideLayouts/slideLayout91.xml"/><Relationship Id="rId45" Type="http://schemas.openxmlformats.org/officeDocument/2006/relationships/slideLayout" Target="../slideLayouts/slideLayout96.xml"/><Relationship Id="rId53" Type="http://schemas.openxmlformats.org/officeDocument/2006/relationships/slideLayout" Target="../slideLayouts/slideLayout104.xml"/><Relationship Id="rId5" Type="http://schemas.openxmlformats.org/officeDocument/2006/relationships/slideLayout" Target="../slideLayouts/slideLayout56.xml"/><Relationship Id="rId19" Type="http://schemas.openxmlformats.org/officeDocument/2006/relationships/slideLayout" Target="../slideLayouts/slideLayout70.xml"/><Relationship Id="rId4" Type="http://schemas.openxmlformats.org/officeDocument/2006/relationships/slideLayout" Target="../slideLayouts/slideLayout55.xml"/><Relationship Id="rId9" Type="http://schemas.openxmlformats.org/officeDocument/2006/relationships/slideLayout" Target="../slideLayouts/slideLayout60.xml"/><Relationship Id="rId14" Type="http://schemas.openxmlformats.org/officeDocument/2006/relationships/slideLayout" Target="../slideLayouts/slideLayout65.xml"/><Relationship Id="rId22" Type="http://schemas.openxmlformats.org/officeDocument/2006/relationships/slideLayout" Target="../slideLayouts/slideLayout73.xml"/><Relationship Id="rId27" Type="http://schemas.openxmlformats.org/officeDocument/2006/relationships/slideLayout" Target="../slideLayouts/slideLayout78.xml"/><Relationship Id="rId30" Type="http://schemas.openxmlformats.org/officeDocument/2006/relationships/slideLayout" Target="../slideLayouts/slideLayout81.xml"/><Relationship Id="rId35" Type="http://schemas.openxmlformats.org/officeDocument/2006/relationships/slideLayout" Target="../slideLayouts/slideLayout86.xml"/><Relationship Id="rId43" Type="http://schemas.openxmlformats.org/officeDocument/2006/relationships/slideLayout" Target="../slideLayouts/slideLayout94.xml"/><Relationship Id="rId48" Type="http://schemas.openxmlformats.org/officeDocument/2006/relationships/slideLayout" Target="../slideLayouts/slideLayout99.xml"/><Relationship Id="rId56" Type="http://schemas.openxmlformats.org/officeDocument/2006/relationships/slideLayout" Target="../slideLayouts/slideLayout107.xml"/><Relationship Id="rId8" Type="http://schemas.openxmlformats.org/officeDocument/2006/relationships/slideLayout" Target="../slideLayouts/slideLayout59.xml"/><Relationship Id="rId51" Type="http://schemas.openxmlformats.org/officeDocument/2006/relationships/slideLayout" Target="../slideLayouts/slideLayout102.xml"/><Relationship Id="rId3" Type="http://schemas.openxmlformats.org/officeDocument/2006/relationships/slideLayout" Target="../slideLayouts/slideLayout54.xml"/><Relationship Id="rId12" Type="http://schemas.openxmlformats.org/officeDocument/2006/relationships/slideLayout" Target="../slideLayouts/slideLayout63.xml"/><Relationship Id="rId17" Type="http://schemas.openxmlformats.org/officeDocument/2006/relationships/slideLayout" Target="../slideLayouts/slideLayout68.xml"/><Relationship Id="rId25" Type="http://schemas.openxmlformats.org/officeDocument/2006/relationships/slideLayout" Target="../slideLayouts/slideLayout76.xml"/><Relationship Id="rId33" Type="http://schemas.openxmlformats.org/officeDocument/2006/relationships/slideLayout" Target="../slideLayouts/slideLayout84.xml"/><Relationship Id="rId38" Type="http://schemas.openxmlformats.org/officeDocument/2006/relationships/slideLayout" Target="../slideLayouts/slideLayout89.xml"/><Relationship Id="rId46" Type="http://schemas.openxmlformats.org/officeDocument/2006/relationships/slideLayout" Target="../slideLayouts/slideLayout97.xml"/><Relationship Id="rId20" Type="http://schemas.openxmlformats.org/officeDocument/2006/relationships/slideLayout" Target="../slideLayouts/slideLayout71.xml"/><Relationship Id="rId41" Type="http://schemas.openxmlformats.org/officeDocument/2006/relationships/slideLayout" Target="../slideLayouts/slideLayout92.xml"/><Relationship Id="rId54" Type="http://schemas.openxmlformats.org/officeDocument/2006/relationships/slideLayout" Target="../slideLayouts/slideLayout105.xml"/><Relationship Id="rId1" Type="http://schemas.openxmlformats.org/officeDocument/2006/relationships/slideLayout" Target="../slideLayouts/slideLayout52.xml"/><Relationship Id="rId6" Type="http://schemas.openxmlformats.org/officeDocument/2006/relationships/slideLayout" Target="../slideLayouts/slideLayout57.xml"/><Relationship Id="rId15" Type="http://schemas.openxmlformats.org/officeDocument/2006/relationships/slideLayout" Target="../slideLayouts/slideLayout66.xml"/><Relationship Id="rId23" Type="http://schemas.openxmlformats.org/officeDocument/2006/relationships/slideLayout" Target="../slideLayouts/slideLayout74.xml"/><Relationship Id="rId28" Type="http://schemas.openxmlformats.org/officeDocument/2006/relationships/slideLayout" Target="../slideLayouts/slideLayout79.xml"/><Relationship Id="rId36" Type="http://schemas.openxmlformats.org/officeDocument/2006/relationships/slideLayout" Target="../slideLayouts/slideLayout87.xml"/><Relationship Id="rId49" Type="http://schemas.openxmlformats.org/officeDocument/2006/relationships/slideLayout" Target="../slideLayouts/slideLayout100.xml"/><Relationship Id="rId57" Type="http://schemas.openxmlformats.org/officeDocument/2006/relationships/theme" Target="../theme/theme2.xml"/><Relationship Id="rId10" Type="http://schemas.openxmlformats.org/officeDocument/2006/relationships/slideLayout" Target="../slideLayouts/slideLayout61.xml"/><Relationship Id="rId31" Type="http://schemas.openxmlformats.org/officeDocument/2006/relationships/slideLayout" Target="../slideLayouts/slideLayout82.xml"/><Relationship Id="rId44" Type="http://schemas.openxmlformats.org/officeDocument/2006/relationships/slideLayout" Target="../slideLayouts/slideLayout95.xml"/><Relationship Id="rId52" Type="http://schemas.openxmlformats.org/officeDocument/2006/relationships/slideLayout" Target="../slideLayouts/slideLayout10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41600" y="710401"/>
            <a:ext cx="11313600" cy="748247"/>
          </a:xfrm>
          <a:prstGeom prst="rect">
            <a:avLst/>
          </a:prstGeom>
        </p:spPr>
        <p:txBody>
          <a:bodyPr vert="horz" lIns="0" tIns="0" rIns="0" bIns="0" rtlCol="0" anchor="t">
            <a:normAutofit/>
          </a:bodyPr>
          <a:lstStyle/>
          <a:p>
            <a:endParaRPr lang="en-US" noProof="0" dirty="0"/>
          </a:p>
        </p:txBody>
      </p:sp>
      <p:sp>
        <p:nvSpPr>
          <p:cNvPr id="3" name="Text Placeholder 2"/>
          <p:cNvSpPr>
            <a:spLocks noGrp="1"/>
          </p:cNvSpPr>
          <p:nvPr>
            <p:ph type="body" idx="1"/>
          </p:nvPr>
        </p:nvSpPr>
        <p:spPr>
          <a:xfrm>
            <a:off x="441600" y="1944000"/>
            <a:ext cx="11304000" cy="4296000"/>
          </a:xfrm>
          <a:prstGeom prst="rect">
            <a:avLst/>
          </a:prstGeom>
        </p:spPr>
        <p:txBody>
          <a:bodyPr vert="horz" lIns="0" tIns="0" rIns="0" bIns="0" rtlCol="0">
            <a:noAutofit/>
          </a:bodyPr>
          <a:lstStyle/>
          <a:p>
            <a:pPr lvl="0"/>
            <a:r>
              <a:rPr lang="en-US" noProof="0" dirty="0"/>
              <a:t>First Level</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9" name="Espace réservé de la date 28">
            <a:extLst>
              <a:ext uri="{FF2B5EF4-FFF2-40B4-BE49-F238E27FC236}">
                <a16:creationId xmlns:a16="http://schemas.microsoft.com/office/drawing/2014/main" id="{B6D8E440-8C31-4584-85CD-3DE2B7815CCC}"/>
              </a:ext>
            </a:extLst>
          </p:cNvPr>
          <p:cNvSpPr>
            <a:spLocks noGrp="1"/>
          </p:cNvSpPr>
          <p:nvPr userDrawn="1">
            <p:ph type="dt" sz="half" idx="2"/>
          </p:nvPr>
        </p:nvSpPr>
        <p:spPr>
          <a:xfrm>
            <a:off x="4724400" y="6106773"/>
            <a:ext cx="2743200" cy="366183"/>
          </a:xfrm>
          <a:prstGeom prst="rect">
            <a:avLst/>
          </a:prstGeom>
        </p:spPr>
        <p:txBody>
          <a:bodyPr vert="horz" lIns="91440" tIns="45720" rIns="91440" bIns="45720" rtlCol="0" anchor="ctr"/>
          <a:lstStyle>
            <a:lvl1pPr algn="ctr">
              <a:defRPr sz="1467" b="0" i="0" spc="27" baseline="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endParaRPr lang="en-US" noProof="0" dirty="0"/>
          </a:p>
        </p:txBody>
      </p:sp>
      <p:sp>
        <p:nvSpPr>
          <p:cNvPr id="6" name="Slide Number Placeholder 5"/>
          <p:cNvSpPr>
            <a:spLocks noGrp="1"/>
          </p:cNvSpPr>
          <p:nvPr userDrawn="1">
            <p:ph type="sldNum" sz="quarter" idx="4"/>
          </p:nvPr>
        </p:nvSpPr>
        <p:spPr>
          <a:xfrm>
            <a:off x="11114968" y="6427327"/>
            <a:ext cx="635000" cy="274324"/>
          </a:xfrm>
          <a:prstGeom prst="rect">
            <a:avLst/>
          </a:prstGeom>
        </p:spPr>
        <p:txBody>
          <a:bodyPr vert="horz" lIns="0" tIns="0" rIns="0" bIns="0" rtlCol="0" anchor="ctr"/>
          <a:lstStyle>
            <a:lvl1pPr algn="r">
              <a:defRPr sz="1200" b="0" i="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fld id="{6B54B0F7-55DD-40D6-B7F4-70B586885C0B}" type="slidenum">
              <a:rPr lang="en-US" noProof="0" smtClean="0"/>
              <a:pPr/>
              <a:t>‹#›</a:t>
            </a:fld>
            <a:endParaRPr lang="en-US" noProof="0" dirty="0"/>
          </a:p>
        </p:txBody>
      </p:sp>
      <p:grpSp>
        <p:nvGrpSpPr>
          <p:cNvPr id="10" name="Graphique 7">
            <a:extLst>
              <a:ext uri="{FF2B5EF4-FFF2-40B4-BE49-F238E27FC236}">
                <a16:creationId xmlns:a16="http://schemas.microsoft.com/office/drawing/2014/main" id="{6A66B5A4-BE29-4194-A788-255CA3752BC0}"/>
              </a:ext>
            </a:extLst>
          </p:cNvPr>
          <p:cNvGrpSpPr>
            <a:grpSpLocks noChangeAspect="1"/>
          </p:cNvGrpSpPr>
          <p:nvPr userDrawn="1"/>
        </p:nvGrpSpPr>
        <p:grpSpPr>
          <a:xfrm>
            <a:off x="442166" y="6329527"/>
            <a:ext cx="1071853" cy="275084"/>
            <a:chOff x="4768103" y="-471733"/>
            <a:chExt cx="744723" cy="191124"/>
          </a:xfrm>
          <a:solidFill>
            <a:srgbClr val="FFFFFF"/>
          </a:solidFill>
        </p:grpSpPr>
        <p:sp>
          <p:nvSpPr>
            <p:cNvPr id="13" name="Forme libre : forme 9">
              <a:extLst>
                <a:ext uri="{FF2B5EF4-FFF2-40B4-BE49-F238E27FC236}">
                  <a16:creationId xmlns:a16="http://schemas.microsoft.com/office/drawing/2014/main" id="{A7D23DBC-0CE7-4B8C-AB18-B9D29B71215B}"/>
                </a:ext>
              </a:extLst>
            </p:cNvPr>
            <p:cNvSpPr/>
            <p:nvPr userDrawn="1"/>
          </p:nvSpPr>
          <p:spPr>
            <a:xfrm>
              <a:off x="4770087" y="-471716"/>
              <a:ext cx="740699" cy="191096"/>
            </a:xfrm>
            <a:custGeom>
              <a:avLst/>
              <a:gdLst>
                <a:gd name="connsiteX0" fmla="*/ 689325 w 740699"/>
                <a:gd name="connsiteY0" fmla="*/ 7347 h 191096"/>
                <a:gd name="connsiteX1" fmla="*/ 688790 w 740699"/>
                <a:gd name="connsiteY1" fmla="*/ 10847 h 191096"/>
                <a:gd name="connsiteX2" fmla="*/ 686092 w 740699"/>
                <a:gd name="connsiteY2" fmla="*/ 24840 h 191096"/>
                <a:gd name="connsiteX3" fmla="*/ 680980 w 740699"/>
                <a:gd name="connsiteY3" fmla="*/ 29953 h 191096"/>
                <a:gd name="connsiteX4" fmla="*/ 667797 w 740699"/>
                <a:gd name="connsiteY4" fmla="*/ 28608 h 191096"/>
                <a:gd name="connsiteX5" fmla="*/ 646528 w 740699"/>
                <a:gd name="connsiteY5" fmla="*/ 50946 h 191096"/>
                <a:gd name="connsiteX6" fmla="*/ 646528 w 740699"/>
                <a:gd name="connsiteY6" fmla="*/ 53911 h 191096"/>
                <a:gd name="connsiteX7" fmla="*/ 680712 w 740699"/>
                <a:gd name="connsiteY7" fmla="*/ 53911 h 191096"/>
                <a:gd name="connsiteX8" fmla="*/ 686092 w 740699"/>
                <a:gd name="connsiteY8" fmla="*/ 59559 h 191096"/>
                <a:gd name="connsiteX9" fmla="*/ 686092 w 740699"/>
                <a:gd name="connsiteY9" fmla="*/ 78130 h 191096"/>
                <a:gd name="connsiteX10" fmla="*/ 680712 w 740699"/>
                <a:gd name="connsiteY10" fmla="*/ 83518 h 191096"/>
                <a:gd name="connsiteX11" fmla="*/ 646528 w 740699"/>
                <a:gd name="connsiteY11" fmla="*/ 83518 h 191096"/>
                <a:gd name="connsiteX12" fmla="*/ 646528 w 740699"/>
                <a:gd name="connsiteY12" fmla="*/ 183097 h 191096"/>
                <a:gd name="connsiteX13" fmla="*/ 641148 w 740699"/>
                <a:gd name="connsiteY13" fmla="*/ 188485 h 191096"/>
                <a:gd name="connsiteX14" fmla="*/ 617197 w 740699"/>
                <a:gd name="connsiteY14" fmla="*/ 188485 h 191096"/>
                <a:gd name="connsiteX15" fmla="*/ 611809 w 740699"/>
                <a:gd name="connsiteY15" fmla="*/ 183097 h 191096"/>
                <a:gd name="connsiteX16" fmla="*/ 611809 w 740699"/>
                <a:gd name="connsiteY16" fmla="*/ 56602 h 191096"/>
                <a:gd name="connsiteX17" fmla="*/ 666987 w 740699"/>
                <a:gd name="connsiteY17" fmla="*/ 79 h 191096"/>
                <a:gd name="connsiteX18" fmla="*/ 683945 w 740699"/>
                <a:gd name="connsiteY18" fmla="*/ 1966 h 191096"/>
                <a:gd name="connsiteX19" fmla="*/ 689325 w 740699"/>
                <a:gd name="connsiteY19" fmla="*/ 7347 h 191096"/>
                <a:gd name="connsiteX20" fmla="*/ 741003 w 740699"/>
                <a:gd name="connsiteY20" fmla="*/ 59292 h 191096"/>
                <a:gd name="connsiteX21" fmla="*/ 741003 w 740699"/>
                <a:gd name="connsiteY21" fmla="*/ 183097 h 191096"/>
                <a:gd name="connsiteX22" fmla="*/ 735615 w 740699"/>
                <a:gd name="connsiteY22" fmla="*/ 188485 h 191096"/>
                <a:gd name="connsiteX23" fmla="*/ 711396 w 740699"/>
                <a:gd name="connsiteY23" fmla="*/ 188485 h 191096"/>
                <a:gd name="connsiteX24" fmla="*/ 706008 w 740699"/>
                <a:gd name="connsiteY24" fmla="*/ 183097 h 191096"/>
                <a:gd name="connsiteX25" fmla="*/ 706008 w 740699"/>
                <a:gd name="connsiteY25" fmla="*/ 59292 h 191096"/>
                <a:gd name="connsiteX26" fmla="*/ 711396 w 740699"/>
                <a:gd name="connsiteY26" fmla="*/ 53911 h 191096"/>
                <a:gd name="connsiteX27" fmla="*/ 735615 w 740699"/>
                <a:gd name="connsiteY27" fmla="*/ 53911 h 191096"/>
                <a:gd name="connsiteX28" fmla="*/ 741003 w 740699"/>
                <a:gd name="connsiteY28" fmla="*/ 59292 h 191096"/>
                <a:gd name="connsiteX29" fmla="*/ 518954 w 740699"/>
                <a:gd name="connsiteY29" fmla="*/ 158879 h 191096"/>
                <a:gd name="connsiteX30" fmla="*/ 485847 w 740699"/>
                <a:gd name="connsiteY30" fmla="*/ 121195 h 191096"/>
                <a:gd name="connsiteX31" fmla="*/ 517074 w 740699"/>
                <a:gd name="connsiteY31" fmla="*/ 83518 h 191096"/>
                <a:gd name="connsiteX32" fmla="*/ 550173 w 740699"/>
                <a:gd name="connsiteY32" fmla="*/ 121195 h 191096"/>
                <a:gd name="connsiteX33" fmla="*/ 518954 w 740699"/>
                <a:gd name="connsiteY33" fmla="*/ 158879 h 191096"/>
                <a:gd name="connsiteX34" fmla="*/ 517074 w 740699"/>
                <a:gd name="connsiteY34" fmla="*/ 51221 h 191096"/>
                <a:gd name="connsiteX35" fmla="*/ 450317 w 740699"/>
                <a:gd name="connsiteY35" fmla="*/ 121195 h 191096"/>
                <a:gd name="connsiteX36" fmla="*/ 518954 w 740699"/>
                <a:gd name="connsiteY36" fmla="*/ 191176 h 191096"/>
                <a:gd name="connsiteX37" fmla="*/ 585702 w 740699"/>
                <a:gd name="connsiteY37" fmla="*/ 121195 h 191096"/>
                <a:gd name="connsiteX38" fmla="*/ 517074 w 740699"/>
                <a:gd name="connsiteY38" fmla="*/ 51221 h 191096"/>
                <a:gd name="connsiteX39" fmla="*/ 424486 w 740699"/>
                <a:gd name="connsiteY39" fmla="*/ 101813 h 191096"/>
                <a:gd name="connsiteX40" fmla="*/ 424486 w 740699"/>
                <a:gd name="connsiteY40" fmla="*/ 183097 h 191096"/>
                <a:gd name="connsiteX41" fmla="*/ 419098 w 740699"/>
                <a:gd name="connsiteY41" fmla="*/ 188485 h 191096"/>
                <a:gd name="connsiteX42" fmla="*/ 394880 w 740699"/>
                <a:gd name="connsiteY42" fmla="*/ 188485 h 191096"/>
                <a:gd name="connsiteX43" fmla="*/ 389492 w 740699"/>
                <a:gd name="connsiteY43" fmla="*/ 183097 h 191096"/>
                <a:gd name="connsiteX44" fmla="*/ 389492 w 740699"/>
                <a:gd name="connsiteY44" fmla="*/ 106391 h 191096"/>
                <a:gd name="connsiteX45" fmla="*/ 363385 w 740699"/>
                <a:gd name="connsiteY45" fmla="*/ 83518 h 191096"/>
                <a:gd name="connsiteX46" fmla="*/ 343469 w 740699"/>
                <a:gd name="connsiteY46" fmla="*/ 85665 h 191096"/>
                <a:gd name="connsiteX47" fmla="*/ 337012 w 740699"/>
                <a:gd name="connsiteY47" fmla="*/ 92666 h 191096"/>
                <a:gd name="connsiteX48" fmla="*/ 337012 w 740699"/>
                <a:gd name="connsiteY48" fmla="*/ 183097 h 191096"/>
                <a:gd name="connsiteX49" fmla="*/ 331624 w 740699"/>
                <a:gd name="connsiteY49" fmla="*/ 188485 h 191096"/>
                <a:gd name="connsiteX50" fmla="*/ 307405 w 740699"/>
                <a:gd name="connsiteY50" fmla="*/ 188485 h 191096"/>
                <a:gd name="connsiteX51" fmla="*/ 302017 w 740699"/>
                <a:gd name="connsiteY51" fmla="*/ 183097 h 191096"/>
                <a:gd name="connsiteX52" fmla="*/ 302017 w 740699"/>
                <a:gd name="connsiteY52" fmla="*/ 71672 h 191096"/>
                <a:gd name="connsiteX53" fmla="*/ 308750 w 740699"/>
                <a:gd name="connsiteY53" fmla="*/ 60904 h 191096"/>
                <a:gd name="connsiteX54" fmla="*/ 362850 w 740699"/>
                <a:gd name="connsiteY54" fmla="*/ 51221 h 191096"/>
                <a:gd name="connsiteX55" fmla="*/ 424486 w 740699"/>
                <a:gd name="connsiteY55" fmla="*/ 101813 h 191096"/>
                <a:gd name="connsiteX56" fmla="*/ 122497 w 740699"/>
                <a:gd name="connsiteY56" fmla="*/ 167759 h 191096"/>
                <a:gd name="connsiteX57" fmla="*/ 120342 w 740699"/>
                <a:gd name="connsiteY57" fmla="*/ 183097 h 191096"/>
                <a:gd name="connsiteX58" fmla="*/ 113350 w 740699"/>
                <a:gd name="connsiteY58" fmla="*/ 188485 h 191096"/>
                <a:gd name="connsiteX59" fmla="*/ 89123 w 740699"/>
                <a:gd name="connsiteY59" fmla="*/ 188485 h 191096"/>
                <a:gd name="connsiteX60" fmla="*/ 85088 w 740699"/>
                <a:gd name="connsiteY60" fmla="*/ 184718 h 191096"/>
                <a:gd name="connsiteX61" fmla="*/ 85356 w 740699"/>
                <a:gd name="connsiteY61" fmla="*/ 183097 h 191096"/>
                <a:gd name="connsiteX62" fmla="*/ 86968 w 740699"/>
                <a:gd name="connsiteY62" fmla="*/ 173140 h 191096"/>
                <a:gd name="connsiteX63" fmla="*/ 303 w 740699"/>
                <a:gd name="connsiteY63" fmla="*/ 98589 h 191096"/>
                <a:gd name="connsiteX64" fmla="*/ 59517 w 740699"/>
                <a:gd name="connsiteY64" fmla="*/ 50144 h 191096"/>
                <a:gd name="connsiteX65" fmla="*/ 115230 w 740699"/>
                <a:gd name="connsiteY65" fmla="*/ 64404 h 191096"/>
                <a:gd name="connsiteX66" fmla="*/ 118462 w 740699"/>
                <a:gd name="connsiteY66" fmla="*/ 69792 h 191096"/>
                <a:gd name="connsiteX67" fmla="*/ 117385 w 740699"/>
                <a:gd name="connsiteY67" fmla="*/ 74362 h 191096"/>
                <a:gd name="connsiteX68" fmla="*/ 109039 w 740699"/>
                <a:gd name="connsiteY68" fmla="*/ 92131 h 191096"/>
                <a:gd name="connsiteX69" fmla="*/ 103116 w 740699"/>
                <a:gd name="connsiteY69" fmla="*/ 95899 h 191096"/>
                <a:gd name="connsiteX70" fmla="*/ 99081 w 740699"/>
                <a:gd name="connsiteY70" fmla="*/ 94821 h 191096"/>
                <a:gd name="connsiteX71" fmla="*/ 58439 w 740699"/>
                <a:gd name="connsiteY71" fmla="*/ 82708 h 191096"/>
                <a:gd name="connsiteX72" fmla="*/ 35833 w 740699"/>
                <a:gd name="connsiteY72" fmla="*/ 96166 h 191096"/>
                <a:gd name="connsiteX73" fmla="*/ 122497 w 740699"/>
                <a:gd name="connsiteY73" fmla="*/ 167759 h 191096"/>
                <a:gd name="connsiteX74" fmla="*/ 234191 w 740699"/>
                <a:gd name="connsiteY74" fmla="*/ 149189 h 191096"/>
                <a:gd name="connsiteX75" fmla="*/ 227466 w 740699"/>
                <a:gd name="connsiteY75" fmla="*/ 156456 h 191096"/>
                <a:gd name="connsiteX76" fmla="*/ 209162 w 740699"/>
                <a:gd name="connsiteY76" fmla="*/ 158879 h 191096"/>
                <a:gd name="connsiteX77" fmla="*/ 175788 w 740699"/>
                <a:gd name="connsiteY77" fmla="*/ 121195 h 191096"/>
                <a:gd name="connsiteX78" fmla="*/ 209162 w 740699"/>
                <a:gd name="connsiteY78" fmla="*/ 83518 h 191096"/>
                <a:gd name="connsiteX79" fmla="*/ 227466 w 740699"/>
                <a:gd name="connsiteY79" fmla="*/ 85941 h 191096"/>
                <a:gd name="connsiteX80" fmla="*/ 234191 w 740699"/>
                <a:gd name="connsiteY80" fmla="*/ 93201 h 191096"/>
                <a:gd name="connsiteX81" fmla="*/ 234191 w 740699"/>
                <a:gd name="connsiteY81" fmla="*/ 149189 h 191096"/>
                <a:gd name="connsiteX82" fmla="*/ 262452 w 740699"/>
                <a:gd name="connsiteY82" fmla="*/ 61179 h 191096"/>
                <a:gd name="connsiteX83" fmla="*/ 209430 w 740699"/>
                <a:gd name="connsiteY83" fmla="*/ 51221 h 191096"/>
                <a:gd name="connsiteX84" fmla="*/ 140258 w 740699"/>
                <a:gd name="connsiteY84" fmla="*/ 121195 h 191096"/>
                <a:gd name="connsiteX85" fmla="*/ 208895 w 740699"/>
                <a:gd name="connsiteY85" fmla="*/ 191176 h 191096"/>
                <a:gd name="connsiteX86" fmla="*/ 262452 w 740699"/>
                <a:gd name="connsiteY86" fmla="*/ 180407 h 191096"/>
                <a:gd name="connsiteX87" fmla="*/ 269185 w 740699"/>
                <a:gd name="connsiteY87" fmla="*/ 169639 h 191096"/>
                <a:gd name="connsiteX88" fmla="*/ 269185 w 740699"/>
                <a:gd name="connsiteY88" fmla="*/ 71940 h 191096"/>
                <a:gd name="connsiteX89" fmla="*/ 262452 w 740699"/>
                <a:gd name="connsiteY89" fmla="*/ 61179 h 191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740699" h="191096">
                  <a:moveTo>
                    <a:pt x="689325" y="7347"/>
                  </a:moveTo>
                  <a:cubicBezTo>
                    <a:pt x="689325" y="8511"/>
                    <a:pt x="689026" y="9604"/>
                    <a:pt x="688790" y="10847"/>
                  </a:cubicBezTo>
                  <a:lnTo>
                    <a:pt x="686092" y="24840"/>
                  </a:lnTo>
                  <a:cubicBezTo>
                    <a:pt x="685558" y="28073"/>
                    <a:pt x="684213" y="29953"/>
                    <a:pt x="680980" y="29953"/>
                  </a:cubicBezTo>
                  <a:cubicBezTo>
                    <a:pt x="678974" y="29953"/>
                    <a:pt x="673177" y="28608"/>
                    <a:pt x="667797" y="28608"/>
                  </a:cubicBezTo>
                  <a:cubicBezTo>
                    <a:pt x="652993" y="28608"/>
                    <a:pt x="646528" y="36143"/>
                    <a:pt x="646528" y="50946"/>
                  </a:cubicBezTo>
                  <a:lnTo>
                    <a:pt x="646528" y="53911"/>
                  </a:lnTo>
                  <a:lnTo>
                    <a:pt x="680712" y="53911"/>
                  </a:lnTo>
                  <a:cubicBezTo>
                    <a:pt x="684213" y="53911"/>
                    <a:pt x="686092" y="56059"/>
                    <a:pt x="686092" y="59559"/>
                  </a:cubicBezTo>
                  <a:lnTo>
                    <a:pt x="686092" y="78130"/>
                  </a:lnTo>
                  <a:cubicBezTo>
                    <a:pt x="686092" y="81363"/>
                    <a:pt x="684213" y="83518"/>
                    <a:pt x="680712" y="83518"/>
                  </a:cubicBezTo>
                  <a:lnTo>
                    <a:pt x="646528" y="83518"/>
                  </a:lnTo>
                  <a:lnTo>
                    <a:pt x="646528" y="183097"/>
                  </a:lnTo>
                  <a:cubicBezTo>
                    <a:pt x="646528" y="186330"/>
                    <a:pt x="644380" y="188485"/>
                    <a:pt x="641148" y="188485"/>
                  </a:cubicBezTo>
                  <a:lnTo>
                    <a:pt x="617197" y="188485"/>
                  </a:lnTo>
                  <a:cubicBezTo>
                    <a:pt x="613964" y="188485"/>
                    <a:pt x="611809" y="186330"/>
                    <a:pt x="611809" y="183097"/>
                  </a:cubicBezTo>
                  <a:lnTo>
                    <a:pt x="611809" y="56602"/>
                  </a:lnTo>
                  <a:cubicBezTo>
                    <a:pt x="611809" y="17839"/>
                    <a:pt x="633612" y="79"/>
                    <a:pt x="666987" y="79"/>
                  </a:cubicBezTo>
                  <a:cubicBezTo>
                    <a:pt x="672729" y="79"/>
                    <a:pt x="678557" y="621"/>
                    <a:pt x="683945" y="1966"/>
                  </a:cubicBezTo>
                  <a:cubicBezTo>
                    <a:pt x="687713" y="2769"/>
                    <a:pt x="689325" y="4358"/>
                    <a:pt x="689325" y="7347"/>
                  </a:cubicBezTo>
                  <a:moveTo>
                    <a:pt x="741003" y="59292"/>
                  </a:moveTo>
                  <a:lnTo>
                    <a:pt x="741003" y="183097"/>
                  </a:lnTo>
                  <a:cubicBezTo>
                    <a:pt x="741003" y="186330"/>
                    <a:pt x="738848" y="188485"/>
                    <a:pt x="735615" y="188485"/>
                  </a:cubicBezTo>
                  <a:lnTo>
                    <a:pt x="711396" y="188485"/>
                  </a:lnTo>
                  <a:cubicBezTo>
                    <a:pt x="708164" y="188485"/>
                    <a:pt x="706008" y="186330"/>
                    <a:pt x="706008" y="183097"/>
                  </a:cubicBezTo>
                  <a:lnTo>
                    <a:pt x="706008" y="59292"/>
                  </a:lnTo>
                  <a:cubicBezTo>
                    <a:pt x="706008" y="56059"/>
                    <a:pt x="708164" y="53911"/>
                    <a:pt x="711396" y="53911"/>
                  </a:cubicBezTo>
                  <a:lnTo>
                    <a:pt x="735615" y="53911"/>
                  </a:lnTo>
                  <a:cubicBezTo>
                    <a:pt x="738848" y="53911"/>
                    <a:pt x="741003" y="56059"/>
                    <a:pt x="741003" y="59292"/>
                  </a:cubicBezTo>
                  <a:moveTo>
                    <a:pt x="518954" y="158879"/>
                  </a:moveTo>
                  <a:cubicBezTo>
                    <a:pt x="499038" y="158879"/>
                    <a:pt x="485847" y="145956"/>
                    <a:pt x="485847" y="121195"/>
                  </a:cubicBezTo>
                  <a:cubicBezTo>
                    <a:pt x="485847" y="96433"/>
                    <a:pt x="499038" y="83518"/>
                    <a:pt x="517074" y="83518"/>
                  </a:cubicBezTo>
                  <a:cubicBezTo>
                    <a:pt x="536990" y="83518"/>
                    <a:pt x="550173" y="96433"/>
                    <a:pt x="550173" y="121195"/>
                  </a:cubicBezTo>
                  <a:cubicBezTo>
                    <a:pt x="550173" y="145956"/>
                    <a:pt x="536990" y="158879"/>
                    <a:pt x="518954" y="158879"/>
                  </a:cubicBezTo>
                  <a:moveTo>
                    <a:pt x="517074" y="51221"/>
                  </a:moveTo>
                  <a:cubicBezTo>
                    <a:pt x="476699" y="51221"/>
                    <a:pt x="450317" y="80553"/>
                    <a:pt x="450317" y="121195"/>
                  </a:cubicBezTo>
                  <a:cubicBezTo>
                    <a:pt x="450317" y="161837"/>
                    <a:pt x="476699" y="191176"/>
                    <a:pt x="518954" y="191176"/>
                  </a:cubicBezTo>
                  <a:cubicBezTo>
                    <a:pt x="559328" y="191176"/>
                    <a:pt x="585702" y="161837"/>
                    <a:pt x="585702" y="121195"/>
                  </a:cubicBezTo>
                  <a:cubicBezTo>
                    <a:pt x="585702" y="80553"/>
                    <a:pt x="559328" y="51221"/>
                    <a:pt x="517074" y="51221"/>
                  </a:cubicBezTo>
                  <a:moveTo>
                    <a:pt x="424486" y="101813"/>
                  </a:moveTo>
                  <a:lnTo>
                    <a:pt x="424486" y="183097"/>
                  </a:lnTo>
                  <a:cubicBezTo>
                    <a:pt x="424486" y="186330"/>
                    <a:pt x="422331" y="188485"/>
                    <a:pt x="419098" y="188485"/>
                  </a:cubicBezTo>
                  <a:lnTo>
                    <a:pt x="394880" y="188485"/>
                  </a:lnTo>
                  <a:cubicBezTo>
                    <a:pt x="391647" y="188485"/>
                    <a:pt x="389492" y="186330"/>
                    <a:pt x="389492" y="183097"/>
                  </a:cubicBezTo>
                  <a:lnTo>
                    <a:pt x="389492" y="106391"/>
                  </a:lnTo>
                  <a:cubicBezTo>
                    <a:pt x="389492" y="90243"/>
                    <a:pt x="377921" y="83518"/>
                    <a:pt x="363385" y="83518"/>
                  </a:cubicBezTo>
                  <a:cubicBezTo>
                    <a:pt x="355040" y="83518"/>
                    <a:pt x="350470" y="84053"/>
                    <a:pt x="343469" y="85665"/>
                  </a:cubicBezTo>
                  <a:cubicBezTo>
                    <a:pt x="339159" y="86743"/>
                    <a:pt x="337012" y="88631"/>
                    <a:pt x="337012" y="92666"/>
                  </a:cubicBezTo>
                  <a:lnTo>
                    <a:pt x="337012" y="183097"/>
                  </a:lnTo>
                  <a:cubicBezTo>
                    <a:pt x="337012" y="186330"/>
                    <a:pt x="334856" y="188485"/>
                    <a:pt x="331624" y="188485"/>
                  </a:cubicBezTo>
                  <a:lnTo>
                    <a:pt x="307405" y="188485"/>
                  </a:lnTo>
                  <a:cubicBezTo>
                    <a:pt x="304172" y="188485"/>
                    <a:pt x="302017" y="186330"/>
                    <a:pt x="302017" y="183097"/>
                  </a:cubicBezTo>
                  <a:lnTo>
                    <a:pt x="302017" y="71672"/>
                  </a:lnTo>
                  <a:cubicBezTo>
                    <a:pt x="302017" y="65482"/>
                    <a:pt x="304982" y="62249"/>
                    <a:pt x="308750" y="60904"/>
                  </a:cubicBezTo>
                  <a:cubicBezTo>
                    <a:pt x="328399" y="53911"/>
                    <a:pt x="346970" y="51221"/>
                    <a:pt x="362850" y="51221"/>
                  </a:cubicBezTo>
                  <a:cubicBezTo>
                    <a:pt x="404295" y="51221"/>
                    <a:pt x="424486" y="68982"/>
                    <a:pt x="424486" y="101813"/>
                  </a:cubicBezTo>
                  <a:moveTo>
                    <a:pt x="122497" y="167759"/>
                  </a:moveTo>
                  <a:cubicBezTo>
                    <a:pt x="122497" y="172337"/>
                    <a:pt x="121963" y="178528"/>
                    <a:pt x="120342" y="183097"/>
                  </a:cubicBezTo>
                  <a:cubicBezTo>
                    <a:pt x="118997" y="187140"/>
                    <a:pt x="117385" y="188485"/>
                    <a:pt x="113350" y="188485"/>
                  </a:cubicBezTo>
                  <a:lnTo>
                    <a:pt x="89123" y="188485"/>
                  </a:lnTo>
                  <a:cubicBezTo>
                    <a:pt x="86433" y="188485"/>
                    <a:pt x="85088" y="186865"/>
                    <a:pt x="85088" y="184718"/>
                  </a:cubicBezTo>
                  <a:cubicBezTo>
                    <a:pt x="85088" y="184175"/>
                    <a:pt x="85088" y="183640"/>
                    <a:pt x="85356" y="183097"/>
                  </a:cubicBezTo>
                  <a:cubicBezTo>
                    <a:pt x="86433" y="179597"/>
                    <a:pt x="86968" y="177175"/>
                    <a:pt x="86968" y="173140"/>
                  </a:cubicBezTo>
                  <a:cubicBezTo>
                    <a:pt x="86968" y="133559"/>
                    <a:pt x="303" y="155646"/>
                    <a:pt x="303" y="98589"/>
                  </a:cubicBezTo>
                  <a:cubicBezTo>
                    <a:pt x="303" y="69517"/>
                    <a:pt x="23452" y="50144"/>
                    <a:pt x="59517" y="50144"/>
                  </a:cubicBezTo>
                  <a:cubicBezTo>
                    <a:pt x="78623" y="50144"/>
                    <a:pt x="98546" y="54714"/>
                    <a:pt x="115230" y="64404"/>
                  </a:cubicBezTo>
                  <a:cubicBezTo>
                    <a:pt x="117393" y="65490"/>
                    <a:pt x="118462" y="67637"/>
                    <a:pt x="118462" y="69792"/>
                  </a:cubicBezTo>
                  <a:cubicBezTo>
                    <a:pt x="118462" y="71137"/>
                    <a:pt x="118164" y="72710"/>
                    <a:pt x="117385" y="74362"/>
                  </a:cubicBezTo>
                  <a:lnTo>
                    <a:pt x="109039" y="92131"/>
                  </a:lnTo>
                  <a:cubicBezTo>
                    <a:pt x="107962" y="94553"/>
                    <a:pt x="105539" y="95899"/>
                    <a:pt x="103116" y="95899"/>
                  </a:cubicBezTo>
                  <a:cubicBezTo>
                    <a:pt x="101771" y="95899"/>
                    <a:pt x="100426" y="95623"/>
                    <a:pt x="99081" y="94821"/>
                  </a:cubicBezTo>
                  <a:cubicBezTo>
                    <a:pt x="85356" y="87286"/>
                    <a:pt x="72165" y="82708"/>
                    <a:pt x="58439" y="82708"/>
                  </a:cubicBezTo>
                  <a:cubicBezTo>
                    <a:pt x="44179" y="82708"/>
                    <a:pt x="35833" y="87923"/>
                    <a:pt x="35833" y="96166"/>
                  </a:cubicBezTo>
                  <a:cubicBezTo>
                    <a:pt x="35833" y="121368"/>
                    <a:pt x="122497" y="106659"/>
                    <a:pt x="122497" y="167759"/>
                  </a:cubicBezTo>
                  <a:moveTo>
                    <a:pt x="234191" y="149189"/>
                  </a:moveTo>
                  <a:cubicBezTo>
                    <a:pt x="234191" y="153224"/>
                    <a:pt x="232043" y="155111"/>
                    <a:pt x="227466" y="156456"/>
                  </a:cubicBezTo>
                  <a:cubicBezTo>
                    <a:pt x="221543" y="158069"/>
                    <a:pt x="216430" y="158879"/>
                    <a:pt x="209162" y="158879"/>
                  </a:cubicBezTo>
                  <a:cubicBezTo>
                    <a:pt x="191936" y="158879"/>
                    <a:pt x="175788" y="148646"/>
                    <a:pt x="175788" y="121195"/>
                  </a:cubicBezTo>
                  <a:cubicBezTo>
                    <a:pt x="175788" y="93743"/>
                    <a:pt x="191936" y="83518"/>
                    <a:pt x="209162" y="83518"/>
                  </a:cubicBezTo>
                  <a:cubicBezTo>
                    <a:pt x="216430" y="83518"/>
                    <a:pt x="221543" y="84320"/>
                    <a:pt x="227466" y="85941"/>
                  </a:cubicBezTo>
                  <a:cubicBezTo>
                    <a:pt x="232043" y="87286"/>
                    <a:pt x="234191" y="89165"/>
                    <a:pt x="234191" y="93201"/>
                  </a:cubicBezTo>
                  <a:lnTo>
                    <a:pt x="234191" y="149189"/>
                  </a:lnTo>
                  <a:close/>
                  <a:moveTo>
                    <a:pt x="262452" y="61179"/>
                  </a:moveTo>
                  <a:cubicBezTo>
                    <a:pt x="244692" y="54446"/>
                    <a:pt x="228000" y="51221"/>
                    <a:pt x="209430" y="51221"/>
                  </a:cubicBezTo>
                  <a:cubicBezTo>
                    <a:pt x="168795" y="51221"/>
                    <a:pt x="140258" y="78405"/>
                    <a:pt x="140258" y="121195"/>
                  </a:cubicBezTo>
                  <a:cubicBezTo>
                    <a:pt x="140258" y="164527"/>
                    <a:pt x="165020" y="191176"/>
                    <a:pt x="208895" y="191176"/>
                  </a:cubicBezTo>
                  <a:cubicBezTo>
                    <a:pt x="226655" y="191176"/>
                    <a:pt x="243881" y="188210"/>
                    <a:pt x="262452" y="180407"/>
                  </a:cubicBezTo>
                  <a:cubicBezTo>
                    <a:pt x="266763" y="178528"/>
                    <a:pt x="269185" y="175562"/>
                    <a:pt x="269185" y="169639"/>
                  </a:cubicBezTo>
                  <a:lnTo>
                    <a:pt x="269185" y="71940"/>
                  </a:lnTo>
                  <a:cubicBezTo>
                    <a:pt x="269185" y="65749"/>
                    <a:pt x="266763" y="62792"/>
                    <a:pt x="262452" y="61179"/>
                  </a:cubicBezTo>
                </a:path>
              </a:pathLst>
            </a:custGeom>
            <a:solidFill>
              <a:schemeClr val="tx1"/>
            </a:solidFill>
            <a:ln w="7833" cap="flat">
              <a:noFill/>
              <a:prstDash val="solid"/>
              <a:round/>
            </a:ln>
          </p:spPr>
          <p:txBody>
            <a:bodyPr rtlCol="0" anchor="ctr"/>
            <a:lstStyle/>
            <a:p>
              <a:endParaRPr lang="fr-FR" sz="2400"/>
            </a:p>
          </p:txBody>
        </p:sp>
        <p:sp>
          <p:nvSpPr>
            <p:cNvPr id="14" name="Forme libre : forme 10">
              <a:extLst>
                <a:ext uri="{FF2B5EF4-FFF2-40B4-BE49-F238E27FC236}">
                  <a16:creationId xmlns:a16="http://schemas.microsoft.com/office/drawing/2014/main" id="{A40BE689-3FD6-4CA1-BF9A-644A538FE9FF}"/>
                </a:ext>
              </a:extLst>
            </p:cNvPr>
            <p:cNvSpPr/>
            <p:nvPr/>
          </p:nvSpPr>
          <p:spPr>
            <a:xfrm rot="-73896" flipV="1">
              <a:off x="5474877" y="-471733"/>
              <a:ext cx="37949" cy="37711"/>
            </a:xfrm>
            <a:custGeom>
              <a:avLst/>
              <a:gdLst>
                <a:gd name="connsiteX0" fmla="*/ 19483 w 37949"/>
                <a:gd name="connsiteY0" fmla="*/ 17 h 37711"/>
                <a:gd name="connsiteX1" fmla="*/ 38456 w 37949"/>
                <a:gd name="connsiteY1" fmla="*/ 18454 h 37711"/>
                <a:gd name="connsiteX2" fmla="*/ 19491 w 37949"/>
                <a:gd name="connsiteY2" fmla="*/ 37717 h 37711"/>
                <a:gd name="connsiteX3" fmla="*/ 519 w 37949"/>
                <a:gd name="connsiteY3" fmla="*/ 19272 h 37711"/>
                <a:gd name="connsiteX4" fmla="*/ 19483 w 37949"/>
                <a:gd name="connsiteY4" fmla="*/ 17 h 37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949" h="37711">
                  <a:moveTo>
                    <a:pt x="19483" y="17"/>
                  </a:moveTo>
                  <a:cubicBezTo>
                    <a:pt x="30519" y="-219"/>
                    <a:pt x="38212" y="6883"/>
                    <a:pt x="38456" y="18454"/>
                  </a:cubicBezTo>
                  <a:cubicBezTo>
                    <a:pt x="38715" y="30300"/>
                    <a:pt x="31329" y="37457"/>
                    <a:pt x="19491" y="37717"/>
                  </a:cubicBezTo>
                  <a:cubicBezTo>
                    <a:pt x="8188" y="37953"/>
                    <a:pt x="771" y="31118"/>
                    <a:pt x="519" y="19272"/>
                  </a:cubicBezTo>
                  <a:cubicBezTo>
                    <a:pt x="267" y="7701"/>
                    <a:pt x="7378" y="284"/>
                    <a:pt x="19483" y="17"/>
                  </a:cubicBezTo>
                </a:path>
              </a:pathLst>
            </a:custGeom>
            <a:solidFill>
              <a:schemeClr val="accent2"/>
            </a:solidFill>
            <a:ln w="7833" cap="flat">
              <a:noFill/>
              <a:prstDash val="solid"/>
              <a:round/>
            </a:ln>
          </p:spPr>
          <p:txBody>
            <a:bodyPr rtlCol="0" anchor="ctr"/>
            <a:lstStyle/>
            <a:p>
              <a:endParaRPr lang="fr-FR" sz="2400">
                <a:solidFill>
                  <a:schemeClr val="accent2"/>
                </a:solidFill>
              </a:endParaRPr>
            </a:p>
          </p:txBody>
        </p:sp>
        <p:sp>
          <p:nvSpPr>
            <p:cNvPr id="15" name="Forme libre : forme 11">
              <a:extLst>
                <a:ext uri="{FF2B5EF4-FFF2-40B4-BE49-F238E27FC236}">
                  <a16:creationId xmlns:a16="http://schemas.microsoft.com/office/drawing/2014/main" id="{A9D1E70E-B241-44DA-B07E-44985CED13F1}"/>
                </a:ext>
              </a:extLst>
            </p:cNvPr>
            <p:cNvSpPr/>
            <p:nvPr userDrawn="1"/>
          </p:nvSpPr>
          <p:spPr>
            <a:xfrm rot="10725025" flipV="1">
              <a:off x="4768103" y="-317778"/>
              <a:ext cx="37406" cy="37169"/>
            </a:xfrm>
            <a:custGeom>
              <a:avLst/>
              <a:gdLst>
                <a:gd name="connsiteX0" fmla="*/ 18717 w 37406"/>
                <a:gd name="connsiteY0" fmla="*/ 130 h 37169"/>
                <a:gd name="connsiteX1" fmla="*/ 37414 w 37406"/>
                <a:gd name="connsiteY1" fmla="*/ 18300 h 37169"/>
                <a:gd name="connsiteX2" fmla="*/ 18717 w 37406"/>
                <a:gd name="connsiteY2" fmla="*/ 37288 h 37169"/>
                <a:gd name="connsiteX3" fmla="*/ 20 w 37406"/>
                <a:gd name="connsiteY3" fmla="*/ 19118 h 37169"/>
                <a:gd name="connsiteX4" fmla="*/ 18717 w 37406"/>
                <a:gd name="connsiteY4" fmla="*/ 130 h 371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406" h="37169">
                  <a:moveTo>
                    <a:pt x="18717" y="130"/>
                  </a:moveTo>
                  <a:cubicBezTo>
                    <a:pt x="29745" y="-106"/>
                    <a:pt x="37162" y="6729"/>
                    <a:pt x="37414" y="18300"/>
                  </a:cubicBezTo>
                  <a:cubicBezTo>
                    <a:pt x="37665" y="29603"/>
                    <a:pt x="30555" y="37028"/>
                    <a:pt x="18717" y="37288"/>
                  </a:cubicBezTo>
                  <a:cubicBezTo>
                    <a:pt x="7681" y="37524"/>
                    <a:pt x="264" y="30421"/>
                    <a:pt x="20" y="19118"/>
                  </a:cubicBezTo>
                  <a:cubicBezTo>
                    <a:pt x="-240" y="7547"/>
                    <a:pt x="6871" y="390"/>
                    <a:pt x="18717" y="130"/>
                  </a:cubicBezTo>
                </a:path>
              </a:pathLst>
            </a:custGeom>
            <a:solidFill>
              <a:schemeClr val="accent2"/>
            </a:solidFill>
            <a:ln w="7833" cap="flat">
              <a:noFill/>
              <a:prstDash val="solid"/>
              <a:round/>
            </a:ln>
          </p:spPr>
          <p:txBody>
            <a:bodyPr rtlCol="0" anchor="ctr"/>
            <a:lstStyle/>
            <a:p>
              <a:endParaRPr lang="fr-FR" sz="2400"/>
            </a:p>
          </p:txBody>
        </p:sp>
      </p:grpSp>
    </p:spTree>
    <p:extLst>
      <p:ext uri="{BB962C8B-B14F-4D97-AF65-F5344CB8AC3E}">
        <p14:creationId xmlns:p14="http://schemas.microsoft.com/office/powerpoint/2010/main" val="9096122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90000"/>
        </a:lnSpc>
        <a:spcBef>
          <a:spcPct val="0"/>
        </a:spcBef>
        <a:buNone/>
        <a:defRPr lang="fr-FR" sz="2933" b="0" i="0" kern="1200" dirty="0">
          <a:solidFill>
            <a:schemeClr val="accent1"/>
          </a:solidFill>
          <a:latin typeface="Verdana" panose="020B0604030504040204" pitchFamily="34" charset="0"/>
          <a:ea typeface="Verdana" panose="020B0604030504040204" pitchFamily="34" charset="0"/>
          <a:cs typeface="Verdana" panose="020B0604030504040204" pitchFamily="34" charset="0"/>
        </a:defRPr>
      </a:lvl1pPr>
    </p:titleStyle>
    <p:bodyStyle>
      <a:lvl1pPr marL="0" indent="0" algn="l" defTabSz="914377" rtl="0" eaLnBrk="1" latinLnBrk="0" hangingPunct="1">
        <a:lnSpc>
          <a:spcPct val="125000"/>
        </a:lnSpc>
        <a:spcBef>
          <a:spcPts val="0"/>
        </a:spcBef>
        <a:buFont typeface="Arial" panose="020B0604020202020204" pitchFamily="34" charset="0"/>
        <a:buNone/>
        <a:defRPr sz="1600"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302392" indent="-302392" algn="l" defTabSz="914377" rtl="0" eaLnBrk="1" latinLnBrk="0" hangingPunct="1">
        <a:lnSpc>
          <a:spcPct val="125000"/>
        </a:lnSpc>
        <a:spcBef>
          <a:spcPts val="0"/>
        </a:spcBef>
        <a:buClr>
          <a:schemeClr val="accent2"/>
        </a:buClr>
        <a:buFontTx/>
        <a:buBlip>
          <a:blip r:embed="rId53"/>
        </a:buBlip>
        <a:defRPr sz="1600"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609585" indent="-302392" algn="l" defTabSz="914377" rtl="0" eaLnBrk="1" latinLnBrk="0" hangingPunct="1">
        <a:lnSpc>
          <a:spcPct val="125000"/>
        </a:lnSpc>
        <a:spcBef>
          <a:spcPts val="0"/>
        </a:spcBef>
        <a:buFontTx/>
        <a:buBlip>
          <a:blip r:embed="rId53"/>
        </a:buBlip>
        <a:defRPr sz="1600"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911977" indent="-302392" algn="l" defTabSz="914377" rtl="0" eaLnBrk="1" latinLnBrk="0" hangingPunct="1">
        <a:lnSpc>
          <a:spcPct val="125000"/>
        </a:lnSpc>
        <a:spcBef>
          <a:spcPts val="0"/>
        </a:spcBef>
        <a:buFontTx/>
        <a:buBlip>
          <a:blip r:embed="rId53"/>
        </a:buBlip>
        <a:defRPr sz="1600"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0" indent="0" algn="l" defTabSz="914377" rtl="0" eaLnBrk="1" latinLnBrk="0" hangingPunct="1">
        <a:lnSpc>
          <a:spcPct val="125000"/>
        </a:lnSpc>
        <a:spcBef>
          <a:spcPts val="0"/>
        </a:spcBef>
        <a:buFont typeface="Arial" panose="020B0604020202020204" pitchFamily="34" charset="0"/>
        <a:buNone/>
        <a:defRPr sz="1600" b="1" i="0" kern="1200">
          <a:solidFill>
            <a:schemeClr val="accent1"/>
          </a:solidFill>
          <a:latin typeface="+mj-lt"/>
          <a:ea typeface="Verdana" panose="020B0604030504040204" pitchFamily="34" charset="0"/>
          <a:cs typeface="Georgia" panose="02040502050405020303" pitchFamily="18"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914400" cy="365125"/>
          </a:xfrm>
          <a:prstGeom prst="rect">
            <a:avLst/>
          </a:prstGeom>
        </p:spPr>
        <p:txBody>
          <a:bodyPr vert="horz" lIns="91440" tIns="45720" rIns="91440" bIns="45720" rtlCol="0" anchor="ctr"/>
          <a:lstStyle>
            <a:lvl1pPr algn="l" rtl="0">
              <a:defRPr sz="900">
                <a:solidFill>
                  <a:schemeClr val="tx1"/>
                </a:solidFill>
                <a:latin typeface="+mn-lt"/>
              </a:defRPr>
            </a:lvl1pPr>
          </a:lstStyle>
          <a:p>
            <a:fld id="{D291CE83-67BA-4B15-B48A-7DC5C0636664}" type="datetime1">
              <a:rPr lang="en-US" smtClean="0"/>
              <a:pPr/>
              <a:t>4/22/2026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47493" y="6453002"/>
            <a:ext cx="2805405" cy="365125"/>
          </a:xfrm>
          <a:prstGeom prst="rect">
            <a:avLst/>
          </a:prstGeom>
        </p:spPr>
        <p:txBody>
          <a:bodyPr vert="horz" lIns="91440" tIns="45720" rIns="91440" bIns="45720" rtlCol="0" anchor="ctr"/>
          <a:lstStyle>
            <a:lvl1pPr algn="r" rtl="0">
              <a:defRPr sz="900">
                <a:solidFill>
                  <a:schemeClr val="tx1"/>
                </a:solidFill>
                <a:latin typeface="+mn-lt"/>
              </a:defRPr>
            </a:lvl1pPr>
          </a:lstStyle>
          <a:p>
            <a:r>
              <a:rPr lang="en-US"/>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81926" y="6453002"/>
            <a:ext cx="379443" cy="365125"/>
          </a:xfrm>
          <a:prstGeom prst="rect">
            <a:avLst/>
          </a:prstGeom>
        </p:spPr>
        <p:txBody>
          <a:bodyPr vert="horz" lIns="91440" tIns="45720" rIns="91440" bIns="45720" rtlCol="0" anchor="ctr"/>
          <a:lstStyle>
            <a:lvl1pPr algn="r" rtl="0">
              <a:defRPr sz="900">
                <a:solidFill>
                  <a:schemeClr val="tx1"/>
                </a:solidFill>
                <a:latin typeface="+mn-lt"/>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547068122"/>
      </p:ext>
    </p:extLst>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 id="2147483725" r:id="rId13"/>
    <p:sldLayoutId id="2147483726" r:id="rId14"/>
    <p:sldLayoutId id="2147483727" r:id="rId15"/>
    <p:sldLayoutId id="2147483728" r:id="rId16"/>
    <p:sldLayoutId id="2147483729" r:id="rId17"/>
    <p:sldLayoutId id="2147483730" r:id="rId18"/>
    <p:sldLayoutId id="2147483731" r:id="rId19"/>
    <p:sldLayoutId id="2147483732" r:id="rId20"/>
    <p:sldLayoutId id="2147483733" r:id="rId21"/>
    <p:sldLayoutId id="2147483734" r:id="rId22"/>
    <p:sldLayoutId id="2147483735" r:id="rId23"/>
    <p:sldLayoutId id="2147483736" r:id="rId24"/>
    <p:sldLayoutId id="2147483737" r:id="rId25"/>
    <p:sldLayoutId id="2147483738" r:id="rId26"/>
    <p:sldLayoutId id="2147483739" r:id="rId27"/>
    <p:sldLayoutId id="2147483740" r:id="rId28"/>
    <p:sldLayoutId id="2147483741" r:id="rId29"/>
    <p:sldLayoutId id="2147483742" r:id="rId30"/>
    <p:sldLayoutId id="2147483743" r:id="rId31"/>
    <p:sldLayoutId id="2147483744" r:id="rId32"/>
    <p:sldLayoutId id="2147483745" r:id="rId33"/>
    <p:sldLayoutId id="2147483746" r:id="rId34"/>
    <p:sldLayoutId id="2147483747" r:id="rId35"/>
    <p:sldLayoutId id="2147483748" r:id="rId36"/>
    <p:sldLayoutId id="2147483749" r:id="rId37"/>
    <p:sldLayoutId id="2147483750" r:id="rId38"/>
    <p:sldLayoutId id="2147483751" r:id="rId39"/>
    <p:sldLayoutId id="2147483752" r:id="rId40"/>
    <p:sldLayoutId id="2147483753" r:id="rId41"/>
    <p:sldLayoutId id="2147483754" r:id="rId42"/>
    <p:sldLayoutId id="2147483755" r:id="rId43"/>
    <p:sldLayoutId id="2147483756" r:id="rId44"/>
    <p:sldLayoutId id="2147483757" r:id="rId45"/>
    <p:sldLayoutId id="2147483758" r:id="rId46"/>
    <p:sldLayoutId id="2147483759" r:id="rId47"/>
    <p:sldLayoutId id="2147483760" r:id="rId48"/>
    <p:sldLayoutId id="2147483761" r:id="rId49"/>
    <p:sldLayoutId id="2147483762" r:id="rId50"/>
    <p:sldLayoutId id="2147483763" r:id="rId51"/>
    <p:sldLayoutId id="2147483764" r:id="rId52"/>
    <p:sldLayoutId id="2147483765" r:id="rId53"/>
    <p:sldLayoutId id="2147483766" r:id="rId54"/>
    <p:sldLayoutId id="2147483767" r:id="rId55"/>
    <p:sldLayoutId id="2147483768" r:id="rId56"/>
  </p:sldLayoutIdLst>
  <p:hf sldNum="0" hdr="0" ftr="0" dt="0"/>
  <p:txStyles>
    <p:titleStyle>
      <a:lvl1pPr algn="l" defTabSz="914400" rtl="0" eaLnBrk="1" latinLnBrk="0" hangingPunct="1">
        <a:lnSpc>
          <a:spcPct val="100000"/>
        </a:lnSpc>
        <a:spcBef>
          <a:spcPct val="0"/>
        </a:spcBef>
        <a:buNone/>
        <a:defRPr sz="4000" b="1" i="0" kern="1200" cap="all" spc="600"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3.xml"/></Relationships>
</file>

<file path=ppt/slides/_rels/slide3.xml.rels><?xml version="1.0" encoding="UTF-8" standalone="yes"?>
<Relationships xmlns="http://schemas.openxmlformats.org/package/2006/relationships"><Relationship Id="rId3" Type="http://schemas.openxmlformats.org/officeDocument/2006/relationships/hyperlink" Target="https://sci-try.github.io/T2DM-DSS/index.html" TargetMode="External"/><Relationship Id="rId2" Type="http://schemas.openxmlformats.org/officeDocument/2006/relationships/image" Target="../media/image18.png"/><Relationship Id="rId1" Type="http://schemas.openxmlformats.org/officeDocument/2006/relationships/slideLayout" Target="../slideLayouts/slideLayout29.xml"/></Relationships>
</file>

<file path=ppt/slides/_rels/slide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xml"/><Relationship Id="rId1" Type="http://schemas.openxmlformats.org/officeDocument/2006/relationships/slideLayout" Target="../slideLayouts/slideLayout29.xml"/><Relationship Id="rId4" Type="http://schemas.openxmlformats.org/officeDocument/2006/relationships/image" Target="../media/image18.png"/></Relationships>
</file>

<file path=ppt/slides/_rels/slide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0.png"/><Relationship Id="rId1" Type="http://schemas.openxmlformats.org/officeDocument/2006/relationships/slideLayout" Target="../slideLayouts/slideLayout29.xml"/></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1.png"/><Relationship Id="rId1" Type="http://schemas.openxmlformats.org/officeDocument/2006/relationships/slideLayout" Target="../slideLayouts/slideLayout29.xml"/></Relationships>
</file>

<file path=ppt/slides/_rels/slide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9.xml"/></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3.png"/><Relationship Id="rId1" Type="http://schemas.openxmlformats.org/officeDocument/2006/relationships/slideLayout" Target="../slideLayouts/slideLayout29.xml"/></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xml"/><Relationship Id="rId1" Type="http://schemas.openxmlformats.org/officeDocument/2006/relationships/slideLayout" Target="../slideLayouts/slideLayout29.xml"/><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9.xml"/></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6.png"/><Relationship Id="rId1" Type="http://schemas.openxmlformats.org/officeDocument/2006/relationships/slideLayout" Target="../slideLayouts/slideLayout29.xml"/></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9.xml"/></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xml"/><Relationship Id="rId1" Type="http://schemas.openxmlformats.org/officeDocument/2006/relationships/slideLayout" Target="../slideLayouts/slideLayout29.xml"/><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8.png"/><Relationship Id="rId1" Type="http://schemas.openxmlformats.org/officeDocument/2006/relationships/slideLayout" Target="../slideLayouts/slideLayout29.xml"/></Relationships>
</file>

<file path=ppt/slides/_rels/slide1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8.png"/><Relationship Id="rId1" Type="http://schemas.openxmlformats.org/officeDocument/2006/relationships/slideLayout" Target="../slideLayouts/slideLayout29.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9.xml"/></Relationships>
</file>

<file path=ppt/slides/_rels/slide1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8.png"/><Relationship Id="rId1" Type="http://schemas.openxmlformats.org/officeDocument/2006/relationships/slideLayout" Target="../slideLayouts/slideLayout29.xml"/></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18.png"/><Relationship Id="rId1" Type="http://schemas.openxmlformats.org/officeDocument/2006/relationships/slideLayout" Target="../slideLayouts/slideLayout29.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32.png"/><Relationship Id="rId1" Type="http://schemas.openxmlformats.org/officeDocument/2006/relationships/slideLayout" Target="../slideLayouts/slideLayout29.xml"/></Relationships>
</file>

<file path=ppt/slides/_rels/slide20.xml.rels><?xml version="1.0" encoding="UTF-8" standalone="yes"?>
<Relationships xmlns="http://schemas.openxmlformats.org/package/2006/relationships"><Relationship Id="rId2" Type="http://schemas.openxmlformats.org/officeDocument/2006/relationships/hyperlink" Target="https://sci-try.github.io/T2DM-DSS/index.html" TargetMode="External"/><Relationship Id="rId1" Type="http://schemas.openxmlformats.org/officeDocument/2006/relationships/slideLayout" Target="../slideLayouts/slideLayout29.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33.png"/><Relationship Id="rId1" Type="http://schemas.openxmlformats.org/officeDocument/2006/relationships/slideLayout" Target="../slideLayouts/slideLayout29.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34.png"/><Relationship Id="rId1" Type="http://schemas.openxmlformats.org/officeDocument/2006/relationships/slideLayout" Target="../slideLayouts/slideLayout29.xml"/></Relationships>
</file>

<file path=ppt/slides/_rels/slide2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9.xml"/></Relationships>
</file>

<file path=ppt/slides/_rels/slide2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9.xml"/></Relationships>
</file>

<file path=ppt/slides/_rels/slide25.xml.rels><?xml version="1.0" encoding="UTF-8" standalone="yes"?>
<Relationships xmlns="http://schemas.openxmlformats.org/package/2006/relationships"><Relationship Id="rId2" Type="http://schemas.openxmlformats.org/officeDocument/2006/relationships/hyperlink" Target="https://sci-try.github.io/T2DM-DSS/index.html" TargetMode="External"/><Relationship Id="rId1" Type="http://schemas.openxmlformats.org/officeDocument/2006/relationships/slideLayout" Target="../slideLayouts/slideLayout29.xml"/></Relationships>
</file>

<file path=ppt/slides/_rels/slide2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9.xml"/></Relationships>
</file>

<file path=ppt/slides/_rels/slide2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9.xml"/></Relationships>
</file>

<file path=ppt/slides/_rels/slide2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6.xml"/><Relationship Id="rId1" Type="http://schemas.openxmlformats.org/officeDocument/2006/relationships/slideLayout" Target="../slideLayouts/slideLayout29.xml"/><Relationship Id="rId4" Type="http://schemas.openxmlformats.org/officeDocument/2006/relationships/image" Target="../media/image40.png"/></Relationships>
</file>

<file path=ppt/slides/_rels/slide2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9.xml"/></Relationships>
</file>

<file path=ppt/slides/_rels/slide3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7.xml"/><Relationship Id="rId1" Type="http://schemas.openxmlformats.org/officeDocument/2006/relationships/slideLayout" Target="../slideLayouts/slideLayout29.xml"/><Relationship Id="rId4" Type="http://schemas.openxmlformats.org/officeDocument/2006/relationships/image" Target="../media/image4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object 91"/>
          <p:cNvSpPr/>
          <p:nvPr/>
        </p:nvSpPr>
        <p:spPr>
          <a:xfrm>
            <a:off x="5423673" y="1259847"/>
            <a:ext cx="5861118" cy="510621"/>
          </a:xfrm>
          <a:custGeom>
            <a:avLst/>
            <a:gdLst/>
            <a:ahLst/>
            <a:cxnLst/>
            <a:rect l="l" t="t" r="r" b="b"/>
            <a:pathLst>
              <a:path w="4838784" h="370627">
                <a:moveTo>
                  <a:pt x="0" y="0"/>
                </a:moveTo>
                <a:lnTo>
                  <a:pt x="4838784" y="0"/>
                </a:lnTo>
                <a:lnTo>
                  <a:pt x="4838784" y="370627"/>
                </a:lnTo>
                <a:lnTo>
                  <a:pt x="0" y="370627"/>
                </a:lnTo>
                <a:lnTo>
                  <a:pt x="0" y="0"/>
                </a:lnTo>
                <a:close/>
              </a:path>
            </a:pathLst>
          </a:custGeom>
          <a:solidFill>
            <a:schemeClr val="accent3"/>
          </a:solidFill>
          <a:ln w="14638">
            <a:solidFill>
              <a:srgbClr val="002060"/>
            </a:solidFill>
          </a:ln>
        </p:spPr>
        <p:txBody>
          <a:bodyPr wrap="squar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Verdana"/>
                <a:ea typeface="+mn-ea"/>
                <a:cs typeface="+mn-cs"/>
              </a:rPr>
              <a:t>HbA1c ≥ 2% from target</a:t>
            </a:r>
            <a:endParaRPr kumimoji="0" sz="1600" b="1" i="0" u="none" strike="noStrike" kern="1200" cap="none" spc="0" normalizeH="0" baseline="0" noProof="0" dirty="0">
              <a:ln>
                <a:noFill/>
              </a:ln>
              <a:solidFill>
                <a:prstClr val="black"/>
              </a:solidFill>
              <a:effectLst/>
              <a:uLnTx/>
              <a:uFillTx/>
              <a:latin typeface="Verdana"/>
              <a:ea typeface="+mn-ea"/>
              <a:cs typeface="+mn-cs"/>
            </a:endParaRPr>
          </a:p>
        </p:txBody>
      </p:sp>
      <p:sp>
        <p:nvSpPr>
          <p:cNvPr id="104" name="object 104"/>
          <p:cNvSpPr/>
          <p:nvPr/>
        </p:nvSpPr>
        <p:spPr>
          <a:xfrm>
            <a:off x="2293190" y="1054164"/>
            <a:ext cx="301517" cy="226425"/>
          </a:xfrm>
          <a:custGeom>
            <a:avLst/>
            <a:gdLst/>
            <a:ahLst/>
            <a:cxnLst/>
            <a:rect l="l" t="t" r="r" b="b"/>
            <a:pathLst>
              <a:path w="497503" h="373601">
                <a:moveTo>
                  <a:pt x="0" y="127880"/>
                </a:moveTo>
                <a:lnTo>
                  <a:pt x="122865" y="127880"/>
                </a:lnTo>
                <a:lnTo>
                  <a:pt x="122865" y="0"/>
                </a:lnTo>
                <a:lnTo>
                  <a:pt x="374690" y="0"/>
                </a:lnTo>
                <a:lnTo>
                  <a:pt x="374690" y="121734"/>
                </a:lnTo>
                <a:lnTo>
                  <a:pt x="497503" y="121734"/>
                </a:lnTo>
                <a:lnTo>
                  <a:pt x="251824" y="373601"/>
                </a:lnTo>
                <a:lnTo>
                  <a:pt x="0" y="127880"/>
                </a:lnTo>
                <a:close/>
              </a:path>
            </a:pathLst>
          </a:custGeom>
          <a:solidFill>
            <a:schemeClr val="tx2">
              <a:lumMod val="25000"/>
            </a:schemeClr>
          </a:solidFill>
          <a:ln w="14638">
            <a:solidFill>
              <a:srgbClr val="5372AB"/>
            </a:solidFill>
          </a:ln>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Verdana"/>
              <a:ea typeface="+mn-ea"/>
              <a:cs typeface="+mn-cs"/>
            </a:endParaRPr>
          </a:p>
        </p:txBody>
      </p:sp>
      <p:sp>
        <p:nvSpPr>
          <p:cNvPr id="105" name="object 105"/>
          <p:cNvSpPr/>
          <p:nvPr/>
        </p:nvSpPr>
        <p:spPr>
          <a:xfrm>
            <a:off x="7685488" y="1039375"/>
            <a:ext cx="301517" cy="226425"/>
          </a:xfrm>
          <a:custGeom>
            <a:avLst/>
            <a:gdLst/>
            <a:ahLst/>
            <a:cxnLst/>
            <a:rect l="l" t="t" r="r" b="b"/>
            <a:pathLst>
              <a:path w="497503" h="373601">
                <a:moveTo>
                  <a:pt x="0" y="127880"/>
                </a:moveTo>
                <a:lnTo>
                  <a:pt x="122865" y="127880"/>
                </a:lnTo>
                <a:lnTo>
                  <a:pt x="122865" y="0"/>
                </a:lnTo>
                <a:lnTo>
                  <a:pt x="374690" y="0"/>
                </a:lnTo>
                <a:lnTo>
                  <a:pt x="374690" y="121734"/>
                </a:lnTo>
                <a:lnTo>
                  <a:pt x="497503" y="121734"/>
                </a:lnTo>
                <a:lnTo>
                  <a:pt x="251824" y="373601"/>
                </a:lnTo>
                <a:lnTo>
                  <a:pt x="0" y="127880"/>
                </a:lnTo>
                <a:close/>
              </a:path>
            </a:pathLst>
          </a:custGeom>
          <a:solidFill>
            <a:schemeClr val="tx2">
              <a:lumMod val="25000"/>
            </a:schemeClr>
          </a:solidFill>
          <a:ln w="14638">
            <a:solidFill>
              <a:srgbClr val="5372AB"/>
            </a:solidFill>
          </a:ln>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Verdana"/>
              <a:ea typeface="+mn-ea"/>
              <a:cs typeface="+mn-cs"/>
            </a:endParaRPr>
          </a:p>
        </p:txBody>
      </p:sp>
      <p:sp>
        <p:nvSpPr>
          <p:cNvPr id="61" name="object 61"/>
          <p:cNvSpPr txBox="1"/>
          <p:nvPr/>
        </p:nvSpPr>
        <p:spPr>
          <a:xfrm>
            <a:off x="167407" y="-23891"/>
            <a:ext cx="11522934" cy="340875"/>
          </a:xfrm>
          <a:prstGeom prst="rect">
            <a:avLst/>
          </a:prstGeom>
        </p:spPr>
        <p:txBody>
          <a:bodyPr wrap="square" lIns="0" tIns="12584" rIns="0" bIns="0" rtlCol="0">
            <a:noAutofit/>
          </a:bodyPr>
          <a:lstStyle/>
          <a:p>
            <a:pPr marL="7697" lvl="0" algn="ctr">
              <a:defRPr/>
            </a:pPr>
            <a:r>
              <a:rPr kumimoji="0" sz="2400" b="1" i="0" u="none" strike="noStrike" kern="1200" cap="none" spc="0" normalizeH="0" baseline="0" noProof="0" dirty="0">
                <a:ln>
                  <a:noFill/>
                </a:ln>
                <a:solidFill>
                  <a:srgbClr val="23004C"/>
                </a:solidFill>
                <a:effectLst/>
                <a:uLnTx/>
                <a:uFillTx/>
                <a:latin typeface="Verdana"/>
                <a:ea typeface="+mn-ea"/>
                <a:cs typeface="+mn-cs"/>
              </a:rPr>
              <a:t>Algorithm </a:t>
            </a:r>
            <a:r>
              <a:rPr lang="en-US" sz="2400" b="1">
                <a:solidFill>
                  <a:srgbClr val="23004C"/>
                </a:solidFill>
              </a:rPr>
              <a:t>for Treatment </a:t>
            </a:r>
            <a:r>
              <a:rPr lang="en-US" sz="2400" b="1" dirty="0">
                <a:solidFill>
                  <a:srgbClr val="23004C"/>
                </a:solidFill>
              </a:rPr>
              <a:t>of T2DM </a:t>
            </a:r>
            <a:r>
              <a:rPr kumimoji="0" lang="en-US" sz="2400" b="1" i="0" u="none" strike="noStrike" kern="1200" cap="none" spc="0" normalizeH="0" baseline="0" noProof="0" dirty="0">
                <a:ln>
                  <a:noFill/>
                </a:ln>
                <a:solidFill>
                  <a:srgbClr val="23004C"/>
                </a:solidFill>
                <a:effectLst/>
                <a:uLnTx/>
                <a:uFillTx/>
                <a:latin typeface="Verdana"/>
                <a:ea typeface="+mn-ea"/>
                <a:cs typeface="+mn-cs"/>
              </a:rPr>
              <a:t>to </a:t>
            </a:r>
            <a:r>
              <a:rPr lang="en-US" sz="2400" b="1" dirty="0">
                <a:solidFill>
                  <a:srgbClr val="23004C"/>
                </a:solidFill>
                <a:latin typeface="Verdana"/>
              </a:rPr>
              <a:t>I</a:t>
            </a:r>
            <a:r>
              <a:rPr kumimoji="0" lang="en-US" sz="2400" b="1" i="0" u="none" strike="noStrike" kern="1200" cap="none" spc="0" normalizeH="0" baseline="0" noProof="0" dirty="0" err="1">
                <a:ln>
                  <a:noFill/>
                </a:ln>
                <a:solidFill>
                  <a:srgbClr val="23004C"/>
                </a:solidFill>
                <a:effectLst/>
                <a:uLnTx/>
                <a:uFillTx/>
                <a:latin typeface="Verdana"/>
                <a:ea typeface="+mn-ea"/>
                <a:cs typeface="+mn-cs"/>
              </a:rPr>
              <a:t>nitiate</a:t>
            </a:r>
            <a:r>
              <a:rPr kumimoji="0" lang="en-US" sz="2400" b="1" i="0" u="none" strike="noStrike" kern="1200" cap="none" spc="0" normalizeH="0" baseline="0" noProof="0" dirty="0">
                <a:ln>
                  <a:noFill/>
                </a:ln>
                <a:solidFill>
                  <a:srgbClr val="23004C"/>
                </a:solidFill>
                <a:effectLst/>
                <a:uLnTx/>
                <a:uFillTx/>
                <a:latin typeface="Verdana"/>
                <a:ea typeface="+mn-ea"/>
                <a:cs typeface="+mn-cs"/>
              </a:rPr>
              <a:t> or Intensify</a:t>
            </a:r>
            <a:r>
              <a:rPr kumimoji="0" sz="2400" b="1" i="0" u="none" strike="noStrike" kern="1200" cap="none" spc="0" normalizeH="0" baseline="0" noProof="0" dirty="0">
                <a:ln>
                  <a:noFill/>
                </a:ln>
                <a:solidFill>
                  <a:srgbClr val="23004C"/>
                </a:solidFill>
                <a:effectLst/>
                <a:uLnTx/>
                <a:uFillTx/>
                <a:latin typeface="Verdana"/>
                <a:ea typeface="+mn-ea"/>
                <a:cs typeface="+mn-cs"/>
              </a:rPr>
              <a:t> </a:t>
            </a:r>
            <a:r>
              <a:rPr lang="en-US" sz="2400" b="1" dirty="0">
                <a:solidFill>
                  <a:srgbClr val="23004C"/>
                </a:solidFill>
                <a:latin typeface="Verdana"/>
              </a:rPr>
              <a:t>Injectable Therapy in Iraq</a:t>
            </a:r>
            <a:endParaRPr sz="2400" b="1" dirty="0">
              <a:solidFill>
                <a:srgbClr val="23004C"/>
              </a:solidFill>
              <a:latin typeface="Verdana"/>
            </a:endParaRPr>
          </a:p>
        </p:txBody>
      </p:sp>
      <p:sp>
        <p:nvSpPr>
          <p:cNvPr id="21" name="object 21"/>
          <p:cNvSpPr txBox="1"/>
          <p:nvPr/>
        </p:nvSpPr>
        <p:spPr>
          <a:xfrm>
            <a:off x="9596468" y="6282759"/>
            <a:ext cx="2595532" cy="340874"/>
          </a:xfrm>
          <a:prstGeom prst="rect">
            <a:avLst/>
          </a:prstGeom>
        </p:spPr>
        <p:txBody>
          <a:bodyPr wrap="square" lIns="0" tIns="5850" rIns="0" bIns="0" rtlCol="0">
            <a:noAutofit/>
          </a:bodyPr>
          <a:lstStyle/>
          <a:p>
            <a:pPr marL="7697" marR="16183" lvl="0" indent="0" algn="l" defTabSz="914400" rtl="0" eaLnBrk="1" fontAlgn="auto" latinLnBrk="0" hangingPunct="1">
              <a:lnSpc>
                <a:spcPts val="921"/>
              </a:lnSpc>
              <a:spcBef>
                <a:spcPts val="0"/>
              </a:spcBef>
              <a:spcAft>
                <a:spcPts val="0"/>
              </a:spcAft>
              <a:buClrTx/>
              <a:buSzTx/>
              <a:buFontTx/>
              <a:buNone/>
              <a:tabLst/>
              <a:defRPr/>
            </a:pPr>
            <a:r>
              <a:rPr kumimoji="0" sz="849" b="0" i="0" u="none" strike="noStrike" kern="1200" cap="none" spc="24" normalizeH="0" baseline="0" noProof="0" dirty="0">
                <a:ln>
                  <a:noFill/>
                </a:ln>
                <a:solidFill>
                  <a:srgbClr val="707070"/>
                </a:solidFill>
                <a:effectLst/>
                <a:uLnTx/>
                <a:uFillTx/>
                <a:latin typeface="Times New Roman"/>
                <a:ea typeface="+mn-ea"/>
                <a:cs typeface="Times New Roman"/>
              </a:rPr>
              <a:t>H</a:t>
            </a:r>
            <a:r>
              <a:rPr kumimoji="0" lang="en-US" sz="849" b="0" i="0" u="none" strike="noStrike" kern="1200" cap="none" spc="24" normalizeH="0" baseline="0" noProof="0" dirty="0">
                <a:ln>
                  <a:noFill/>
                </a:ln>
                <a:solidFill>
                  <a:srgbClr val="707070"/>
                </a:solidFill>
                <a:effectLst/>
                <a:uLnTx/>
                <a:uFillTx/>
                <a:latin typeface="Times New Roman"/>
                <a:ea typeface="+mn-ea"/>
                <a:cs typeface="Times New Roman"/>
              </a:rPr>
              <a:t>b</a:t>
            </a:r>
            <a:r>
              <a:rPr kumimoji="0" sz="849" b="0" i="0" u="none" strike="noStrike" kern="1200" cap="none" spc="24" normalizeH="0" baseline="0" noProof="0" dirty="0">
                <a:ln>
                  <a:noFill/>
                </a:ln>
                <a:solidFill>
                  <a:srgbClr val="707070"/>
                </a:solidFill>
                <a:effectLst/>
                <a:uLnTx/>
                <a:uFillTx/>
                <a:latin typeface="Times New Roman"/>
                <a:ea typeface="+mn-ea"/>
                <a:cs typeface="Times New Roman"/>
              </a:rPr>
              <a:t>A1c: Glycated</a:t>
            </a:r>
            <a:r>
              <a:rPr kumimoji="0" lang="en-US" sz="849" b="0" i="0" u="none" strike="noStrike" kern="1200" cap="none" spc="24" normalizeH="0" baseline="0" noProof="0" dirty="0">
                <a:ln>
                  <a:noFill/>
                </a:ln>
                <a:solidFill>
                  <a:srgbClr val="707070"/>
                </a:solidFill>
                <a:effectLst/>
                <a:uLnTx/>
                <a:uFillTx/>
                <a:latin typeface="Times New Roman"/>
                <a:ea typeface="+mn-ea"/>
                <a:cs typeface="Times New Roman"/>
              </a:rPr>
              <a:t> </a:t>
            </a:r>
            <a:r>
              <a:rPr kumimoji="0" sz="849" b="0" i="0" u="none" strike="noStrike" kern="1200" cap="none" spc="22" normalizeH="0" baseline="0" noProof="0" dirty="0">
                <a:ln>
                  <a:noFill/>
                </a:ln>
                <a:solidFill>
                  <a:srgbClr val="707070"/>
                </a:solidFill>
                <a:effectLst/>
                <a:uLnTx/>
                <a:uFillTx/>
                <a:latin typeface="Times New Roman"/>
                <a:ea typeface="+mn-ea"/>
                <a:cs typeface="Times New Roman"/>
              </a:rPr>
              <a:t>Hemoglobin</a:t>
            </a:r>
            <a:endParaRPr kumimoji="0" lang="en-US" sz="849" b="0" i="0" u="none" strike="noStrike" kern="1200" cap="none" spc="22" normalizeH="0" baseline="0" noProof="0" dirty="0">
              <a:ln>
                <a:noFill/>
              </a:ln>
              <a:solidFill>
                <a:srgbClr val="707070"/>
              </a:solidFill>
              <a:effectLst/>
              <a:uLnTx/>
              <a:uFillTx/>
              <a:latin typeface="Times New Roman"/>
              <a:ea typeface="+mn-ea"/>
              <a:cs typeface="Times New Roman"/>
            </a:endParaRPr>
          </a:p>
          <a:p>
            <a:pPr marL="7697" marR="16183" lvl="0" indent="0" algn="l" defTabSz="914400" rtl="0" eaLnBrk="1" fontAlgn="auto" latinLnBrk="0" hangingPunct="1">
              <a:lnSpc>
                <a:spcPts val="921"/>
              </a:lnSpc>
              <a:spcBef>
                <a:spcPts val="0"/>
              </a:spcBef>
              <a:spcAft>
                <a:spcPts val="0"/>
              </a:spcAft>
              <a:buClrTx/>
              <a:buSzTx/>
              <a:buFontTx/>
              <a:buNone/>
              <a:tabLst/>
              <a:defRPr/>
            </a:pPr>
            <a:r>
              <a:rPr kumimoji="0" lang="en-US" sz="849" b="0" i="0" u="none" strike="noStrike" kern="1200" cap="none" spc="22" normalizeH="0" baseline="0" noProof="0" dirty="0">
                <a:ln>
                  <a:noFill/>
                </a:ln>
                <a:solidFill>
                  <a:srgbClr val="707070"/>
                </a:solidFill>
                <a:effectLst/>
                <a:uLnTx/>
                <a:uFillTx/>
                <a:latin typeface="Times New Roman"/>
                <a:ea typeface="+mn-ea"/>
                <a:cs typeface="Times New Roman"/>
              </a:rPr>
              <a:t>BI: Basal Insulin</a:t>
            </a:r>
          </a:p>
          <a:p>
            <a:pPr marL="7697" marR="16183" lvl="0" indent="0" algn="l" defTabSz="914400" rtl="0" eaLnBrk="1" fontAlgn="auto" latinLnBrk="0" hangingPunct="1">
              <a:lnSpc>
                <a:spcPts val="921"/>
              </a:lnSpc>
              <a:spcBef>
                <a:spcPts val="0"/>
              </a:spcBef>
              <a:spcAft>
                <a:spcPts val="0"/>
              </a:spcAft>
              <a:buClrTx/>
              <a:buSzTx/>
              <a:buFontTx/>
              <a:buNone/>
              <a:tabLst/>
              <a:defRPr/>
            </a:pPr>
            <a:r>
              <a:rPr kumimoji="0" sz="849" b="0" i="0" u="none" strike="noStrike" kern="1200" cap="none" spc="22" normalizeH="0" baseline="0" noProof="0" dirty="0">
                <a:ln>
                  <a:noFill/>
                </a:ln>
                <a:solidFill>
                  <a:srgbClr val="707070"/>
                </a:solidFill>
                <a:effectLst/>
                <a:uLnTx/>
                <a:uFillTx/>
                <a:latin typeface="Times New Roman"/>
                <a:ea typeface="+mn-ea"/>
                <a:cs typeface="Times New Roman"/>
              </a:rPr>
              <a:t>GLP-1 RA; Glucagon-like peptide-1 receptor agonists</a:t>
            </a:r>
            <a:r>
              <a:rPr kumimoji="0" lang="en-US" sz="849" b="0" i="0" u="none" strike="noStrike" kern="1200" cap="none" spc="22" normalizeH="0" baseline="0" noProof="0" dirty="0">
                <a:ln>
                  <a:noFill/>
                </a:ln>
                <a:solidFill>
                  <a:srgbClr val="707070"/>
                </a:solidFill>
                <a:effectLst/>
                <a:uLnTx/>
                <a:uFillTx/>
                <a:latin typeface="Times New Roman"/>
                <a:ea typeface="+mn-ea"/>
                <a:cs typeface="Times New Roman"/>
              </a:rPr>
              <a:t> </a:t>
            </a:r>
          </a:p>
          <a:p>
            <a:pPr marL="7697" marR="16183" lvl="0" indent="0" algn="l" defTabSz="914400" rtl="0" eaLnBrk="1" fontAlgn="auto" latinLnBrk="0" hangingPunct="1">
              <a:lnSpc>
                <a:spcPts val="921"/>
              </a:lnSpc>
              <a:spcBef>
                <a:spcPts val="0"/>
              </a:spcBef>
              <a:spcAft>
                <a:spcPts val="0"/>
              </a:spcAft>
              <a:buClrTx/>
              <a:buSzTx/>
              <a:buFontTx/>
              <a:buNone/>
              <a:tabLst/>
              <a:defRPr/>
            </a:pPr>
            <a:r>
              <a:rPr kumimoji="0" lang="en-US" sz="849" b="0" i="0" u="none" strike="noStrike" kern="1200" cap="none" spc="22" normalizeH="0" baseline="0" noProof="0" dirty="0">
                <a:ln>
                  <a:noFill/>
                </a:ln>
                <a:solidFill>
                  <a:srgbClr val="707070"/>
                </a:solidFill>
                <a:effectLst/>
                <a:uLnTx/>
                <a:uFillTx/>
                <a:latin typeface="Times New Roman"/>
                <a:ea typeface="+mn-ea"/>
                <a:cs typeface="Times New Roman"/>
              </a:rPr>
              <a:t>BMI: </a:t>
            </a:r>
            <a:r>
              <a:rPr kumimoji="0" lang="en-US" sz="849" b="0" i="0" u="none" strike="noStrike" kern="1200" cap="none" spc="24" normalizeH="0" baseline="0" noProof="0" dirty="0">
                <a:ln>
                  <a:noFill/>
                </a:ln>
                <a:solidFill>
                  <a:srgbClr val="707070"/>
                </a:solidFill>
                <a:effectLst/>
                <a:uLnTx/>
                <a:uFillTx/>
                <a:latin typeface="Times New Roman"/>
                <a:ea typeface="+mn-ea"/>
                <a:cs typeface="Times New Roman"/>
              </a:rPr>
              <a:t>Body Mass Index</a:t>
            </a:r>
          </a:p>
          <a:p>
            <a:pPr marL="7697" marR="16183" lvl="0" indent="0" algn="l" defTabSz="914400" rtl="0" eaLnBrk="1" fontAlgn="auto" latinLnBrk="0" hangingPunct="1">
              <a:lnSpc>
                <a:spcPts val="921"/>
              </a:lnSpc>
              <a:spcBef>
                <a:spcPts val="0"/>
              </a:spcBef>
              <a:spcAft>
                <a:spcPts val="0"/>
              </a:spcAft>
              <a:buClrTx/>
              <a:buSzTx/>
              <a:buFontTx/>
              <a:buNone/>
              <a:tabLst/>
              <a:defRPr/>
            </a:pPr>
            <a:r>
              <a:rPr lang="en-US" sz="849" spc="24" dirty="0">
                <a:solidFill>
                  <a:srgbClr val="707070"/>
                </a:solidFill>
                <a:latin typeface="Times New Roman"/>
                <a:cs typeface="Times New Roman"/>
              </a:rPr>
              <a:t>FRC: Fixed Ratio Combination</a:t>
            </a:r>
            <a:endParaRPr kumimoji="0" lang="en-US" sz="849" b="0" i="0" u="none" strike="noStrike" kern="1200" cap="none" spc="24" normalizeH="0" baseline="0" noProof="0" dirty="0">
              <a:ln>
                <a:noFill/>
              </a:ln>
              <a:solidFill>
                <a:srgbClr val="707070"/>
              </a:solidFill>
              <a:effectLst/>
              <a:uLnTx/>
              <a:uFillTx/>
              <a:latin typeface="Times New Roman"/>
              <a:ea typeface="+mn-ea"/>
              <a:cs typeface="Times New Roman"/>
            </a:endParaRPr>
          </a:p>
          <a:p>
            <a:pPr marL="7697" marR="16183" lvl="0" indent="0" algn="l" defTabSz="914400" rtl="0" eaLnBrk="1" fontAlgn="auto" latinLnBrk="0" hangingPunct="1">
              <a:lnSpc>
                <a:spcPts val="921"/>
              </a:lnSpc>
              <a:spcBef>
                <a:spcPts val="0"/>
              </a:spcBef>
              <a:spcAft>
                <a:spcPts val="0"/>
              </a:spcAft>
              <a:buClrTx/>
              <a:buSzTx/>
              <a:buFontTx/>
              <a:buNone/>
              <a:tabLst/>
              <a:defRPr/>
            </a:pPr>
            <a:endParaRPr kumimoji="0" sz="849" b="0" i="0" u="none" strike="noStrike" kern="1200" cap="none" spc="0" normalizeH="0" baseline="0" noProof="0" dirty="0">
              <a:ln>
                <a:noFill/>
              </a:ln>
              <a:solidFill>
                <a:prstClr val="black"/>
              </a:solidFill>
              <a:effectLst/>
              <a:uLnTx/>
              <a:uFillTx/>
              <a:latin typeface="Times New Roman"/>
              <a:ea typeface="+mn-ea"/>
              <a:cs typeface="Times New Roman"/>
            </a:endParaRPr>
          </a:p>
        </p:txBody>
      </p:sp>
      <p:sp>
        <p:nvSpPr>
          <p:cNvPr id="3" name="object 3"/>
          <p:cNvSpPr txBox="1"/>
          <p:nvPr/>
        </p:nvSpPr>
        <p:spPr>
          <a:xfrm>
            <a:off x="540589" y="684117"/>
            <a:ext cx="10744201" cy="353572"/>
          </a:xfrm>
          <a:prstGeom prst="rect">
            <a:avLst/>
          </a:prstGeom>
          <a:solidFill>
            <a:schemeClr val="tx2"/>
          </a:solidFill>
          <a:ln>
            <a:solidFill>
              <a:srgbClr val="002060"/>
            </a:solidFill>
          </a:ln>
        </p:spPr>
        <p:txBody>
          <a:bodyPr wrap="square" lIns="0" tIns="0" rIns="0" bIns="0" rtlCol="0" anchor="ctr">
            <a:noAutofit/>
          </a:bodyPr>
          <a:lstStyle/>
          <a:p>
            <a:pPr marL="15395"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Verdana"/>
                <a:ea typeface="+mn-ea"/>
                <a:cs typeface="+mn-cs"/>
              </a:rPr>
              <a:t>Initiate or intensify injectable therapy</a:t>
            </a:r>
            <a:endParaRPr kumimoji="0" sz="2000" b="1" i="0" u="none" strike="noStrike" kern="1200" cap="none" spc="0" normalizeH="0" baseline="0" noProof="0" dirty="0">
              <a:ln>
                <a:noFill/>
              </a:ln>
              <a:solidFill>
                <a:prstClr val="black"/>
              </a:solidFill>
              <a:effectLst/>
              <a:uLnTx/>
              <a:uFillTx/>
              <a:latin typeface="Verdana"/>
              <a:ea typeface="+mn-ea"/>
              <a:cs typeface="+mn-cs"/>
            </a:endParaRPr>
          </a:p>
        </p:txBody>
      </p:sp>
      <p:sp>
        <p:nvSpPr>
          <p:cNvPr id="20" name="object 91">
            <a:extLst>
              <a:ext uri="{FF2B5EF4-FFF2-40B4-BE49-F238E27FC236}">
                <a16:creationId xmlns:a16="http://schemas.microsoft.com/office/drawing/2014/main" id="{D6CBAC31-B93B-5DD8-2118-E3EC3A90783E}"/>
              </a:ext>
            </a:extLst>
          </p:cNvPr>
          <p:cNvSpPr/>
          <p:nvPr/>
        </p:nvSpPr>
        <p:spPr>
          <a:xfrm>
            <a:off x="540589" y="1273072"/>
            <a:ext cx="4495801" cy="497395"/>
          </a:xfrm>
          <a:custGeom>
            <a:avLst/>
            <a:gdLst/>
            <a:ahLst/>
            <a:cxnLst/>
            <a:rect l="l" t="t" r="r" b="b"/>
            <a:pathLst>
              <a:path w="4838784" h="370627">
                <a:moveTo>
                  <a:pt x="0" y="0"/>
                </a:moveTo>
                <a:lnTo>
                  <a:pt x="4838784" y="0"/>
                </a:lnTo>
                <a:lnTo>
                  <a:pt x="4838784" y="370627"/>
                </a:lnTo>
                <a:lnTo>
                  <a:pt x="0" y="370627"/>
                </a:lnTo>
                <a:lnTo>
                  <a:pt x="0" y="0"/>
                </a:lnTo>
                <a:close/>
              </a:path>
            </a:pathLst>
          </a:custGeom>
          <a:solidFill>
            <a:srgbClr val="00B0F0"/>
          </a:solidFill>
          <a:ln w="14638">
            <a:solidFill>
              <a:srgbClr val="002060"/>
            </a:solidFill>
          </a:ln>
        </p:spPr>
        <p:txBody>
          <a:bodyPr wrap="squar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prstClr val="black"/>
                </a:solidFill>
                <a:effectLst/>
                <a:uLnTx/>
                <a:uFillTx/>
                <a:latin typeface="Verdana"/>
                <a:ea typeface="+mn-ea"/>
                <a:cs typeface="+mn-cs"/>
              </a:rPr>
              <a:t>HbA1c &lt; 2% from target</a:t>
            </a:r>
            <a:endParaRPr kumimoji="0" sz="1700" b="1" i="0" u="none" strike="noStrike" kern="1200" cap="none" spc="0" normalizeH="0" baseline="0" noProof="0" dirty="0">
              <a:ln>
                <a:noFill/>
              </a:ln>
              <a:solidFill>
                <a:prstClr val="black"/>
              </a:solidFill>
              <a:effectLst/>
              <a:uLnTx/>
              <a:uFillTx/>
              <a:latin typeface="Verdana"/>
              <a:ea typeface="+mn-ea"/>
              <a:cs typeface="+mn-cs"/>
            </a:endParaRPr>
          </a:p>
        </p:txBody>
      </p:sp>
      <p:sp>
        <p:nvSpPr>
          <p:cNvPr id="23" name="object 91">
            <a:extLst>
              <a:ext uri="{FF2B5EF4-FFF2-40B4-BE49-F238E27FC236}">
                <a16:creationId xmlns:a16="http://schemas.microsoft.com/office/drawing/2014/main" id="{527D1630-C833-14DC-5EFD-288E309C8919}"/>
              </a:ext>
            </a:extLst>
          </p:cNvPr>
          <p:cNvSpPr/>
          <p:nvPr/>
        </p:nvSpPr>
        <p:spPr>
          <a:xfrm>
            <a:off x="540590" y="1958837"/>
            <a:ext cx="1942863" cy="219295"/>
          </a:xfrm>
          <a:custGeom>
            <a:avLst/>
            <a:gdLst/>
            <a:ahLst/>
            <a:cxnLst/>
            <a:rect l="l" t="t" r="r" b="b"/>
            <a:pathLst>
              <a:path w="4838784" h="370627">
                <a:moveTo>
                  <a:pt x="0" y="0"/>
                </a:moveTo>
                <a:lnTo>
                  <a:pt x="4838784" y="0"/>
                </a:lnTo>
                <a:lnTo>
                  <a:pt x="4838784" y="370627"/>
                </a:lnTo>
                <a:lnTo>
                  <a:pt x="0" y="370627"/>
                </a:lnTo>
                <a:lnTo>
                  <a:pt x="0" y="0"/>
                </a:lnTo>
                <a:close/>
              </a:path>
            </a:pathLst>
          </a:custGeom>
          <a:solidFill>
            <a:srgbClr val="00B0F0"/>
          </a:solidFill>
          <a:ln w="14638">
            <a:solidFill>
              <a:srgbClr val="002060"/>
            </a:solidFill>
          </a:ln>
        </p:spPr>
        <p:txBody>
          <a:bodyPr wrap="squar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Verdana"/>
                <a:ea typeface="+mn-ea"/>
                <a:cs typeface="+mn-cs"/>
              </a:rPr>
              <a:t>BMI ≤ 30</a:t>
            </a:r>
            <a:endParaRPr kumimoji="0" sz="1600" b="0" i="0" u="none" strike="noStrike" kern="1200" cap="none" spc="0" normalizeH="0" baseline="0" noProof="0" dirty="0">
              <a:ln>
                <a:noFill/>
              </a:ln>
              <a:solidFill>
                <a:prstClr val="black"/>
              </a:solidFill>
              <a:effectLst/>
              <a:uLnTx/>
              <a:uFillTx/>
              <a:latin typeface="Verdana"/>
              <a:ea typeface="+mn-ea"/>
              <a:cs typeface="+mn-cs"/>
            </a:endParaRPr>
          </a:p>
        </p:txBody>
      </p:sp>
      <p:sp>
        <p:nvSpPr>
          <p:cNvPr id="24" name="object 91">
            <a:extLst>
              <a:ext uri="{FF2B5EF4-FFF2-40B4-BE49-F238E27FC236}">
                <a16:creationId xmlns:a16="http://schemas.microsoft.com/office/drawing/2014/main" id="{9BE1674A-3C92-317E-E5E7-47919982C582}"/>
              </a:ext>
            </a:extLst>
          </p:cNvPr>
          <p:cNvSpPr/>
          <p:nvPr/>
        </p:nvSpPr>
        <p:spPr>
          <a:xfrm>
            <a:off x="2578368" y="1958837"/>
            <a:ext cx="2458022" cy="245844"/>
          </a:xfrm>
          <a:custGeom>
            <a:avLst/>
            <a:gdLst/>
            <a:ahLst/>
            <a:cxnLst/>
            <a:rect l="l" t="t" r="r" b="b"/>
            <a:pathLst>
              <a:path w="4838784" h="370627">
                <a:moveTo>
                  <a:pt x="0" y="0"/>
                </a:moveTo>
                <a:lnTo>
                  <a:pt x="4838784" y="0"/>
                </a:lnTo>
                <a:lnTo>
                  <a:pt x="4838784" y="370627"/>
                </a:lnTo>
                <a:lnTo>
                  <a:pt x="0" y="370627"/>
                </a:lnTo>
                <a:lnTo>
                  <a:pt x="0" y="0"/>
                </a:lnTo>
                <a:close/>
              </a:path>
            </a:pathLst>
          </a:custGeom>
          <a:solidFill>
            <a:srgbClr val="00B0F0"/>
          </a:solidFill>
          <a:ln w="14638">
            <a:solidFill>
              <a:srgbClr val="002060"/>
            </a:solidFill>
          </a:ln>
        </p:spPr>
        <p:txBody>
          <a:bodyPr wrap="squar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Verdana"/>
                <a:ea typeface="+mn-ea"/>
                <a:cs typeface="+mn-cs"/>
              </a:rPr>
              <a:t>BMI &gt; 30</a:t>
            </a:r>
            <a:endParaRPr kumimoji="0" sz="1600" b="0" i="0" u="none" strike="noStrike" kern="1200" cap="none" spc="0" normalizeH="0" baseline="0" noProof="0" dirty="0">
              <a:ln>
                <a:noFill/>
              </a:ln>
              <a:solidFill>
                <a:prstClr val="black"/>
              </a:solidFill>
              <a:effectLst/>
              <a:uLnTx/>
              <a:uFillTx/>
              <a:latin typeface="Verdana"/>
              <a:ea typeface="+mn-ea"/>
              <a:cs typeface="+mn-cs"/>
            </a:endParaRPr>
          </a:p>
        </p:txBody>
      </p:sp>
      <p:sp>
        <p:nvSpPr>
          <p:cNvPr id="25" name="object 91">
            <a:extLst>
              <a:ext uri="{FF2B5EF4-FFF2-40B4-BE49-F238E27FC236}">
                <a16:creationId xmlns:a16="http://schemas.microsoft.com/office/drawing/2014/main" id="{F2FFB9C9-EE97-374D-40B1-4A9226F4A48C}"/>
              </a:ext>
            </a:extLst>
          </p:cNvPr>
          <p:cNvSpPr/>
          <p:nvPr/>
        </p:nvSpPr>
        <p:spPr>
          <a:xfrm>
            <a:off x="5423672" y="1953509"/>
            <a:ext cx="2164459" cy="262159"/>
          </a:xfrm>
          <a:custGeom>
            <a:avLst/>
            <a:gdLst/>
            <a:ahLst/>
            <a:cxnLst/>
            <a:rect l="l" t="t" r="r" b="b"/>
            <a:pathLst>
              <a:path w="4838784" h="370627">
                <a:moveTo>
                  <a:pt x="0" y="0"/>
                </a:moveTo>
                <a:lnTo>
                  <a:pt x="4838784" y="0"/>
                </a:lnTo>
                <a:lnTo>
                  <a:pt x="4838784" y="370627"/>
                </a:lnTo>
                <a:lnTo>
                  <a:pt x="0" y="370627"/>
                </a:lnTo>
                <a:lnTo>
                  <a:pt x="0" y="0"/>
                </a:lnTo>
                <a:close/>
              </a:path>
            </a:pathLst>
          </a:custGeom>
          <a:solidFill>
            <a:srgbClr val="00B0F0"/>
          </a:solidFill>
          <a:ln w="14638">
            <a:solidFill>
              <a:srgbClr val="002060"/>
            </a:solidFill>
          </a:ln>
        </p:spPr>
        <p:txBody>
          <a:bodyPr wrap="squar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Verdana"/>
                <a:ea typeface="+mn-ea"/>
                <a:cs typeface="+mn-cs"/>
              </a:rPr>
              <a:t>BMI ≤ 30</a:t>
            </a:r>
            <a:endParaRPr kumimoji="0" sz="1600" b="0" i="0" u="none" strike="noStrike" kern="1200" cap="none" spc="0" normalizeH="0" baseline="0" noProof="0" dirty="0">
              <a:ln>
                <a:noFill/>
              </a:ln>
              <a:solidFill>
                <a:prstClr val="black"/>
              </a:solidFill>
              <a:effectLst/>
              <a:uLnTx/>
              <a:uFillTx/>
              <a:latin typeface="Verdana"/>
              <a:ea typeface="+mn-ea"/>
              <a:cs typeface="+mn-cs"/>
            </a:endParaRPr>
          </a:p>
        </p:txBody>
      </p:sp>
      <p:sp>
        <p:nvSpPr>
          <p:cNvPr id="26" name="object 91">
            <a:extLst>
              <a:ext uri="{FF2B5EF4-FFF2-40B4-BE49-F238E27FC236}">
                <a16:creationId xmlns:a16="http://schemas.microsoft.com/office/drawing/2014/main" id="{38C4BEDB-6207-22AC-27A7-7406FEB4EE2A}"/>
              </a:ext>
            </a:extLst>
          </p:cNvPr>
          <p:cNvSpPr/>
          <p:nvPr/>
        </p:nvSpPr>
        <p:spPr>
          <a:xfrm>
            <a:off x="7703391" y="1952270"/>
            <a:ext cx="3581399" cy="264020"/>
          </a:xfrm>
          <a:custGeom>
            <a:avLst/>
            <a:gdLst/>
            <a:ahLst/>
            <a:cxnLst/>
            <a:rect l="l" t="t" r="r" b="b"/>
            <a:pathLst>
              <a:path w="4838784" h="370627">
                <a:moveTo>
                  <a:pt x="0" y="0"/>
                </a:moveTo>
                <a:lnTo>
                  <a:pt x="4838784" y="0"/>
                </a:lnTo>
                <a:lnTo>
                  <a:pt x="4838784" y="370627"/>
                </a:lnTo>
                <a:lnTo>
                  <a:pt x="0" y="370627"/>
                </a:lnTo>
                <a:lnTo>
                  <a:pt x="0" y="0"/>
                </a:lnTo>
                <a:close/>
              </a:path>
            </a:pathLst>
          </a:custGeom>
          <a:solidFill>
            <a:srgbClr val="00B0F0"/>
          </a:solidFill>
          <a:ln w="14638">
            <a:solidFill>
              <a:srgbClr val="002060"/>
            </a:solidFill>
          </a:ln>
        </p:spPr>
        <p:txBody>
          <a:bodyPr wrap="squar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Verdana"/>
                <a:ea typeface="+mn-ea"/>
                <a:cs typeface="+mn-cs"/>
              </a:rPr>
              <a:t>BMI &gt; 30</a:t>
            </a:r>
            <a:endParaRPr kumimoji="0" sz="1600" b="0" i="0" u="none" strike="noStrike" kern="1200" cap="none" spc="0" normalizeH="0" baseline="0" noProof="0" dirty="0">
              <a:ln>
                <a:noFill/>
              </a:ln>
              <a:solidFill>
                <a:prstClr val="black"/>
              </a:solidFill>
              <a:effectLst/>
              <a:uLnTx/>
              <a:uFillTx/>
              <a:latin typeface="Verdana"/>
              <a:ea typeface="+mn-ea"/>
              <a:cs typeface="+mn-cs"/>
            </a:endParaRPr>
          </a:p>
        </p:txBody>
      </p:sp>
      <p:sp>
        <p:nvSpPr>
          <p:cNvPr id="27" name="object 91">
            <a:extLst>
              <a:ext uri="{FF2B5EF4-FFF2-40B4-BE49-F238E27FC236}">
                <a16:creationId xmlns:a16="http://schemas.microsoft.com/office/drawing/2014/main" id="{10BF77F9-28C2-1E31-BE2A-8370F777C470}"/>
              </a:ext>
            </a:extLst>
          </p:cNvPr>
          <p:cNvSpPr/>
          <p:nvPr/>
        </p:nvSpPr>
        <p:spPr>
          <a:xfrm>
            <a:off x="540591" y="2460618"/>
            <a:ext cx="1903358" cy="682088"/>
          </a:xfrm>
          <a:custGeom>
            <a:avLst/>
            <a:gdLst/>
            <a:ahLst/>
            <a:cxnLst/>
            <a:rect l="l" t="t" r="r" b="b"/>
            <a:pathLst>
              <a:path w="4838784" h="370627">
                <a:moveTo>
                  <a:pt x="0" y="0"/>
                </a:moveTo>
                <a:lnTo>
                  <a:pt x="4838784" y="0"/>
                </a:lnTo>
                <a:lnTo>
                  <a:pt x="4838784" y="370627"/>
                </a:lnTo>
                <a:lnTo>
                  <a:pt x="0" y="370627"/>
                </a:lnTo>
                <a:lnTo>
                  <a:pt x="0" y="0"/>
                </a:lnTo>
                <a:close/>
              </a:path>
            </a:pathLst>
          </a:custGeom>
          <a:solidFill>
            <a:srgbClr val="92D050"/>
          </a:solidFill>
          <a:ln w="14638">
            <a:solidFill>
              <a:srgbClr val="002060"/>
            </a:solidFill>
          </a:ln>
        </p:spPr>
        <p:txBody>
          <a:bodyPr wrap="squar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Verdana"/>
                <a:ea typeface="+mn-ea"/>
                <a:cs typeface="+mn-cs"/>
              </a:rPr>
              <a:t>Basal insulin</a:t>
            </a:r>
            <a:r>
              <a:rPr lang="en-US" dirty="0">
                <a:solidFill>
                  <a:prstClr val="black"/>
                </a:solidFill>
                <a:latin typeface="Verdana"/>
              </a:rPr>
              <a:t>  ⃰⃰⃰</a:t>
            </a:r>
            <a:r>
              <a:rPr kumimoji="0" lang="en-US" sz="1800" b="0" i="0" u="none" strike="noStrike" kern="1200" cap="none" spc="0" normalizeH="0" baseline="0" noProof="0" dirty="0">
                <a:ln>
                  <a:noFill/>
                </a:ln>
                <a:solidFill>
                  <a:prstClr val="black"/>
                </a:solidFill>
                <a:effectLst/>
                <a:uLnTx/>
                <a:uFillTx/>
                <a:latin typeface="Verdana"/>
                <a:ea typeface="+mn-ea"/>
                <a:cs typeface="+mn-cs"/>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Verdana"/>
                <a:ea typeface="+mn-ea"/>
                <a:cs typeface="+mn-cs"/>
              </a:rPr>
              <a:t>&amp; titration</a:t>
            </a:r>
            <a:endParaRPr kumimoji="0" sz="1600" b="0" i="0" u="none" strike="noStrike" kern="1200" cap="none" spc="0" normalizeH="0" baseline="0" noProof="0" dirty="0">
              <a:ln>
                <a:noFill/>
              </a:ln>
              <a:solidFill>
                <a:prstClr val="black"/>
              </a:solidFill>
              <a:effectLst/>
              <a:uLnTx/>
              <a:uFillTx/>
              <a:latin typeface="Verdana"/>
              <a:ea typeface="+mn-ea"/>
              <a:cs typeface="+mn-cs"/>
            </a:endParaRPr>
          </a:p>
        </p:txBody>
      </p:sp>
      <p:sp>
        <p:nvSpPr>
          <p:cNvPr id="28" name="object 91">
            <a:extLst>
              <a:ext uri="{FF2B5EF4-FFF2-40B4-BE49-F238E27FC236}">
                <a16:creationId xmlns:a16="http://schemas.microsoft.com/office/drawing/2014/main" id="{0118D190-5FA2-6C2A-7003-B57C4F3E0907}"/>
              </a:ext>
            </a:extLst>
          </p:cNvPr>
          <p:cNvSpPr/>
          <p:nvPr/>
        </p:nvSpPr>
        <p:spPr>
          <a:xfrm>
            <a:off x="540589" y="3191778"/>
            <a:ext cx="10776571" cy="354438"/>
          </a:xfrm>
          <a:custGeom>
            <a:avLst/>
            <a:gdLst/>
            <a:ahLst/>
            <a:cxnLst/>
            <a:rect l="l" t="t" r="r" b="b"/>
            <a:pathLst>
              <a:path w="4838784" h="370627">
                <a:moveTo>
                  <a:pt x="0" y="0"/>
                </a:moveTo>
                <a:lnTo>
                  <a:pt x="4838784" y="0"/>
                </a:lnTo>
                <a:lnTo>
                  <a:pt x="4838784" y="370627"/>
                </a:lnTo>
                <a:lnTo>
                  <a:pt x="0" y="370627"/>
                </a:lnTo>
                <a:lnTo>
                  <a:pt x="0" y="0"/>
                </a:lnTo>
                <a:close/>
              </a:path>
            </a:pathLst>
          </a:custGeom>
          <a:solidFill>
            <a:schemeClr val="bg1">
              <a:lumMod val="85000"/>
            </a:schemeClr>
          </a:solidFill>
          <a:ln w="14638">
            <a:solidFill>
              <a:srgbClr val="002060"/>
            </a:solidFill>
          </a:ln>
        </p:spPr>
        <p:txBody>
          <a:bodyPr wrap="squar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Verdana"/>
                <a:ea typeface="+mn-ea"/>
                <a:cs typeface="+mn-cs"/>
              </a:rPr>
              <a:t>If HbA1c above Target</a:t>
            </a:r>
            <a:endParaRPr kumimoji="0" sz="1600" b="1" i="0" u="none" strike="noStrike" kern="1200" cap="none" spc="0" normalizeH="0" baseline="0" noProof="0" dirty="0">
              <a:ln>
                <a:noFill/>
              </a:ln>
              <a:solidFill>
                <a:prstClr val="black"/>
              </a:solidFill>
              <a:effectLst/>
              <a:uLnTx/>
              <a:uFillTx/>
              <a:latin typeface="Verdana"/>
              <a:ea typeface="+mn-ea"/>
              <a:cs typeface="+mn-cs"/>
            </a:endParaRPr>
          </a:p>
        </p:txBody>
      </p:sp>
      <p:sp>
        <p:nvSpPr>
          <p:cNvPr id="29" name="object 91">
            <a:extLst>
              <a:ext uri="{FF2B5EF4-FFF2-40B4-BE49-F238E27FC236}">
                <a16:creationId xmlns:a16="http://schemas.microsoft.com/office/drawing/2014/main" id="{37FF40EA-C8C5-05B0-9B95-B982576292F1}"/>
              </a:ext>
            </a:extLst>
          </p:cNvPr>
          <p:cNvSpPr/>
          <p:nvPr/>
        </p:nvSpPr>
        <p:spPr>
          <a:xfrm>
            <a:off x="540590" y="3592719"/>
            <a:ext cx="1942863" cy="675776"/>
          </a:xfrm>
          <a:custGeom>
            <a:avLst/>
            <a:gdLst/>
            <a:ahLst/>
            <a:cxnLst/>
            <a:rect l="l" t="t" r="r" b="b"/>
            <a:pathLst>
              <a:path w="4838784" h="370627">
                <a:moveTo>
                  <a:pt x="0" y="0"/>
                </a:moveTo>
                <a:lnTo>
                  <a:pt x="4838784" y="0"/>
                </a:lnTo>
                <a:lnTo>
                  <a:pt x="4838784" y="370627"/>
                </a:lnTo>
                <a:lnTo>
                  <a:pt x="0" y="370627"/>
                </a:lnTo>
                <a:lnTo>
                  <a:pt x="0" y="0"/>
                </a:lnTo>
                <a:close/>
              </a:path>
            </a:pathLst>
          </a:custGeom>
          <a:solidFill>
            <a:srgbClr val="92D050"/>
          </a:solidFill>
          <a:ln w="14638">
            <a:solidFill>
              <a:srgbClr val="002060"/>
            </a:solidFill>
          </a:ln>
        </p:spPr>
        <p:txBody>
          <a:bodyPr wrap="squar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Verdana"/>
                <a:ea typeface="+mn-ea"/>
                <a:cs typeface="+mn-cs"/>
              </a:rPr>
              <a:t>BI + GLP-1 RA </a:t>
            </a:r>
            <a:r>
              <a:rPr lang="en-US" sz="1400" dirty="0">
                <a:solidFill>
                  <a:prstClr val="black"/>
                </a:solidFill>
                <a:latin typeface="Verdana"/>
              </a:rPr>
              <a:t> ⃰  ⃰ </a:t>
            </a:r>
            <a:endParaRPr kumimoji="0" lang="en-US" sz="1400" b="0" i="0" u="none" strike="noStrike" kern="1200" cap="none" spc="0" normalizeH="0" baseline="0" noProof="0" dirty="0">
              <a:ln>
                <a:noFill/>
              </a:ln>
              <a:solidFill>
                <a:prstClr val="black"/>
              </a:solidFill>
              <a:effectLst/>
              <a:uLnTx/>
              <a:uFillTx/>
              <a:latin typeface="Verdana"/>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latin typeface="Verdana"/>
              </a:rPr>
              <a:t>(FRC preferably or separately)</a:t>
            </a:r>
          </a:p>
        </p:txBody>
      </p:sp>
      <p:sp>
        <p:nvSpPr>
          <p:cNvPr id="33" name="object 91">
            <a:extLst>
              <a:ext uri="{FF2B5EF4-FFF2-40B4-BE49-F238E27FC236}">
                <a16:creationId xmlns:a16="http://schemas.microsoft.com/office/drawing/2014/main" id="{06582BBE-A8EE-C650-10EF-80730AD002B6}"/>
              </a:ext>
            </a:extLst>
          </p:cNvPr>
          <p:cNvSpPr/>
          <p:nvPr/>
        </p:nvSpPr>
        <p:spPr>
          <a:xfrm>
            <a:off x="2578367" y="2439161"/>
            <a:ext cx="2522527" cy="698572"/>
          </a:xfrm>
          <a:custGeom>
            <a:avLst/>
            <a:gdLst/>
            <a:ahLst/>
            <a:cxnLst/>
            <a:rect l="l" t="t" r="r" b="b"/>
            <a:pathLst>
              <a:path w="4838784" h="370627">
                <a:moveTo>
                  <a:pt x="0" y="0"/>
                </a:moveTo>
                <a:lnTo>
                  <a:pt x="4838784" y="0"/>
                </a:lnTo>
                <a:lnTo>
                  <a:pt x="4838784" y="370627"/>
                </a:lnTo>
                <a:lnTo>
                  <a:pt x="0" y="370627"/>
                </a:lnTo>
                <a:lnTo>
                  <a:pt x="0" y="0"/>
                </a:lnTo>
                <a:close/>
              </a:path>
            </a:pathLst>
          </a:custGeom>
          <a:solidFill>
            <a:srgbClr val="00B050"/>
          </a:solidFill>
          <a:ln w="14638">
            <a:solidFill>
              <a:srgbClr val="002060"/>
            </a:solidFill>
          </a:ln>
        </p:spPr>
        <p:txBody>
          <a:bodyPr wrap="squar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Verdana"/>
                <a:ea typeface="+mn-ea"/>
                <a:cs typeface="+mn-cs"/>
              </a:rPr>
              <a:t>GLP-RA </a:t>
            </a:r>
            <a:r>
              <a:rPr lang="en-US" sz="1400" baseline="30000" dirty="0">
                <a:solidFill>
                  <a:prstClr val="black"/>
                </a:solidFill>
                <a:latin typeface="Verdana"/>
              </a:rPr>
              <a:t> ⃰⃰  ⃰⃰ </a:t>
            </a:r>
            <a:endParaRPr kumimoji="0" lang="en-US" sz="1400" b="0" i="0" u="none" strike="noStrike" kern="1200" cap="none" spc="0" normalizeH="0" baseline="30000" noProof="0" dirty="0">
              <a:ln>
                <a:noFill/>
              </a:ln>
              <a:solidFill>
                <a:prstClr val="black"/>
              </a:solidFill>
              <a:effectLst/>
              <a:uLnTx/>
              <a:uFillTx/>
              <a:latin typeface="Verdana"/>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prstClr val="black"/>
                </a:solidFill>
                <a:latin typeface="Verdana"/>
              </a:rPr>
              <a:t>o</a:t>
            </a:r>
            <a:r>
              <a:rPr kumimoji="0" lang="en-US" sz="1400" b="0" i="0" u="none" strike="noStrike" kern="1200" cap="none" spc="0" normalizeH="0" baseline="0" noProof="0" dirty="0">
                <a:ln>
                  <a:noFill/>
                </a:ln>
                <a:solidFill>
                  <a:prstClr val="black"/>
                </a:solidFill>
                <a:effectLst/>
                <a:uLnTx/>
                <a:uFillTx/>
                <a:latin typeface="Verdana"/>
                <a:ea typeface="+mn-ea"/>
                <a:cs typeface="+mn-cs"/>
              </a:rPr>
              <a:t>r BI + GLP-1 RA </a:t>
            </a:r>
            <a:r>
              <a:rPr lang="en-US" sz="1400" dirty="0">
                <a:solidFill>
                  <a:prstClr val="black"/>
                </a:solidFill>
                <a:latin typeface="Verdana"/>
              </a:rPr>
              <a:t> ⃰  ⃰ </a:t>
            </a:r>
            <a:endParaRPr kumimoji="0" lang="en-US" sz="1400" b="0" i="0" u="none" strike="noStrike" kern="1200" cap="none" spc="0" normalizeH="0" baseline="0" noProof="0" dirty="0">
              <a:ln>
                <a:noFill/>
              </a:ln>
              <a:solidFill>
                <a:prstClr val="black"/>
              </a:solidFill>
              <a:effectLst/>
              <a:uLnTx/>
              <a:uFillTx/>
              <a:latin typeface="Verdana"/>
              <a:ea typeface="+mn-ea"/>
              <a:cs typeface="+mn-cs"/>
            </a:endParaRPr>
          </a:p>
          <a:p>
            <a:pPr algn="ctr">
              <a:defRPr/>
            </a:pPr>
            <a:r>
              <a:rPr lang="en-US" sz="1400" dirty="0">
                <a:solidFill>
                  <a:prstClr val="black"/>
                </a:solidFill>
                <a:latin typeface="Verdana"/>
              </a:rPr>
              <a:t>(FRC or separately)</a:t>
            </a:r>
            <a:endParaRPr kumimoji="0" lang="en-US" sz="1400" b="0" i="0" u="none" strike="noStrike" kern="1200" cap="none" spc="0" normalizeH="0" baseline="0" noProof="0" dirty="0">
              <a:ln>
                <a:noFill/>
              </a:ln>
              <a:solidFill>
                <a:prstClr val="black"/>
              </a:solidFill>
              <a:effectLst/>
              <a:uLnTx/>
              <a:uFillTx/>
              <a:latin typeface="Verdana"/>
              <a:ea typeface="+mn-ea"/>
              <a:cs typeface="+mn-cs"/>
            </a:endParaRPr>
          </a:p>
        </p:txBody>
      </p:sp>
      <p:sp>
        <p:nvSpPr>
          <p:cNvPr id="34" name="object 91">
            <a:extLst>
              <a:ext uri="{FF2B5EF4-FFF2-40B4-BE49-F238E27FC236}">
                <a16:creationId xmlns:a16="http://schemas.microsoft.com/office/drawing/2014/main" id="{7500CEA4-3736-9F5A-6BB0-F0C7AB3AF6DA}"/>
              </a:ext>
            </a:extLst>
          </p:cNvPr>
          <p:cNvSpPr/>
          <p:nvPr/>
        </p:nvSpPr>
        <p:spPr>
          <a:xfrm>
            <a:off x="5423672" y="2439161"/>
            <a:ext cx="2164459" cy="687191"/>
          </a:xfrm>
          <a:custGeom>
            <a:avLst/>
            <a:gdLst/>
            <a:ahLst/>
            <a:cxnLst/>
            <a:rect l="l" t="t" r="r" b="b"/>
            <a:pathLst>
              <a:path w="4838784" h="370627">
                <a:moveTo>
                  <a:pt x="0" y="0"/>
                </a:moveTo>
                <a:lnTo>
                  <a:pt x="4838784" y="0"/>
                </a:lnTo>
                <a:lnTo>
                  <a:pt x="4838784" y="370627"/>
                </a:lnTo>
                <a:lnTo>
                  <a:pt x="0" y="370627"/>
                </a:lnTo>
                <a:lnTo>
                  <a:pt x="0" y="0"/>
                </a:lnTo>
                <a:close/>
              </a:path>
            </a:pathLst>
          </a:custGeom>
          <a:solidFill>
            <a:srgbClr val="00B050"/>
          </a:solidFill>
          <a:ln w="14638">
            <a:solidFill>
              <a:srgbClr val="002060"/>
            </a:solidFill>
          </a:ln>
        </p:spPr>
        <p:txBody>
          <a:bodyPr wrap="squar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Verdana"/>
                <a:ea typeface="+mn-ea"/>
                <a:cs typeface="+mn-cs"/>
              </a:rPr>
              <a:t>BI + GLP-1 RA </a:t>
            </a:r>
            <a:r>
              <a:rPr lang="en-US" sz="1100" dirty="0">
                <a:solidFill>
                  <a:prstClr val="black"/>
                </a:solidFill>
                <a:latin typeface="Verdana"/>
              </a:rPr>
              <a:t> ⃰  ⃰ </a:t>
            </a:r>
            <a:endParaRPr kumimoji="0" lang="en-US" sz="1100" b="0" i="0" u="none" strike="noStrike" kern="1200" cap="none" spc="0" normalizeH="0" baseline="0" noProof="0" dirty="0">
              <a:ln>
                <a:noFill/>
              </a:ln>
              <a:solidFill>
                <a:prstClr val="black"/>
              </a:solidFill>
              <a:effectLst/>
              <a:uLnTx/>
              <a:uFillTx/>
              <a:latin typeface="Verdana"/>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solidFill>
                  <a:prstClr val="black"/>
                </a:solidFill>
                <a:latin typeface="Verdana"/>
              </a:rPr>
              <a:t>(FRC or separately) </a:t>
            </a:r>
          </a:p>
          <a:p>
            <a:pPr algn="ctr">
              <a:defRPr/>
            </a:pPr>
            <a:r>
              <a:rPr lang="en-US" sz="1100" dirty="0">
                <a:solidFill>
                  <a:prstClr val="black"/>
                </a:solidFill>
                <a:latin typeface="Verdana"/>
              </a:rPr>
              <a:t>Or Premix agents♯</a:t>
            </a:r>
            <a:endParaRPr kumimoji="0" lang="en-US" sz="1400" b="0" i="0" u="none" strike="noStrike" kern="1200" cap="none" spc="0" normalizeH="0" baseline="30000" noProof="0" dirty="0">
              <a:ln>
                <a:noFill/>
              </a:ln>
              <a:solidFill>
                <a:prstClr val="black"/>
              </a:solidFill>
              <a:effectLst/>
              <a:uLnTx/>
              <a:uFillTx/>
              <a:latin typeface="Verdana"/>
              <a:ea typeface="+mn-ea"/>
              <a:cs typeface="+mn-cs"/>
            </a:endParaRPr>
          </a:p>
        </p:txBody>
      </p:sp>
      <p:sp>
        <p:nvSpPr>
          <p:cNvPr id="36" name="object 91">
            <a:extLst>
              <a:ext uri="{FF2B5EF4-FFF2-40B4-BE49-F238E27FC236}">
                <a16:creationId xmlns:a16="http://schemas.microsoft.com/office/drawing/2014/main" id="{3325D58F-5412-4360-5C93-69AE1DA00320}"/>
              </a:ext>
            </a:extLst>
          </p:cNvPr>
          <p:cNvSpPr/>
          <p:nvPr/>
        </p:nvSpPr>
        <p:spPr>
          <a:xfrm>
            <a:off x="534070" y="5306020"/>
            <a:ext cx="4768422" cy="716076"/>
          </a:xfrm>
          <a:custGeom>
            <a:avLst/>
            <a:gdLst/>
            <a:ahLst/>
            <a:cxnLst/>
            <a:rect l="l" t="t" r="r" b="b"/>
            <a:pathLst>
              <a:path w="4838784" h="370627">
                <a:moveTo>
                  <a:pt x="0" y="0"/>
                </a:moveTo>
                <a:lnTo>
                  <a:pt x="4838784" y="0"/>
                </a:lnTo>
                <a:lnTo>
                  <a:pt x="4838784" y="370627"/>
                </a:lnTo>
                <a:lnTo>
                  <a:pt x="0" y="370627"/>
                </a:lnTo>
                <a:lnTo>
                  <a:pt x="0" y="0"/>
                </a:lnTo>
                <a:close/>
              </a:path>
            </a:pathLst>
          </a:custGeom>
          <a:solidFill>
            <a:srgbClr val="92D050"/>
          </a:solidFill>
          <a:ln w="14638">
            <a:solidFill>
              <a:srgbClr val="002060"/>
            </a:solidFill>
          </a:ln>
        </p:spPr>
        <p:txBody>
          <a:bodyPr wrap="squar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Verdana"/>
                <a:ea typeface="+mn-ea"/>
                <a:cs typeface="+mn-cs"/>
              </a:rPr>
              <a:t>Basal +/ Bolus Insulin</a:t>
            </a:r>
            <a:endParaRPr kumimoji="0" sz="1600" b="0" i="0" u="none" strike="noStrike" kern="1200" cap="none" spc="0" normalizeH="0" baseline="0" noProof="0" dirty="0">
              <a:ln>
                <a:noFill/>
              </a:ln>
              <a:solidFill>
                <a:prstClr val="black"/>
              </a:solidFill>
              <a:effectLst/>
              <a:uLnTx/>
              <a:uFillTx/>
              <a:latin typeface="Verdana"/>
              <a:ea typeface="+mn-ea"/>
              <a:cs typeface="+mn-cs"/>
            </a:endParaRPr>
          </a:p>
        </p:txBody>
      </p:sp>
      <p:sp>
        <p:nvSpPr>
          <p:cNvPr id="38" name="object 91">
            <a:extLst>
              <a:ext uri="{FF2B5EF4-FFF2-40B4-BE49-F238E27FC236}">
                <a16:creationId xmlns:a16="http://schemas.microsoft.com/office/drawing/2014/main" id="{845C0DB2-4710-9F0E-3A36-159E496E6A9D}"/>
              </a:ext>
            </a:extLst>
          </p:cNvPr>
          <p:cNvSpPr/>
          <p:nvPr/>
        </p:nvSpPr>
        <p:spPr>
          <a:xfrm>
            <a:off x="528603" y="4928586"/>
            <a:ext cx="10776571" cy="304501"/>
          </a:xfrm>
          <a:custGeom>
            <a:avLst/>
            <a:gdLst/>
            <a:ahLst/>
            <a:cxnLst/>
            <a:rect l="l" t="t" r="r" b="b"/>
            <a:pathLst>
              <a:path w="4838784" h="370627">
                <a:moveTo>
                  <a:pt x="0" y="0"/>
                </a:moveTo>
                <a:lnTo>
                  <a:pt x="4838784" y="0"/>
                </a:lnTo>
                <a:lnTo>
                  <a:pt x="4838784" y="370627"/>
                </a:lnTo>
                <a:lnTo>
                  <a:pt x="0" y="370627"/>
                </a:lnTo>
                <a:lnTo>
                  <a:pt x="0" y="0"/>
                </a:lnTo>
                <a:close/>
              </a:path>
            </a:pathLst>
          </a:custGeom>
          <a:solidFill>
            <a:schemeClr val="bg1">
              <a:lumMod val="85000"/>
            </a:schemeClr>
          </a:solidFill>
          <a:ln w="14638">
            <a:solidFill>
              <a:srgbClr val="002060"/>
            </a:solidFill>
          </a:ln>
        </p:spPr>
        <p:txBody>
          <a:bodyPr wrap="squar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Verdana"/>
                <a:ea typeface="+mn-ea"/>
                <a:cs typeface="+mn-cs"/>
              </a:rPr>
              <a:t>If HbA1c above Target</a:t>
            </a:r>
            <a:endParaRPr kumimoji="0" sz="1600" b="1" i="0" u="none" strike="noStrike" kern="1200" cap="none" spc="0" normalizeH="0" baseline="0" noProof="0" dirty="0">
              <a:ln>
                <a:noFill/>
              </a:ln>
              <a:solidFill>
                <a:prstClr val="black"/>
              </a:solidFill>
              <a:effectLst/>
              <a:uLnTx/>
              <a:uFillTx/>
              <a:latin typeface="Verdana"/>
              <a:ea typeface="+mn-ea"/>
              <a:cs typeface="+mn-cs"/>
            </a:endParaRPr>
          </a:p>
        </p:txBody>
      </p:sp>
      <p:sp>
        <p:nvSpPr>
          <p:cNvPr id="39" name="object 91">
            <a:extLst>
              <a:ext uri="{FF2B5EF4-FFF2-40B4-BE49-F238E27FC236}">
                <a16:creationId xmlns:a16="http://schemas.microsoft.com/office/drawing/2014/main" id="{13845041-D6E6-E5A0-19B8-B63D2C9F69A3}"/>
              </a:ext>
            </a:extLst>
          </p:cNvPr>
          <p:cNvSpPr/>
          <p:nvPr/>
        </p:nvSpPr>
        <p:spPr>
          <a:xfrm>
            <a:off x="540589" y="6065226"/>
            <a:ext cx="10776570" cy="211145"/>
          </a:xfrm>
          <a:custGeom>
            <a:avLst/>
            <a:gdLst/>
            <a:ahLst/>
            <a:cxnLst/>
            <a:rect l="l" t="t" r="r" b="b"/>
            <a:pathLst>
              <a:path w="4838784" h="370627">
                <a:moveTo>
                  <a:pt x="0" y="0"/>
                </a:moveTo>
                <a:lnTo>
                  <a:pt x="4838784" y="0"/>
                </a:lnTo>
                <a:lnTo>
                  <a:pt x="4838784" y="370627"/>
                </a:lnTo>
                <a:lnTo>
                  <a:pt x="0" y="370627"/>
                </a:lnTo>
                <a:lnTo>
                  <a:pt x="0" y="0"/>
                </a:lnTo>
                <a:close/>
              </a:path>
            </a:pathLst>
          </a:custGeom>
          <a:solidFill>
            <a:srgbClr val="FFFF00"/>
          </a:solidFill>
          <a:ln w="14638">
            <a:solidFill>
              <a:srgbClr val="002060"/>
            </a:solidFill>
          </a:ln>
        </p:spPr>
        <p:txBody>
          <a:bodyPr wrap="squar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Verdana"/>
                <a:ea typeface="+mn-ea"/>
                <a:cs typeface="+mn-cs"/>
              </a:rPr>
              <a:t>Intensify insulin</a:t>
            </a:r>
            <a:endParaRPr kumimoji="0" sz="1600" b="0" i="0" u="none" strike="noStrike" kern="1200" cap="none" spc="0" normalizeH="0" baseline="0" noProof="0" dirty="0">
              <a:ln>
                <a:noFill/>
              </a:ln>
              <a:solidFill>
                <a:prstClr val="black"/>
              </a:solidFill>
              <a:effectLst/>
              <a:uLnTx/>
              <a:uFillTx/>
              <a:latin typeface="Verdana"/>
              <a:ea typeface="+mn-ea"/>
              <a:cs typeface="+mn-cs"/>
            </a:endParaRPr>
          </a:p>
        </p:txBody>
      </p:sp>
      <p:sp>
        <p:nvSpPr>
          <p:cNvPr id="46" name="object 114">
            <a:extLst>
              <a:ext uri="{FF2B5EF4-FFF2-40B4-BE49-F238E27FC236}">
                <a16:creationId xmlns:a16="http://schemas.microsoft.com/office/drawing/2014/main" id="{2E86A383-A3B0-B347-2401-D68A5A71B698}"/>
              </a:ext>
            </a:extLst>
          </p:cNvPr>
          <p:cNvSpPr/>
          <p:nvPr/>
        </p:nvSpPr>
        <p:spPr>
          <a:xfrm>
            <a:off x="6216529" y="1712107"/>
            <a:ext cx="301517" cy="226418"/>
          </a:xfrm>
          <a:custGeom>
            <a:avLst/>
            <a:gdLst/>
            <a:ahLst/>
            <a:cxnLst/>
            <a:rect l="l" t="t" r="r" b="b"/>
            <a:pathLst>
              <a:path w="497503" h="373590">
                <a:moveTo>
                  <a:pt x="0" y="127870"/>
                </a:moveTo>
                <a:lnTo>
                  <a:pt x="122865" y="127870"/>
                </a:lnTo>
                <a:lnTo>
                  <a:pt x="122865" y="0"/>
                </a:lnTo>
                <a:lnTo>
                  <a:pt x="374690" y="0"/>
                </a:lnTo>
                <a:lnTo>
                  <a:pt x="374690" y="121724"/>
                </a:lnTo>
                <a:lnTo>
                  <a:pt x="497503" y="121724"/>
                </a:lnTo>
                <a:lnTo>
                  <a:pt x="251824" y="373590"/>
                </a:lnTo>
                <a:lnTo>
                  <a:pt x="0" y="127870"/>
                </a:lnTo>
                <a:close/>
              </a:path>
            </a:pathLst>
          </a:custGeom>
          <a:solidFill>
            <a:schemeClr val="tx2">
              <a:lumMod val="25000"/>
            </a:schemeClr>
          </a:solidFill>
          <a:ln w="14638">
            <a:solidFill>
              <a:srgbClr val="5372AB"/>
            </a:solidFill>
          </a:ln>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Verdana"/>
              <a:ea typeface="+mn-ea"/>
              <a:cs typeface="+mn-cs"/>
            </a:endParaRPr>
          </a:p>
        </p:txBody>
      </p:sp>
      <p:sp>
        <p:nvSpPr>
          <p:cNvPr id="47" name="object 114">
            <a:extLst>
              <a:ext uri="{FF2B5EF4-FFF2-40B4-BE49-F238E27FC236}">
                <a16:creationId xmlns:a16="http://schemas.microsoft.com/office/drawing/2014/main" id="{C728CE6E-25DE-A8D2-AA7E-6493E1104A17}"/>
              </a:ext>
            </a:extLst>
          </p:cNvPr>
          <p:cNvSpPr/>
          <p:nvPr/>
        </p:nvSpPr>
        <p:spPr>
          <a:xfrm>
            <a:off x="9356686" y="1701165"/>
            <a:ext cx="301517" cy="226418"/>
          </a:xfrm>
          <a:custGeom>
            <a:avLst/>
            <a:gdLst/>
            <a:ahLst/>
            <a:cxnLst/>
            <a:rect l="l" t="t" r="r" b="b"/>
            <a:pathLst>
              <a:path w="497503" h="373590">
                <a:moveTo>
                  <a:pt x="0" y="127870"/>
                </a:moveTo>
                <a:lnTo>
                  <a:pt x="122865" y="127870"/>
                </a:lnTo>
                <a:lnTo>
                  <a:pt x="122865" y="0"/>
                </a:lnTo>
                <a:lnTo>
                  <a:pt x="374690" y="0"/>
                </a:lnTo>
                <a:lnTo>
                  <a:pt x="374690" y="121724"/>
                </a:lnTo>
                <a:lnTo>
                  <a:pt x="497503" y="121724"/>
                </a:lnTo>
                <a:lnTo>
                  <a:pt x="251824" y="373590"/>
                </a:lnTo>
                <a:lnTo>
                  <a:pt x="0" y="127870"/>
                </a:lnTo>
                <a:close/>
              </a:path>
            </a:pathLst>
          </a:custGeom>
          <a:solidFill>
            <a:schemeClr val="tx2">
              <a:lumMod val="25000"/>
            </a:schemeClr>
          </a:solidFill>
          <a:ln w="14638">
            <a:solidFill>
              <a:srgbClr val="5372AB"/>
            </a:solidFill>
          </a:ln>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Verdana"/>
              <a:ea typeface="+mn-ea"/>
              <a:cs typeface="+mn-cs"/>
            </a:endParaRPr>
          </a:p>
        </p:txBody>
      </p:sp>
      <p:sp>
        <p:nvSpPr>
          <p:cNvPr id="48" name="object 114">
            <a:extLst>
              <a:ext uri="{FF2B5EF4-FFF2-40B4-BE49-F238E27FC236}">
                <a16:creationId xmlns:a16="http://schemas.microsoft.com/office/drawing/2014/main" id="{EA8BAD31-5A36-78DB-A91D-0A748CD6C283}"/>
              </a:ext>
            </a:extLst>
          </p:cNvPr>
          <p:cNvSpPr/>
          <p:nvPr/>
        </p:nvSpPr>
        <p:spPr>
          <a:xfrm>
            <a:off x="1534725" y="2245576"/>
            <a:ext cx="301517" cy="226418"/>
          </a:xfrm>
          <a:custGeom>
            <a:avLst/>
            <a:gdLst/>
            <a:ahLst/>
            <a:cxnLst/>
            <a:rect l="l" t="t" r="r" b="b"/>
            <a:pathLst>
              <a:path w="497503" h="373590">
                <a:moveTo>
                  <a:pt x="0" y="127870"/>
                </a:moveTo>
                <a:lnTo>
                  <a:pt x="122865" y="127870"/>
                </a:lnTo>
                <a:lnTo>
                  <a:pt x="122865" y="0"/>
                </a:lnTo>
                <a:lnTo>
                  <a:pt x="374690" y="0"/>
                </a:lnTo>
                <a:lnTo>
                  <a:pt x="374690" y="121724"/>
                </a:lnTo>
                <a:lnTo>
                  <a:pt x="497503" y="121724"/>
                </a:lnTo>
                <a:lnTo>
                  <a:pt x="251824" y="373590"/>
                </a:lnTo>
                <a:lnTo>
                  <a:pt x="0" y="127870"/>
                </a:lnTo>
                <a:close/>
              </a:path>
            </a:pathLst>
          </a:custGeom>
          <a:solidFill>
            <a:schemeClr val="tx2">
              <a:lumMod val="25000"/>
            </a:schemeClr>
          </a:solidFill>
          <a:ln w="14638">
            <a:solidFill>
              <a:srgbClr val="5372AB"/>
            </a:solidFill>
          </a:ln>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dirty="0">
              <a:ln>
                <a:noFill/>
              </a:ln>
              <a:solidFill>
                <a:prstClr val="black"/>
              </a:solidFill>
              <a:effectLst/>
              <a:uLnTx/>
              <a:uFillTx/>
              <a:latin typeface="Verdana"/>
              <a:ea typeface="+mn-ea"/>
              <a:cs typeface="+mn-cs"/>
            </a:endParaRPr>
          </a:p>
        </p:txBody>
      </p:sp>
      <p:sp>
        <p:nvSpPr>
          <p:cNvPr id="49" name="object 114">
            <a:extLst>
              <a:ext uri="{FF2B5EF4-FFF2-40B4-BE49-F238E27FC236}">
                <a16:creationId xmlns:a16="http://schemas.microsoft.com/office/drawing/2014/main" id="{B7B94F21-0D2A-14F5-4335-845B421014B6}"/>
              </a:ext>
            </a:extLst>
          </p:cNvPr>
          <p:cNvSpPr/>
          <p:nvPr/>
        </p:nvSpPr>
        <p:spPr>
          <a:xfrm>
            <a:off x="3331758" y="2243743"/>
            <a:ext cx="301517" cy="226418"/>
          </a:xfrm>
          <a:custGeom>
            <a:avLst/>
            <a:gdLst/>
            <a:ahLst/>
            <a:cxnLst/>
            <a:rect l="l" t="t" r="r" b="b"/>
            <a:pathLst>
              <a:path w="497503" h="373590">
                <a:moveTo>
                  <a:pt x="0" y="127870"/>
                </a:moveTo>
                <a:lnTo>
                  <a:pt x="122865" y="127870"/>
                </a:lnTo>
                <a:lnTo>
                  <a:pt x="122865" y="0"/>
                </a:lnTo>
                <a:lnTo>
                  <a:pt x="374690" y="0"/>
                </a:lnTo>
                <a:lnTo>
                  <a:pt x="374690" y="121724"/>
                </a:lnTo>
                <a:lnTo>
                  <a:pt x="497503" y="121724"/>
                </a:lnTo>
                <a:lnTo>
                  <a:pt x="251824" y="373590"/>
                </a:lnTo>
                <a:lnTo>
                  <a:pt x="0" y="127870"/>
                </a:lnTo>
                <a:close/>
              </a:path>
            </a:pathLst>
          </a:custGeom>
          <a:solidFill>
            <a:schemeClr val="tx2">
              <a:lumMod val="25000"/>
            </a:schemeClr>
          </a:solidFill>
          <a:ln w="14638">
            <a:solidFill>
              <a:srgbClr val="5372AB"/>
            </a:solidFill>
          </a:ln>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Verdana"/>
              <a:ea typeface="+mn-ea"/>
              <a:cs typeface="+mn-cs"/>
            </a:endParaRPr>
          </a:p>
        </p:txBody>
      </p:sp>
      <p:sp>
        <p:nvSpPr>
          <p:cNvPr id="50" name="object 114">
            <a:extLst>
              <a:ext uri="{FF2B5EF4-FFF2-40B4-BE49-F238E27FC236}">
                <a16:creationId xmlns:a16="http://schemas.microsoft.com/office/drawing/2014/main" id="{E27971C8-DC58-B496-48CA-4E4F37C55044}"/>
              </a:ext>
            </a:extLst>
          </p:cNvPr>
          <p:cNvSpPr/>
          <p:nvPr/>
        </p:nvSpPr>
        <p:spPr>
          <a:xfrm>
            <a:off x="9174992" y="2257961"/>
            <a:ext cx="301517" cy="226418"/>
          </a:xfrm>
          <a:custGeom>
            <a:avLst/>
            <a:gdLst/>
            <a:ahLst/>
            <a:cxnLst/>
            <a:rect l="l" t="t" r="r" b="b"/>
            <a:pathLst>
              <a:path w="497503" h="373590">
                <a:moveTo>
                  <a:pt x="0" y="127870"/>
                </a:moveTo>
                <a:lnTo>
                  <a:pt x="122865" y="127870"/>
                </a:lnTo>
                <a:lnTo>
                  <a:pt x="122865" y="0"/>
                </a:lnTo>
                <a:lnTo>
                  <a:pt x="374690" y="0"/>
                </a:lnTo>
                <a:lnTo>
                  <a:pt x="374690" y="121724"/>
                </a:lnTo>
                <a:lnTo>
                  <a:pt x="497503" y="121724"/>
                </a:lnTo>
                <a:lnTo>
                  <a:pt x="251824" y="373590"/>
                </a:lnTo>
                <a:lnTo>
                  <a:pt x="0" y="127870"/>
                </a:lnTo>
                <a:close/>
              </a:path>
            </a:pathLst>
          </a:custGeom>
          <a:solidFill>
            <a:schemeClr val="tx2">
              <a:lumMod val="25000"/>
            </a:schemeClr>
          </a:solidFill>
          <a:ln w="14638">
            <a:solidFill>
              <a:srgbClr val="5372AB"/>
            </a:solidFill>
          </a:ln>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Verdana"/>
              <a:ea typeface="+mn-ea"/>
              <a:cs typeface="+mn-cs"/>
            </a:endParaRPr>
          </a:p>
        </p:txBody>
      </p:sp>
      <p:sp>
        <p:nvSpPr>
          <p:cNvPr id="52" name="object 91">
            <a:extLst>
              <a:ext uri="{FF2B5EF4-FFF2-40B4-BE49-F238E27FC236}">
                <a16:creationId xmlns:a16="http://schemas.microsoft.com/office/drawing/2014/main" id="{0F76BB23-6FAC-2CBB-5D62-31E787C4CCBF}"/>
              </a:ext>
            </a:extLst>
          </p:cNvPr>
          <p:cNvSpPr/>
          <p:nvPr/>
        </p:nvSpPr>
        <p:spPr>
          <a:xfrm>
            <a:off x="7722551" y="2448847"/>
            <a:ext cx="3581398" cy="677506"/>
          </a:xfrm>
          <a:custGeom>
            <a:avLst/>
            <a:gdLst/>
            <a:ahLst/>
            <a:cxnLst/>
            <a:rect l="l" t="t" r="r" b="b"/>
            <a:pathLst>
              <a:path w="4838784" h="370627">
                <a:moveTo>
                  <a:pt x="0" y="0"/>
                </a:moveTo>
                <a:lnTo>
                  <a:pt x="4838784" y="0"/>
                </a:lnTo>
                <a:lnTo>
                  <a:pt x="4838784" y="370627"/>
                </a:lnTo>
                <a:lnTo>
                  <a:pt x="0" y="370627"/>
                </a:lnTo>
                <a:lnTo>
                  <a:pt x="0" y="0"/>
                </a:lnTo>
                <a:close/>
              </a:path>
            </a:pathLst>
          </a:custGeom>
          <a:solidFill>
            <a:srgbClr val="00B050"/>
          </a:solidFill>
          <a:ln w="14638">
            <a:solidFill>
              <a:srgbClr val="002060"/>
            </a:solidFill>
          </a:ln>
        </p:spPr>
        <p:txBody>
          <a:bodyPr wrap="squar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Verdana"/>
                <a:ea typeface="+mn-ea"/>
                <a:cs typeface="+mn-cs"/>
              </a:rPr>
              <a:t> BI + GLP-1 RA </a:t>
            </a:r>
            <a:r>
              <a:rPr lang="en-US" sz="1800" dirty="0">
                <a:solidFill>
                  <a:prstClr val="black"/>
                </a:solidFill>
                <a:latin typeface="Verdana"/>
              </a:rPr>
              <a:t> ⃰  ⃰ </a:t>
            </a:r>
            <a:endParaRPr kumimoji="0" lang="en-US" sz="1800" b="0" i="0" u="none" strike="noStrike" kern="1200" cap="none" spc="0" normalizeH="0" baseline="0" noProof="0" dirty="0">
              <a:ln>
                <a:noFill/>
              </a:ln>
              <a:solidFill>
                <a:prstClr val="black"/>
              </a:solidFill>
              <a:effectLst/>
              <a:uLnTx/>
              <a:uFillTx/>
              <a:latin typeface="Verdana"/>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Verdana"/>
              </a:rPr>
              <a:t>(FRC </a:t>
            </a:r>
            <a:r>
              <a:rPr lang="en-US" sz="1800" dirty="0">
                <a:solidFill>
                  <a:prstClr val="black"/>
                </a:solidFill>
                <a:latin typeface="Verdana"/>
              </a:rPr>
              <a:t>or separately) </a:t>
            </a:r>
            <a:endParaRPr kumimoji="0" lang="en-US" sz="1800" b="0" i="0" u="none" strike="noStrike" kern="1200" cap="none" spc="0" normalizeH="0" baseline="0" noProof="0" dirty="0">
              <a:ln>
                <a:noFill/>
              </a:ln>
              <a:solidFill>
                <a:prstClr val="black"/>
              </a:solidFill>
              <a:effectLst/>
              <a:uLnTx/>
              <a:uFillTx/>
              <a:latin typeface="Verdana"/>
              <a:ea typeface="+mn-ea"/>
              <a:cs typeface="+mn-cs"/>
            </a:endParaRPr>
          </a:p>
        </p:txBody>
      </p:sp>
      <p:sp>
        <p:nvSpPr>
          <p:cNvPr id="54" name="object 114">
            <a:extLst>
              <a:ext uri="{FF2B5EF4-FFF2-40B4-BE49-F238E27FC236}">
                <a16:creationId xmlns:a16="http://schemas.microsoft.com/office/drawing/2014/main" id="{ABCB7B03-2227-1D23-9675-D66B368EEEC6}"/>
              </a:ext>
            </a:extLst>
          </p:cNvPr>
          <p:cNvSpPr/>
          <p:nvPr/>
        </p:nvSpPr>
        <p:spPr>
          <a:xfrm>
            <a:off x="6216529" y="2265185"/>
            <a:ext cx="301517" cy="226418"/>
          </a:xfrm>
          <a:custGeom>
            <a:avLst/>
            <a:gdLst/>
            <a:ahLst/>
            <a:cxnLst/>
            <a:rect l="l" t="t" r="r" b="b"/>
            <a:pathLst>
              <a:path w="497503" h="373590">
                <a:moveTo>
                  <a:pt x="0" y="127870"/>
                </a:moveTo>
                <a:lnTo>
                  <a:pt x="122865" y="127870"/>
                </a:lnTo>
                <a:lnTo>
                  <a:pt x="122865" y="0"/>
                </a:lnTo>
                <a:lnTo>
                  <a:pt x="374690" y="0"/>
                </a:lnTo>
                <a:lnTo>
                  <a:pt x="374690" y="121724"/>
                </a:lnTo>
                <a:lnTo>
                  <a:pt x="497503" y="121724"/>
                </a:lnTo>
                <a:lnTo>
                  <a:pt x="251824" y="373590"/>
                </a:lnTo>
                <a:lnTo>
                  <a:pt x="0" y="127870"/>
                </a:lnTo>
                <a:close/>
              </a:path>
            </a:pathLst>
          </a:custGeom>
          <a:solidFill>
            <a:schemeClr val="tx2">
              <a:lumMod val="25000"/>
            </a:schemeClr>
          </a:solidFill>
          <a:ln w="14638">
            <a:solidFill>
              <a:srgbClr val="5372AB"/>
            </a:solidFill>
          </a:ln>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Verdana"/>
              <a:ea typeface="+mn-ea"/>
              <a:cs typeface="+mn-cs"/>
            </a:endParaRPr>
          </a:p>
        </p:txBody>
      </p:sp>
      <p:sp>
        <p:nvSpPr>
          <p:cNvPr id="4" name="Arrow: Down 3">
            <a:extLst>
              <a:ext uri="{FF2B5EF4-FFF2-40B4-BE49-F238E27FC236}">
                <a16:creationId xmlns:a16="http://schemas.microsoft.com/office/drawing/2014/main" id="{00C2988B-D44F-DAF3-CECE-5FAF0DBA2FE5}"/>
              </a:ext>
            </a:extLst>
          </p:cNvPr>
          <p:cNvSpPr/>
          <p:nvPr/>
        </p:nvSpPr>
        <p:spPr>
          <a:xfrm>
            <a:off x="1383966" y="3176794"/>
            <a:ext cx="301517" cy="441806"/>
          </a:xfrm>
          <a:prstGeom prst="downArrow">
            <a:avLst/>
          </a:prstGeom>
          <a:solidFill>
            <a:schemeClr val="tx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Verdana"/>
              <a:ea typeface="+mn-ea"/>
              <a:cs typeface="+mn-cs"/>
            </a:endParaRPr>
          </a:p>
        </p:txBody>
      </p:sp>
      <p:sp>
        <p:nvSpPr>
          <p:cNvPr id="2" name="Rectangle 1">
            <a:extLst>
              <a:ext uri="{FF2B5EF4-FFF2-40B4-BE49-F238E27FC236}">
                <a16:creationId xmlns:a16="http://schemas.microsoft.com/office/drawing/2014/main" id="{8FCDC1CF-624B-AAFA-3B8F-D904D1D98AB1}"/>
              </a:ext>
            </a:extLst>
          </p:cNvPr>
          <p:cNvSpPr/>
          <p:nvPr/>
        </p:nvSpPr>
        <p:spPr>
          <a:xfrm>
            <a:off x="5423672" y="5291936"/>
            <a:ext cx="864575" cy="738674"/>
          </a:xfrm>
          <a:prstGeom prst="rect">
            <a:avLst/>
          </a:prstGeom>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Verdana"/>
                <a:ea typeface="+mn-ea"/>
                <a:cs typeface="+mn-cs"/>
              </a:rPr>
              <a:t>OR</a:t>
            </a:r>
          </a:p>
        </p:txBody>
      </p:sp>
      <p:sp>
        <p:nvSpPr>
          <p:cNvPr id="10" name="object 114">
            <a:extLst>
              <a:ext uri="{FF2B5EF4-FFF2-40B4-BE49-F238E27FC236}">
                <a16:creationId xmlns:a16="http://schemas.microsoft.com/office/drawing/2014/main" id="{EF2AAFEB-9B61-E799-172B-E414C34A0258}"/>
              </a:ext>
            </a:extLst>
          </p:cNvPr>
          <p:cNvSpPr/>
          <p:nvPr/>
        </p:nvSpPr>
        <p:spPr>
          <a:xfrm>
            <a:off x="4149995" y="5209199"/>
            <a:ext cx="457250" cy="226418"/>
          </a:xfrm>
          <a:custGeom>
            <a:avLst/>
            <a:gdLst/>
            <a:ahLst/>
            <a:cxnLst/>
            <a:rect l="l" t="t" r="r" b="b"/>
            <a:pathLst>
              <a:path w="497503" h="373590">
                <a:moveTo>
                  <a:pt x="0" y="127870"/>
                </a:moveTo>
                <a:lnTo>
                  <a:pt x="122865" y="127870"/>
                </a:lnTo>
                <a:lnTo>
                  <a:pt x="122865" y="0"/>
                </a:lnTo>
                <a:lnTo>
                  <a:pt x="374690" y="0"/>
                </a:lnTo>
                <a:lnTo>
                  <a:pt x="374690" y="121724"/>
                </a:lnTo>
                <a:lnTo>
                  <a:pt x="497503" y="121724"/>
                </a:lnTo>
                <a:lnTo>
                  <a:pt x="251824" y="373590"/>
                </a:lnTo>
                <a:lnTo>
                  <a:pt x="0" y="127870"/>
                </a:lnTo>
                <a:close/>
              </a:path>
            </a:pathLst>
          </a:custGeom>
          <a:solidFill>
            <a:schemeClr val="tx2">
              <a:lumMod val="25000"/>
            </a:schemeClr>
          </a:solidFill>
          <a:ln w="14638">
            <a:solidFill>
              <a:srgbClr val="5372AB"/>
            </a:solidFill>
          </a:ln>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Verdana"/>
              <a:ea typeface="+mn-ea"/>
              <a:cs typeface="+mn-cs"/>
            </a:endParaRPr>
          </a:p>
        </p:txBody>
      </p:sp>
      <p:sp>
        <p:nvSpPr>
          <p:cNvPr id="6" name="object 91">
            <a:extLst>
              <a:ext uri="{FF2B5EF4-FFF2-40B4-BE49-F238E27FC236}">
                <a16:creationId xmlns:a16="http://schemas.microsoft.com/office/drawing/2014/main" id="{348C6CA6-FCE7-256E-AA44-0B64E9666D42}"/>
              </a:ext>
            </a:extLst>
          </p:cNvPr>
          <p:cNvSpPr/>
          <p:nvPr/>
        </p:nvSpPr>
        <p:spPr>
          <a:xfrm>
            <a:off x="540589" y="4540836"/>
            <a:ext cx="10776571" cy="354438"/>
          </a:xfrm>
          <a:custGeom>
            <a:avLst/>
            <a:gdLst/>
            <a:ahLst/>
            <a:cxnLst/>
            <a:rect l="l" t="t" r="r" b="b"/>
            <a:pathLst>
              <a:path w="4838784" h="370627">
                <a:moveTo>
                  <a:pt x="0" y="0"/>
                </a:moveTo>
                <a:lnTo>
                  <a:pt x="4838784" y="0"/>
                </a:lnTo>
                <a:lnTo>
                  <a:pt x="4838784" y="370627"/>
                </a:lnTo>
                <a:lnTo>
                  <a:pt x="0" y="370627"/>
                </a:lnTo>
                <a:lnTo>
                  <a:pt x="0" y="0"/>
                </a:lnTo>
                <a:close/>
              </a:path>
            </a:pathLst>
          </a:custGeom>
          <a:solidFill>
            <a:srgbClr val="00B050"/>
          </a:solidFill>
          <a:ln w="14638">
            <a:solidFill>
              <a:srgbClr val="002060"/>
            </a:solidFill>
          </a:ln>
        </p:spPr>
        <p:txBody>
          <a:bodyPr wrap="squar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Verdana"/>
                <a:ea typeface="+mn-ea"/>
                <a:cs typeface="+mn-cs"/>
              </a:rPr>
              <a:t>BI + GLP-1 RA</a:t>
            </a:r>
            <a:r>
              <a:rPr lang="en-US" sz="1800" dirty="0">
                <a:solidFill>
                  <a:prstClr val="black"/>
                </a:solidFill>
                <a:latin typeface="Verdana"/>
              </a:rPr>
              <a:t> ⃰  ⃰</a:t>
            </a:r>
            <a:r>
              <a:rPr kumimoji="0" lang="en-US" sz="1800" b="0" i="0" u="none" strike="noStrike" kern="1200" cap="none" spc="0" normalizeH="0" baseline="0" noProof="0" dirty="0">
                <a:ln>
                  <a:noFill/>
                </a:ln>
                <a:solidFill>
                  <a:prstClr val="black"/>
                </a:solidFill>
                <a:effectLst/>
                <a:uLnTx/>
                <a:uFillTx/>
                <a:latin typeface="Verdana"/>
                <a:ea typeface="+mn-ea"/>
                <a:cs typeface="+mn-cs"/>
              </a:rPr>
              <a:t> (</a:t>
            </a:r>
            <a:r>
              <a:rPr lang="en-US" dirty="0">
                <a:solidFill>
                  <a:prstClr val="black"/>
                </a:solidFill>
                <a:latin typeface="Verdana"/>
              </a:rPr>
              <a:t>BI </a:t>
            </a:r>
            <a:r>
              <a:rPr kumimoji="0" lang="en-US" sz="1800" b="0" i="0" u="none" strike="noStrike" kern="1200" cap="none" spc="0" normalizeH="0" baseline="0" noProof="0" dirty="0">
                <a:ln>
                  <a:noFill/>
                </a:ln>
                <a:solidFill>
                  <a:prstClr val="black"/>
                </a:solidFill>
                <a:effectLst/>
                <a:uLnTx/>
                <a:uFillTx/>
                <a:latin typeface="Verdana"/>
                <a:ea typeface="+mn-ea"/>
                <a:cs typeface="+mn-cs"/>
              </a:rPr>
              <a:t>max dose) + Rapid Acting Insulin</a:t>
            </a:r>
            <a:endParaRPr kumimoji="0" sz="1800" b="0" i="0" u="none" strike="noStrike" kern="1200" cap="none" spc="0" normalizeH="0" baseline="0" noProof="0" dirty="0">
              <a:ln>
                <a:noFill/>
              </a:ln>
              <a:solidFill>
                <a:prstClr val="black"/>
              </a:solidFill>
              <a:effectLst/>
              <a:uLnTx/>
              <a:uFillTx/>
              <a:latin typeface="Verdana"/>
              <a:ea typeface="+mn-ea"/>
              <a:cs typeface="+mn-cs"/>
            </a:endParaRPr>
          </a:p>
        </p:txBody>
      </p:sp>
      <p:sp>
        <p:nvSpPr>
          <p:cNvPr id="12" name="Arrow: Down 11">
            <a:extLst>
              <a:ext uri="{FF2B5EF4-FFF2-40B4-BE49-F238E27FC236}">
                <a16:creationId xmlns:a16="http://schemas.microsoft.com/office/drawing/2014/main" id="{6327B1BE-BF29-8B21-E54A-E0826F878935}"/>
              </a:ext>
            </a:extLst>
          </p:cNvPr>
          <p:cNvSpPr/>
          <p:nvPr/>
        </p:nvSpPr>
        <p:spPr>
          <a:xfrm>
            <a:off x="3590177" y="3472130"/>
            <a:ext cx="301517" cy="1042827"/>
          </a:xfrm>
          <a:prstGeom prst="downArrow">
            <a:avLst/>
          </a:prstGeom>
          <a:solidFill>
            <a:schemeClr val="tx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Verdana"/>
              <a:ea typeface="+mn-ea"/>
              <a:cs typeface="+mn-cs"/>
            </a:endParaRPr>
          </a:p>
        </p:txBody>
      </p:sp>
      <p:sp>
        <p:nvSpPr>
          <p:cNvPr id="13" name="Arrow: Down 12">
            <a:extLst>
              <a:ext uri="{FF2B5EF4-FFF2-40B4-BE49-F238E27FC236}">
                <a16:creationId xmlns:a16="http://schemas.microsoft.com/office/drawing/2014/main" id="{FB2207B1-AF13-5DA2-356D-1F2A51905669}"/>
              </a:ext>
            </a:extLst>
          </p:cNvPr>
          <p:cNvSpPr/>
          <p:nvPr/>
        </p:nvSpPr>
        <p:spPr>
          <a:xfrm>
            <a:off x="7515212" y="3472130"/>
            <a:ext cx="301517" cy="1042827"/>
          </a:xfrm>
          <a:prstGeom prst="downArrow">
            <a:avLst/>
          </a:prstGeom>
          <a:solidFill>
            <a:schemeClr val="tx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Verdana"/>
              <a:ea typeface="+mn-ea"/>
              <a:cs typeface="+mn-cs"/>
            </a:endParaRPr>
          </a:p>
        </p:txBody>
      </p:sp>
      <p:sp>
        <p:nvSpPr>
          <p:cNvPr id="7" name="TextBox 6">
            <a:extLst>
              <a:ext uri="{FF2B5EF4-FFF2-40B4-BE49-F238E27FC236}">
                <a16:creationId xmlns:a16="http://schemas.microsoft.com/office/drawing/2014/main" id="{29E2B3B7-C9FA-5A3F-617C-5D31F4FBEA00}"/>
              </a:ext>
            </a:extLst>
          </p:cNvPr>
          <p:cNvSpPr txBox="1"/>
          <p:nvPr/>
        </p:nvSpPr>
        <p:spPr>
          <a:xfrm>
            <a:off x="246846" y="6293434"/>
            <a:ext cx="8431328" cy="553998"/>
          </a:xfrm>
          <a:prstGeom prst="rect">
            <a:avLst/>
          </a:prstGeom>
          <a:noFill/>
        </p:spPr>
        <p:txBody>
          <a:bodyPr wrap="square">
            <a:spAutoFit/>
          </a:bodyPr>
          <a:lstStyle/>
          <a:p>
            <a:r>
              <a:rPr lang="en-US" sz="1000" dirty="0">
                <a:solidFill>
                  <a:prstClr val="black"/>
                </a:solidFill>
                <a:latin typeface="Verdana"/>
              </a:rPr>
              <a:t> ⃰⃰ </a:t>
            </a:r>
            <a:r>
              <a:rPr lang="en-US" sz="1000" dirty="0">
                <a:latin typeface="Segoe UI" panose="020B0502040204020203" pitchFamily="34" charset="0"/>
              </a:rPr>
              <a:t>2</a:t>
            </a:r>
            <a:r>
              <a:rPr lang="en-US" sz="1000" baseline="30000" dirty="0">
                <a:latin typeface="Segoe UI" panose="020B0502040204020203" pitchFamily="34" charset="0"/>
              </a:rPr>
              <a:t>nd</a:t>
            </a:r>
            <a:r>
              <a:rPr lang="en-US" sz="1000" dirty="0">
                <a:latin typeface="Segoe UI" panose="020B0502040204020203" pitchFamily="34" charset="0"/>
              </a:rPr>
              <a:t> generation Basal Insulins are preferred over older generations</a:t>
            </a:r>
          </a:p>
          <a:p>
            <a:r>
              <a:rPr lang="en-US" sz="1000" dirty="0">
                <a:latin typeface="+mj-lt"/>
              </a:rPr>
              <a:t> ⃰ </a:t>
            </a:r>
            <a:r>
              <a:rPr lang="en-US" sz="1000" dirty="0">
                <a:solidFill>
                  <a:prstClr val="black"/>
                </a:solidFill>
                <a:latin typeface="Verdana"/>
              </a:rPr>
              <a:t> ⃰</a:t>
            </a:r>
            <a:r>
              <a:rPr lang="en-US" sz="1000" dirty="0">
                <a:latin typeface="Segoe UI" panose="020B0502040204020203" pitchFamily="34" charset="0"/>
              </a:rPr>
              <a:t>The choice of GLP-1 RA is based on patient-specific considerations, including established CVD, CKD, desired weight benefit, access and cost</a:t>
            </a:r>
          </a:p>
          <a:p>
            <a:r>
              <a:rPr lang="en-US" sz="1000" dirty="0">
                <a:latin typeface="Segoe UI" panose="020B0502040204020203" pitchFamily="34" charset="0"/>
              </a:rPr>
              <a:t>♯  Complex insulin regimens (such as premix insulins) may be used as alternatives if other options are not accessible locally</a:t>
            </a:r>
          </a:p>
        </p:txBody>
      </p:sp>
      <p:sp>
        <p:nvSpPr>
          <p:cNvPr id="5" name="object 114"/>
          <p:cNvSpPr/>
          <p:nvPr/>
        </p:nvSpPr>
        <p:spPr>
          <a:xfrm>
            <a:off x="2293190" y="1693025"/>
            <a:ext cx="301517" cy="226418"/>
          </a:xfrm>
          <a:custGeom>
            <a:avLst/>
            <a:gdLst/>
            <a:ahLst/>
            <a:cxnLst/>
            <a:rect l="l" t="t" r="r" b="b"/>
            <a:pathLst>
              <a:path w="497503" h="373590">
                <a:moveTo>
                  <a:pt x="0" y="127870"/>
                </a:moveTo>
                <a:lnTo>
                  <a:pt x="122865" y="127870"/>
                </a:lnTo>
                <a:lnTo>
                  <a:pt x="122865" y="0"/>
                </a:lnTo>
                <a:lnTo>
                  <a:pt x="374690" y="0"/>
                </a:lnTo>
                <a:lnTo>
                  <a:pt x="374690" y="121724"/>
                </a:lnTo>
                <a:lnTo>
                  <a:pt x="497503" y="121724"/>
                </a:lnTo>
                <a:lnTo>
                  <a:pt x="251824" y="373590"/>
                </a:lnTo>
                <a:lnTo>
                  <a:pt x="0" y="127870"/>
                </a:lnTo>
                <a:close/>
              </a:path>
            </a:pathLst>
          </a:custGeom>
          <a:solidFill>
            <a:schemeClr val="tx2">
              <a:lumMod val="25000"/>
            </a:schemeClr>
          </a:solidFill>
          <a:ln w="14638">
            <a:solidFill>
              <a:srgbClr val="5372AB"/>
            </a:solidFill>
          </a:ln>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Verdana"/>
              <a:ea typeface="+mn-ea"/>
              <a:cs typeface="+mn-cs"/>
            </a:endParaRPr>
          </a:p>
        </p:txBody>
      </p:sp>
      <p:sp>
        <p:nvSpPr>
          <p:cNvPr id="8" name="object 91">
            <a:extLst>
              <a:ext uri="{FF2B5EF4-FFF2-40B4-BE49-F238E27FC236}">
                <a16:creationId xmlns:a16="http://schemas.microsoft.com/office/drawing/2014/main" id="{5A6622A7-B0F3-D318-3E9C-80B865521131}"/>
              </a:ext>
            </a:extLst>
          </p:cNvPr>
          <p:cNvSpPr/>
          <p:nvPr/>
        </p:nvSpPr>
        <p:spPr>
          <a:xfrm>
            <a:off x="519415" y="4289842"/>
            <a:ext cx="1964038" cy="226308"/>
          </a:xfrm>
          <a:custGeom>
            <a:avLst/>
            <a:gdLst/>
            <a:ahLst/>
            <a:cxnLst/>
            <a:rect l="l" t="t" r="r" b="b"/>
            <a:pathLst>
              <a:path w="4838784" h="370627">
                <a:moveTo>
                  <a:pt x="0" y="0"/>
                </a:moveTo>
                <a:lnTo>
                  <a:pt x="4838784" y="0"/>
                </a:lnTo>
                <a:lnTo>
                  <a:pt x="4838784" y="370627"/>
                </a:lnTo>
                <a:lnTo>
                  <a:pt x="0" y="370627"/>
                </a:lnTo>
                <a:lnTo>
                  <a:pt x="0" y="0"/>
                </a:lnTo>
                <a:close/>
              </a:path>
            </a:pathLst>
          </a:custGeom>
          <a:solidFill>
            <a:schemeClr val="bg1">
              <a:lumMod val="85000"/>
            </a:schemeClr>
          </a:solidFill>
          <a:ln w="14638">
            <a:solidFill>
              <a:srgbClr val="002060"/>
            </a:solidFill>
          </a:ln>
        </p:spPr>
        <p:txBody>
          <a:bodyPr wrap="squar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solidFill>
                <a:effectLst/>
                <a:uLnTx/>
                <a:uFillTx/>
                <a:latin typeface="Verdana"/>
                <a:ea typeface="+mn-ea"/>
                <a:cs typeface="+mn-cs"/>
              </a:rPr>
              <a:t>If HbA1c above Target</a:t>
            </a:r>
            <a:endParaRPr kumimoji="0" sz="1050" b="1" i="0" u="none" strike="noStrike" kern="1200" cap="none" spc="0" normalizeH="0" baseline="0" noProof="0" dirty="0">
              <a:ln>
                <a:noFill/>
              </a:ln>
              <a:solidFill>
                <a:prstClr val="black"/>
              </a:solidFill>
              <a:effectLst/>
              <a:uLnTx/>
              <a:uFillTx/>
              <a:latin typeface="Verdana"/>
              <a:ea typeface="+mn-ea"/>
              <a:cs typeface="+mn-cs"/>
            </a:endParaRPr>
          </a:p>
        </p:txBody>
      </p:sp>
      <p:sp>
        <p:nvSpPr>
          <p:cNvPr id="9" name="object 114">
            <a:extLst>
              <a:ext uri="{FF2B5EF4-FFF2-40B4-BE49-F238E27FC236}">
                <a16:creationId xmlns:a16="http://schemas.microsoft.com/office/drawing/2014/main" id="{7BD59DCB-BAEC-7C1F-DBE0-2B1E990ABB53}"/>
              </a:ext>
            </a:extLst>
          </p:cNvPr>
          <p:cNvSpPr/>
          <p:nvPr/>
        </p:nvSpPr>
        <p:spPr>
          <a:xfrm>
            <a:off x="1383966" y="4504285"/>
            <a:ext cx="301517" cy="226418"/>
          </a:xfrm>
          <a:custGeom>
            <a:avLst/>
            <a:gdLst/>
            <a:ahLst/>
            <a:cxnLst/>
            <a:rect l="l" t="t" r="r" b="b"/>
            <a:pathLst>
              <a:path w="497503" h="373590">
                <a:moveTo>
                  <a:pt x="0" y="127870"/>
                </a:moveTo>
                <a:lnTo>
                  <a:pt x="122865" y="127870"/>
                </a:lnTo>
                <a:lnTo>
                  <a:pt x="122865" y="0"/>
                </a:lnTo>
                <a:lnTo>
                  <a:pt x="374690" y="0"/>
                </a:lnTo>
                <a:lnTo>
                  <a:pt x="374690" y="121724"/>
                </a:lnTo>
                <a:lnTo>
                  <a:pt x="497503" y="121724"/>
                </a:lnTo>
                <a:lnTo>
                  <a:pt x="251824" y="373590"/>
                </a:lnTo>
                <a:lnTo>
                  <a:pt x="0" y="127870"/>
                </a:lnTo>
                <a:close/>
              </a:path>
            </a:pathLst>
          </a:custGeom>
          <a:solidFill>
            <a:schemeClr val="tx2">
              <a:lumMod val="25000"/>
            </a:schemeClr>
          </a:solidFill>
          <a:ln w="14638">
            <a:solidFill>
              <a:srgbClr val="5372AB"/>
            </a:solidFill>
          </a:ln>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dirty="0">
              <a:ln>
                <a:noFill/>
              </a:ln>
              <a:solidFill>
                <a:prstClr val="black"/>
              </a:solidFill>
              <a:effectLst/>
              <a:uLnTx/>
              <a:uFillTx/>
              <a:latin typeface="Verdana"/>
              <a:ea typeface="+mn-ea"/>
              <a:cs typeface="+mn-cs"/>
            </a:endParaRPr>
          </a:p>
        </p:txBody>
      </p:sp>
      <p:sp>
        <p:nvSpPr>
          <p:cNvPr id="11" name="object 91">
            <a:extLst>
              <a:ext uri="{FF2B5EF4-FFF2-40B4-BE49-F238E27FC236}">
                <a16:creationId xmlns:a16="http://schemas.microsoft.com/office/drawing/2014/main" id="{39A6B566-2FB1-0B77-3696-4DBBC5A2CCC4}"/>
              </a:ext>
            </a:extLst>
          </p:cNvPr>
          <p:cNvSpPr/>
          <p:nvPr/>
        </p:nvSpPr>
        <p:spPr>
          <a:xfrm>
            <a:off x="6392175" y="5307630"/>
            <a:ext cx="4924986" cy="717466"/>
          </a:xfrm>
          <a:custGeom>
            <a:avLst/>
            <a:gdLst/>
            <a:ahLst/>
            <a:cxnLst/>
            <a:rect l="l" t="t" r="r" b="b"/>
            <a:pathLst>
              <a:path w="4838784" h="370627">
                <a:moveTo>
                  <a:pt x="0" y="0"/>
                </a:moveTo>
                <a:lnTo>
                  <a:pt x="4838784" y="0"/>
                </a:lnTo>
                <a:lnTo>
                  <a:pt x="4838784" y="370627"/>
                </a:lnTo>
                <a:lnTo>
                  <a:pt x="0" y="370627"/>
                </a:lnTo>
                <a:lnTo>
                  <a:pt x="0" y="0"/>
                </a:lnTo>
                <a:close/>
              </a:path>
            </a:pathLst>
          </a:custGeom>
          <a:solidFill>
            <a:srgbClr val="FF0000"/>
          </a:solidFill>
          <a:ln w="14638">
            <a:solidFill>
              <a:srgbClr val="002060"/>
            </a:solidFill>
          </a:ln>
        </p:spPr>
        <p:txBody>
          <a:bodyPr wrap="squar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Verdana"/>
                <a:ea typeface="+mn-ea"/>
                <a:cs typeface="+mn-cs"/>
              </a:rPr>
              <a:t>Premix insulin</a:t>
            </a:r>
            <a:endParaRPr kumimoji="0" sz="1600" b="0" i="0" u="none" strike="noStrike" kern="1200" cap="none" spc="0" normalizeH="0" baseline="0" noProof="0" dirty="0">
              <a:ln>
                <a:noFill/>
              </a:ln>
              <a:solidFill>
                <a:prstClr val="black"/>
              </a:solidFill>
              <a:effectLst/>
              <a:uLnTx/>
              <a:uFillTx/>
              <a:latin typeface="Verdana"/>
              <a:ea typeface="+mn-ea"/>
              <a:cs typeface="+mn-cs"/>
            </a:endParaRPr>
          </a:p>
        </p:txBody>
      </p:sp>
      <p:sp>
        <p:nvSpPr>
          <p:cNvPr id="14" name="object 114">
            <a:extLst>
              <a:ext uri="{FF2B5EF4-FFF2-40B4-BE49-F238E27FC236}">
                <a16:creationId xmlns:a16="http://schemas.microsoft.com/office/drawing/2014/main" id="{0FE9DAAF-2AE6-25AC-FE30-52C30AE8CF2B}"/>
              </a:ext>
            </a:extLst>
          </p:cNvPr>
          <p:cNvSpPr/>
          <p:nvPr/>
        </p:nvSpPr>
        <p:spPr>
          <a:xfrm>
            <a:off x="7539035" y="5195979"/>
            <a:ext cx="457250" cy="226418"/>
          </a:xfrm>
          <a:custGeom>
            <a:avLst/>
            <a:gdLst/>
            <a:ahLst/>
            <a:cxnLst/>
            <a:rect l="l" t="t" r="r" b="b"/>
            <a:pathLst>
              <a:path w="497503" h="373590">
                <a:moveTo>
                  <a:pt x="0" y="127870"/>
                </a:moveTo>
                <a:lnTo>
                  <a:pt x="122865" y="127870"/>
                </a:lnTo>
                <a:lnTo>
                  <a:pt x="122865" y="0"/>
                </a:lnTo>
                <a:lnTo>
                  <a:pt x="374690" y="0"/>
                </a:lnTo>
                <a:lnTo>
                  <a:pt x="374690" y="121724"/>
                </a:lnTo>
                <a:lnTo>
                  <a:pt x="497503" y="121724"/>
                </a:lnTo>
                <a:lnTo>
                  <a:pt x="251824" y="373590"/>
                </a:lnTo>
                <a:lnTo>
                  <a:pt x="0" y="127870"/>
                </a:lnTo>
                <a:close/>
              </a:path>
            </a:pathLst>
          </a:custGeom>
          <a:solidFill>
            <a:schemeClr val="tx2">
              <a:lumMod val="25000"/>
            </a:schemeClr>
          </a:solidFill>
          <a:ln w="14638">
            <a:solidFill>
              <a:srgbClr val="5372AB"/>
            </a:solidFill>
          </a:ln>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Verdana"/>
              <a:ea typeface="+mn-ea"/>
              <a:cs typeface="+mn-cs"/>
            </a:endParaRPr>
          </a:p>
        </p:txBody>
      </p:sp>
    </p:spTree>
    <p:extLst>
      <p:ext uri="{BB962C8B-B14F-4D97-AF65-F5344CB8AC3E}">
        <p14:creationId xmlns:p14="http://schemas.microsoft.com/office/powerpoint/2010/main" val="20389009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9EE5FD-7A24-B58C-1629-91653DA76443}"/>
              </a:ext>
            </a:extLst>
          </p:cNvPr>
          <p:cNvSpPr>
            <a:spLocks noGrp="1"/>
          </p:cNvSpPr>
          <p:nvPr>
            <p:ph type="title"/>
          </p:nvPr>
        </p:nvSpPr>
        <p:spPr>
          <a:xfrm>
            <a:off x="621792" y="548640"/>
            <a:ext cx="11060134" cy="731520"/>
          </a:xfrm>
        </p:spPr>
        <p:txBody>
          <a:bodyPr anchor="t">
            <a:normAutofit/>
          </a:bodyPr>
          <a:lstStyle/>
          <a:p>
            <a:pPr>
              <a:lnSpc>
                <a:spcPct val="90000"/>
              </a:lnSpc>
            </a:pPr>
            <a:r>
              <a:rPr lang="en-US" sz="2200"/>
              <a:t>One-Glance Decision Flow for Initiating and Intensifying Injectables</a:t>
            </a:r>
          </a:p>
        </p:txBody>
      </p:sp>
      <p:graphicFrame>
        <p:nvGraphicFramePr>
          <p:cNvPr id="5" name="Content Placeholder 4">
            <a:extLst>
              <a:ext uri="{FF2B5EF4-FFF2-40B4-BE49-F238E27FC236}">
                <a16:creationId xmlns:a16="http://schemas.microsoft.com/office/drawing/2014/main" id="{219E4431-B238-47E4-91FF-7389B8D0305F}"/>
              </a:ext>
            </a:extLst>
          </p:cNvPr>
          <p:cNvGraphicFramePr>
            <a:graphicFrameLocks noGrp="1"/>
          </p:cNvGraphicFramePr>
          <p:nvPr>
            <p:ph idx="1"/>
            <p:extLst>
              <p:ext uri="{D42A27DB-BD31-4B8C-83A1-F6EECF244321}">
                <p14:modId xmlns:p14="http://schemas.microsoft.com/office/powerpoint/2010/main" val="4155973883"/>
              </p:ext>
            </p:extLst>
          </p:nvPr>
        </p:nvGraphicFramePr>
        <p:xfrm>
          <a:off x="324465" y="1547954"/>
          <a:ext cx="11611895" cy="4767935"/>
        </p:xfrm>
        <a:graphic>
          <a:graphicData uri="http://schemas.openxmlformats.org/drawingml/2006/table">
            <a:tbl>
              <a:tblPr firstRow="1" bandRow="1">
                <a:noFill/>
                <a:tableStyleId>{5C22544A-7EE6-4342-B048-85BDC9FD1C3A}</a:tableStyleId>
              </a:tblPr>
              <a:tblGrid>
                <a:gridCol w="4207648">
                  <a:extLst>
                    <a:ext uri="{9D8B030D-6E8A-4147-A177-3AD203B41FA5}">
                      <a16:colId xmlns:a16="http://schemas.microsoft.com/office/drawing/2014/main" val="3280006958"/>
                    </a:ext>
                  </a:extLst>
                </a:gridCol>
                <a:gridCol w="3469703">
                  <a:extLst>
                    <a:ext uri="{9D8B030D-6E8A-4147-A177-3AD203B41FA5}">
                      <a16:colId xmlns:a16="http://schemas.microsoft.com/office/drawing/2014/main" val="1326730478"/>
                    </a:ext>
                  </a:extLst>
                </a:gridCol>
                <a:gridCol w="3934544">
                  <a:extLst>
                    <a:ext uri="{9D8B030D-6E8A-4147-A177-3AD203B41FA5}">
                      <a16:colId xmlns:a16="http://schemas.microsoft.com/office/drawing/2014/main" val="1820399538"/>
                    </a:ext>
                  </a:extLst>
                </a:gridCol>
              </a:tblGrid>
              <a:tr h="1049747">
                <a:tc>
                  <a:txBody>
                    <a:bodyPr/>
                    <a:lstStyle/>
                    <a:p>
                      <a:pPr>
                        <a:buNone/>
                      </a:pPr>
                      <a:r>
                        <a:rPr lang="en-US" sz="2100" b="1" cap="all" spc="150">
                          <a:solidFill>
                            <a:schemeClr val="tx1"/>
                          </a:solidFill>
                        </a:rPr>
                        <a:t>Clinical Situation</a:t>
                      </a:r>
                    </a:p>
                  </a:txBody>
                  <a:tcPr marL="180300" marR="180300" marT="180300" marB="180300" anchor="ctr">
                    <a:lnL w="12700" cmpd="sng">
                      <a:noFill/>
                    </a:lnL>
                    <a:lnR w="12700" cmpd="sng">
                      <a:noFill/>
                    </a:lnR>
                    <a:lnT w="6350" cap="flat" cmpd="sng" algn="ctr">
                      <a:noFill/>
                      <a:prstDash val="solid"/>
                    </a:lnT>
                    <a:lnB w="19050" cap="flat" cmpd="sng" algn="ctr">
                      <a:solidFill>
                        <a:schemeClr val="accent1"/>
                      </a:solidFill>
                      <a:prstDash val="solid"/>
                    </a:lnB>
                    <a:noFill/>
                  </a:tcPr>
                </a:tc>
                <a:tc>
                  <a:txBody>
                    <a:bodyPr/>
                    <a:lstStyle/>
                    <a:p>
                      <a:pPr>
                        <a:buNone/>
                      </a:pPr>
                      <a:r>
                        <a:rPr lang="en-US" sz="2100" b="1" cap="all" spc="150">
                          <a:solidFill>
                            <a:schemeClr val="tx1"/>
                          </a:solidFill>
                        </a:rPr>
                        <a:t>Recommended Strategy</a:t>
                      </a:r>
                    </a:p>
                  </a:txBody>
                  <a:tcPr marL="180300" marR="180300" marT="180300" marB="180300" anchor="ctr">
                    <a:lnL w="12700" cmpd="sng">
                      <a:noFill/>
                    </a:lnL>
                    <a:lnR w="12700" cmpd="sng">
                      <a:noFill/>
                    </a:lnR>
                    <a:lnT w="6350" cap="flat" cmpd="sng" algn="ctr">
                      <a:noFill/>
                      <a:prstDash val="solid"/>
                    </a:lnT>
                    <a:lnB w="19050" cap="flat" cmpd="sng" algn="ctr">
                      <a:solidFill>
                        <a:schemeClr val="accent1"/>
                      </a:solidFill>
                      <a:prstDash val="solid"/>
                    </a:lnB>
                    <a:noFill/>
                  </a:tcPr>
                </a:tc>
                <a:tc>
                  <a:txBody>
                    <a:bodyPr/>
                    <a:lstStyle/>
                    <a:p>
                      <a:pPr>
                        <a:buNone/>
                      </a:pPr>
                      <a:r>
                        <a:rPr lang="en-US" sz="2100" b="1" cap="all" spc="150" dirty="0">
                          <a:solidFill>
                            <a:schemeClr val="tx1"/>
                          </a:solidFill>
                        </a:rPr>
                        <a:t>Iraqi Practice Emphasis</a:t>
                      </a:r>
                    </a:p>
                  </a:txBody>
                  <a:tcPr marL="180300" marR="180300" marT="180300" marB="180300" anchor="ctr">
                    <a:lnL w="12700" cmpd="sng">
                      <a:noFill/>
                    </a:lnL>
                    <a:lnR w="12700" cmpd="sng">
                      <a:noFill/>
                    </a:lnR>
                    <a:lnT w="6350" cap="flat" cmpd="sng" algn="ctr">
                      <a:noFill/>
                      <a:prstDash val="solid"/>
                    </a:lnT>
                    <a:lnB w="19050" cap="flat" cmpd="sng" algn="ctr">
                      <a:solidFill>
                        <a:schemeClr val="accent1"/>
                      </a:solidFill>
                      <a:prstDash val="solid"/>
                    </a:lnB>
                    <a:noFill/>
                  </a:tcPr>
                </a:tc>
                <a:extLst>
                  <a:ext uri="{0D108BD9-81ED-4DB2-BD59-A6C34878D82A}">
                    <a16:rowId xmlns:a16="http://schemas.microsoft.com/office/drawing/2014/main" val="4265450511"/>
                  </a:ext>
                </a:extLst>
              </a:tr>
              <a:tr h="929547">
                <a:tc>
                  <a:txBody>
                    <a:bodyPr/>
                    <a:lstStyle/>
                    <a:p>
                      <a:pPr>
                        <a:buNone/>
                      </a:pPr>
                      <a:r>
                        <a:rPr lang="en-US" sz="1700" b="1" cap="none" spc="0" dirty="0">
                          <a:solidFill>
                            <a:schemeClr val="tx1"/>
                          </a:solidFill>
                        </a:rPr>
                        <a:t>HbA1c &lt; 2% above target, BMI ≤30</a:t>
                      </a:r>
                    </a:p>
                  </a:txBody>
                  <a:tcPr marL="180300" marR="180300" marT="180300" marB="180300" anchor="ctr">
                    <a:lnL w="12700" cmpd="sng">
                      <a:noFill/>
                      <a:prstDash val="solid"/>
                    </a:lnL>
                    <a:lnR w="12700" cmpd="sng">
                      <a:noFill/>
                      <a:prstDash val="solid"/>
                    </a:lnR>
                    <a:lnT w="19050" cap="flat" cmpd="sng" algn="ctr">
                      <a:solidFill>
                        <a:schemeClr val="accent1"/>
                      </a:solidFill>
                      <a:prstDash val="solid"/>
                    </a:lnT>
                    <a:lnB w="6350" cap="flat" cmpd="sng" algn="ctr">
                      <a:solidFill>
                        <a:schemeClr val="tx1"/>
                      </a:solidFill>
                      <a:prstDash val="solid"/>
                    </a:lnB>
                    <a:noFill/>
                  </a:tcPr>
                </a:tc>
                <a:tc>
                  <a:txBody>
                    <a:bodyPr/>
                    <a:lstStyle/>
                    <a:p>
                      <a:pPr>
                        <a:buNone/>
                      </a:pPr>
                      <a:r>
                        <a:rPr lang="en-US" sz="1700" cap="none" spc="0" dirty="0">
                          <a:solidFill>
                            <a:schemeClr val="tx1"/>
                          </a:solidFill>
                        </a:rPr>
                        <a:t>Basal insulin (2nd generation) + titration</a:t>
                      </a:r>
                    </a:p>
                  </a:txBody>
                  <a:tcPr marL="180300" marR="180300" marT="180300" marB="180300" anchor="ctr">
                    <a:lnL w="12700" cmpd="sng">
                      <a:noFill/>
                      <a:prstDash val="solid"/>
                    </a:lnL>
                    <a:lnR w="12700" cmpd="sng">
                      <a:noFill/>
                      <a:prstDash val="solid"/>
                    </a:lnR>
                    <a:lnT w="19050" cap="flat" cmpd="sng" algn="ctr">
                      <a:solidFill>
                        <a:schemeClr val="accent1"/>
                      </a:solidFill>
                      <a:prstDash val="solid"/>
                    </a:lnT>
                    <a:lnB w="6350" cap="flat" cmpd="sng" algn="ctr">
                      <a:solidFill>
                        <a:schemeClr val="tx1"/>
                      </a:solidFill>
                      <a:prstDash val="solid"/>
                    </a:lnB>
                    <a:noFill/>
                  </a:tcPr>
                </a:tc>
                <a:tc>
                  <a:txBody>
                    <a:bodyPr/>
                    <a:lstStyle/>
                    <a:p>
                      <a:pPr>
                        <a:buNone/>
                      </a:pPr>
                      <a:r>
                        <a:rPr lang="en-US" sz="1700" cap="none" spc="0" dirty="0">
                          <a:solidFill>
                            <a:schemeClr val="tx1"/>
                          </a:solidFill>
                        </a:rPr>
                        <a:t>Advance to BI + GLP-1 RA or FRC if not at target</a:t>
                      </a:r>
                    </a:p>
                  </a:txBody>
                  <a:tcPr marL="180300" marR="180300" marT="180300" marB="180300" anchor="ctr">
                    <a:lnL w="12700" cmpd="sng">
                      <a:noFill/>
                      <a:prstDash val="solid"/>
                    </a:lnL>
                    <a:lnR w="12700" cmpd="sng">
                      <a:noFill/>
                      <a:prstDash val="solid"/>
                    </a:lnR>
                    <a:lnT w="19050" cap="flat" cmpd="sng" algn="ctr">
                      <a:solidFill>
                        <a:schemeClr val="accent1"/>
                      </a:solidFill>
                      <a:prstDash val="solid"/>
                    </a:lnT>
                    <a:lnB w="6350" cap="flat" cmpd="sng" algn="ctr">
                      <a:solidFill>
                        <a:schemeClr val="tx1"/>
                      </a:solidFill>
                      <a:prstDash val="solid"/>
                    </a:lnB>
                    <a:noFill/>
                  </a:tcPr>
                </a:tc>
                <a:extLst>
                  <a:ext uri="{0D108BD9-81ED-4DB2-BD59-A6C34878D82A}">
                    <a16:rowId xmlns:a16="http://schemas.microsoft.com/office/drawing/2014/main" val="2097431658"/>
                  </a:ext>
                </a:extLst>
              </a:tr>
              <a:tr h="929547">
                <a:tc>
                  <a:txBody>
                    <a:bodyPr/>
                    <a:lstStyle/>
                    <a:p>
                      <a:pPr>
                        <a:buNone/>
                      </a:pPr>
                      <a:r>
                        <a:rPr lang="en-US" sz="1700" b="1" cap="none" spc="0">
                          <a:solidFill>
                            <a:schemeClr val="tx1"/>
                          </a:solidFill>
                        </a:rPr>
                        <a:t>HbA1c &lt; 2% above target, BMI &gt;30</a:t>
                      </a:r>
                    </a:p>
                  </a:txBody>
                  <a:tcPr marL="180300" marR="180300" marT="180300" marB="180300"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700" cap="none" spc="0">
                          <a:solidFill>
                            <a:schemeClr val="tx1"/>
                          </a:solidFill>
                        </a:rPr>
                        <a:t>Basal insulin + GLP-1 RA</a:t>
                      </a:r>
                    </a:p>
                  </a:txBody>
                  <a:tcPr marL="180300" marR="180300" marT="180300" marB="180300"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700" cap="none" spc="0">
                          <a:solidFill>
                            <a:schemeClr val="tx1"/>
                          </a:solidFill>
                        </a:rPr>
                        <a:t>FRC preferred due to access and simplicity</a:t>
                      </a:r>
                    </a:p>
                  </a:txBody>
                  <a:tcPr marL="180300" marR="180300" marT="180300" marB="180300"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197415917"/>
                  </a:ext>
                </a:extLst>
              </a:tr>
              <a:tr h="929547">
                <a:tc>
                  <a:txBody>
                    <a:bodyPr/>
                    <a:lstStyle/>
                    <a:p>
                      <a:pPr>
                        <a:buNone/>
                      </a:pPr>
                      <a:r>
                        <a:rPr lang="en-US" sz="1700" b="1" cap="none" spc="0">
                          <a:solidFill>
                            <a:schemeClr val="tx1"/>
                          </a:solidFill>
                        </a:rPr>
                        <a:t>HbA1c ≥ 2% above target (all BMI)</a:t>
                      </a:r>
                    </a:p>
                  </a:txBody>
                  <a:tcPr marL="180300" marR="180300" marT="180300" marB="180300"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700" cap="none" spc="0" dirty="0">
                          <a:solidFill>
                            <a:schemeClr val="tx1"/>
                          </a:solidFill>
                        </a:rPr>
                        <a:t>Initiate BI + GLP-1 RA</a:t>
                      </a:r>
                    </a:p>
                  </a:txBody>
                  <a:tcPr marL="180300" marR="180300" marT="180300" marB="180300"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700" cap="none" spc="0">
                          <a:solidFill>
                            <a:schemeClr val="tx1"/>
                          </a:solidFill>
                        </a:rPr>
                        <a:t>FRC positioned as default option</a:t>
                      </a:r>
                    </a:p>
                  </a:txBody>
                  <a:tcPr marL="180300" marR="180300" marT="180300" marB="180300"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3182622209"/>
                  </a:ext>
                </a:extLst>
              </a:tr>
              <a:tr h="929547">
                <a:tc>
                  <a:txBody>
                    <a:bodyPr/>
                    <a:lstStyle/>
                    <a:p>
                      <a:pPr>
                        <a:buNone/>
                      </a:pPr>
                      <a:r>
                        <a:rPr lang="en-US" sz="1700" b="1" cap="none" spc="0">
                          <a:solidFill>
                            <a:schemeClr val="tx1"/>
                          </a:solidFill>
                        </a:rPr>
                        <a:t>Persistent uncontrolled HbA1c</a:t>
                      </a:r>
                    </a:p>
                  </a:txBody>
                  <a:tcPr marL="180300" marR="180300" marT="180300" marB="180300" anchor="ctr">
                    <a:lnL w="12700" cmpd="sng">
                      <a:noFill/>
                      <a:prstDash val="solid"/>
                    </a:lnL>
                    <a:lnR w="12700" cmpd="sng">
                      <a:noFill/>
                      <a:prstDash val="solid"/>
                    </a:lnR>
                    <a:lnT w="6350" cap="flat" cmpd="sng" algn="ctr">
                      <a:solidFill>
                        <a:schemeClr val="tx1"/>
                      </a:solidFill>
                      <a:prstDash val="solid"/>
                    </a:lnT>
                    <a:lnB w="19050" cap="flat" cmpd="sng" algn="ctr">
                      <a:solidFill>
                        <a:schemeClr val="accent1"/>
                      </a:solidFill>
                      <a:prstDash val="solid"/>
                    </a:lnB>
                    <a:noFill/>
                  </a:tcPr>
                </a:tc>
                <a:tc>
                  <a:txBody>
                    <a:bodyPr/>
                    <a:lstStyle/>
                    <a:p>
                      <a:pPr>
                        <a:buNone/>
                      </a:pPr>
                      <a:r>
                        <a:rPr lang="en-US" sz="1700" b="0" cap="none" spc="0">
                          <a:solidFill>
                            <a:schemeClr val="tx1"/>
                          </a:solidFill>
                        </a:rPr>
                        <a:t>Further intensification</a:t>
                      </a:r>
                    </a:p>
                  </a:txBody>
                  <a:tcPr marL="180300" marR="180300" marT="180300" marB="180300" anchor="ctr">
                    <a:lnL w="12700" cmpd="sng">
                      <a:noFill/>
                      <a:prstDash val="solid"/>
                    </a:lnL>
                    <a:lnR w="12700" cmpd="sng">
                      <a:noFill/>
                      <a:prstDash val="solid"/>
                    </a:lnR>
                    <a:lnT w="6350" cap="flat" cmpd="sng" algn="ctr">
                      <a:solidFill>
                        <a:schemeClr val="tx1"/>
                      </a:solidFill>
                      <a:prstDash val="solid"/>
                    </a:lnT>
                    <a:lnB w="19050" cap="flat" cmpd="sng" algn="ctr">
                      <a:solidFill>
                        <a:schemeClr val="accent1"/>
                      </a:solidFill>
                      <a:prstDash val="solid"/>
                    </a:lnB>
                    <a:noFill/>
                  </a:tcPr>
                </a:tc>
                <a:tc>
                  <a:txBody>
                    <a:bodyPr/>
                    <a:lstStyle/>
                    <a:p>
                      <a:pPr>
                        <a:buNone/>
                      </a:pPr>
                      <a:r>
                        <a:rPr lang="en-US" sz="1700" b="0" cap="none" spc="0" dirty="0">
                          <a:solidFill>
                            <a:schemeClr val="tx1"/>
                          </a:solidFill>
                        </a:rPr>
                        <a:t>Add rapid-acting insulin; </a:t>
                      </a:r>
                    </a:p>
                    <a:p>
                      <a:pPr>
                        <a:buNone/>
                      </a:pPr>
                      <a:r>
                        <a:rPr lang="en-US" sz="1700" b="0" cap="none" spc="0" dirty="0">
                          <a:solidFill>
                            <a:schemeClr val="tx1"/>
                          </a:solidFill>
                        </a:rPr>
                        <a:t>premix only if others unavailable</a:t>
                      </a:r>
                    </a:p>
                  </a:txBody>
                  <a:tcPr marL="180300" marR="180300" marT="180300" marB="180300" anchor="ctr">
                    <a:lnL w="12700" cmpd="sng">
                      <a:noFill/>
                      <a:prstDash val="solid"/>
                    </a:lnL>
                    <a:lnR w="12700" cmpd="sng">
                      <a:noFill/>
                      <a:prstDash val="solid"/>
                    </a:lnR>
                    <a:lnT w="6350" cap="flat" cmpd="sng" algn="ctr">
                      <a:solidFill>
                        <a:schemeClr val="tx1"/>
                      </a:solidFill>
                      <a:prstDash val="solid"/>
                    </a:lnT>
                    <a:lnB w="19050" cap="flat" cmpd="sng" algn="ctr">
                      <a:solidFill>
                        <a:schemeClr val="accent1"/>
                      </a:solidFill>
                      <a:prstDash val="solid"/>
                    </a:lnB>
                    <a:noFill/>
                  </a:tcPr>
                </a:tc>
                <a:extLst>
                  <a:ext uri="{0D108BD9-81ED-4DB2-BD59-A6C34878D82A}">
                    <a16:rowId xmlns:a16="http://schemas.microsoft.com/office/drawing/2014/main" val="3973086575"/>
                  </a:ext>
                </a:extLst>
              </a:tr>
            </a:tbl>
          </a:graphicData>
        </a:graphic>
      </p:graphicFrame>
    </p:spTree>
    <p:extLst>
      <p:ext uri="{BB962C8B-B14F-4D97-AF65-F5344CB8AC3E}">
        <p14:creationId xmlns:p14="http://schemas.microsoft.com/office/powerpoint/2010/main" val="2940138417"/>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589D56CF-8ACF-7980-5C97-A2DFB0A92E57}"/>
              </a:ext>
            </a:extLst>
          </p:cNvPr>
          <p:cNvGraphicFramePr>
            <a:graphicFrameLocks noGrp="1"/>
          </p:cNvGraphicFramePr>
          <p:nvPr>
            <p:extLst>
              <p:ext uri="{D42A27DB-BD31-4B8C-83A1-F6EECF244321}">
                <p14:modId xmlns:p14="http://schemas.microsoft.com/office/powerpoint/2010/main" val="1860735311"/>
              </p:ext>
            </p:extLst>
          </p:nvPr>
        </p:nvGraphicFramePr>
        <p:xfrm>
          <a:off x="3191036" y="973692"/>
          <a:ext cx="5809927" cy="1820307"/>
        </p:xfrm>
        <a:graphic>
          <a:graphicData uri="http://schemas.openxmlformats.org/drawingml/2006/table">
            <a:tbl>
              <a:tblPr>
                <a:tableStyleId>{5C22544A-7EE6-4342-B048-85BDC9FD1C3A}</a:tableStyleId>
              </a:tblPr>
              <a:tblGrid>
                <a:gridCol w="5809927">
                  <a:extLst>
                    <a:ext uri="{9D8B030D-6E8A-4147-A177-3AD203B41FA5}">
                      <a16:colId xmlns:a16="http://schemas.microsoft.com/office/drawing/2014/main" val="2860684736"/>
                    </a:ext>
                  </a:extLst>
                </a:gridCol>
              </a:tblGrid>
              <a:tr h="647221">
                <a:tc>
                  <a:txBody>
                    <a:bodyPr/>
                    <a:lstStyle/>
                    <a:p>
                      <a:pPr algn="ctr" fontAlgn="b">
                        <a:buNone/>
                      </a:pPr>
                      <a:r>
                        <a:rPr lang="en-US" sz="2000" b="1" u="none" strike="noStrike" dirty="0">
                          <a:effectLst/>
                        </a:rPr>
                        <a:t>1- None / first injectable selection</a:t>
                      </a:r>
                    </a:p>
                  </a:txBody>
                  <a:tcPr marL="6350" marR="6350" marT="6350" marB="0" anchor="b"/>
                </a:tc>
                <a:extLst>
                  <a:ext uri="{0D108BD9-81ED-4DB2-BD59-A6C34878D82A}">
                    <a16:rowId xmlns:a16="http://schemas.microsoft.com/office/drawing/2014/main" val="3059188839"/>
                  </a:ext>
                </a:extLst>
              </a:tr>
              <a:tr h="586543">
                <a:tc>
                  <a:txBody>
                    <a:bodyPr/>
                    <a:lstStyle/>
                    <a:p>
                      <a:pPr algn="ctr" fontAlgn="ctr">
                        <a:buNone/>
                      </a:pPr>
                      <a:r>
                        <a:rPr lang="en-US" sz="2000" u="none" strike="noStrike" dirty="0">
                          <a:effectLst/>
                        </a:rPr>
                        <a:t>HbA1c &lt; 2%</a:t>
                      </a:r>
                      <a:endParaRPr lang="en-US" sz="2000" b="1" i="0" u="none" strike="noStrike" dirty="0">
                        <a:solidFill>
                          <a:srgbClr val="000000"/>
                        </a:solidFill>
                        <a:effectLst/>
                        <a:latin typeface="Verdana" panose="020B0604030504040204" pitchFamily="34" charset="0"/>
                      </a:endParaRPr>
                    </a:p>
                  </a:txBody>
                  <a:tcPr marL="6350" marR="6350" marT="6350" marB="0" anchor="ctr"/>
                </a:tc>
                <a:extLst>
                  <a:ext uri="{0D108BD9-81ED-4DB2-BD59-A6C34878D82A}">
                    <a16:rowId xmlns:a16="http://schemas.microsoft.com/office/drawing/2014/main" val="403911312"/>
                  </a:ext>
                </a:extLst>
              </a:tr>
              <a:tr h="586543">
                <a:tc>
                  <a:txBody>
                    <a:bodyPr/>
                    <a:lstStyle/>
                    <a:p>
                      <a:pPr algn="ctr" rtl="0" fontAlgn="ctr">
                        <a:buNone/>
                      </a:pPr>
                      <a:r>
                        <a:rPr lang="en-US" sz="2000" u="none" strike="noStrike" dirty="0">
                          <a:effectLst/>
                        </a:rPr>
                        <a:t>BMI ≤ 30</a:t>
                      </a:r>
                      <a:endParaRPr lang="en-US" sz="2000" b="1" i="0" u="none" strike="noStrike" dirty="0">
                        <a:solidFill>
                          <a:srgbClr val="000000"/>
                        </a:solidFill>
                        <a:effectLst/>
                        <a:latin typeface="Verdana" panose="020B0604030504040204" pitchFamily="34" charset="0"/>
                      </a:endParaRPr>
                    </a:p>
                  </a:txBody>
                  <a:tcPr marL="6350" marR="6350" marT="6350" marB="0" anchor="ctr"/>
                </a:tc>
                <a:extLst>
                  <a:ext uri="{0D108BD9-81ED-4DB2-BD59-A6C34878D82A}">
                    <a16:rowId xmlns:a16="http://schemas.microsoft.com/office/drawing/2014/main" val="4187702267"/>
                  </a:ext>
                </a:extLst>
              </a:tr>
            </a:tbl>
          </a:graphicData>
        </a:graphic>
      </p:graphicFrame>
      <p:pic>
        <p:nvPicPr>
          <p:cNvPr id="3" name="Picture 2">
            <a:extLst>
              <a:ext uri="{FF2B5EF4-FFF2-40B4-BE49-F238E27FC236}">
                <a16:creationId xmlns:a16="http://schemas.microsoft.com/office/drawing/2014/main" id="{0B12B45E-8110-87F3-1FB1-17BC336FFE01}"/>
              </a:ext>
            </a:extLst>
          </p:cNvPr>
          <p:cNvPicPr>
            <a:picLocks noChangeAspect="1"/>
          </p:cNvPicPr>
          <p:nvPr/>
        </p:nvPicPr>
        <p:blipFill>
          <a:blip r:embed="rId2"/>
          <a:srcRect l="4272" t="21902" r="58070" b="38113"/>
          <a:stretch>
            <a:fillRect/>
          </a:stretch>
        </p:blipFill>
        <p:spPr>
          <a:xfrm>
            <a:off x="4508738" y="3605682"/>
            <a:ext cx="3985022" cy="2644609"/>
          </a:xfrm>
          <a:prstGeom prst="rect">
            <a:avLst/>
          </a:prstGeom>
        </p:spPr>
      </p:pic>
      <p:sp>
        <p:nvSpPr>
          <p:cNvPr id="4" name="Rectangle: Rounded Corners 3">
            <a:extLst>
              <a:ext uri="{FF2B5EF4-FFF2-40B4-BE49-F238E27FC236}">
                <a16:creationId xmlns:a16="http://schemas.microsoft.com/office/drawing/2014/main" id="{E7309A2A-F875-5D6E-0261-7BEF770E1757}"/>
              </a:ext>
            </a:extLst>
          </p:cNvPr>
          <p:cNvSpPr/>
          <p:nvPr/>
        </p:nvSpPr>
        <p:spPr>
          <a:xfrm>
            <a:off x="4310673" y="3314268"/>
            <a:ext cx="2236737" cy="3105425"/>
          </a:xfrm>
          <a:prstGeom prst="round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Rounded Corners 4">
            <a:extLst>
              <a:ext uri="{FF2B5EF4-FFF2-40B4-BE49-F238E27FC236}">
                <a16:creationId xmlns:a16="http://schemas.microsoft.com/office/drawing/2014/main" id="{0A555CF8-F371-53EF-5C90-7093F5665532}"/>
              </a:ext>
            </a:extLst>
          </p:cNvPr>
          <p:cNvSpPr/>
          <p:nvPr/>
        </p:nvSpPr>
        <p:spPr>
          <a:xfrm>
            <a:off x="7006709" y="5599494"/>
            <a:ext cx="513875" cy="1228026"/>
          </a:xfrm>
          <a:prstGeom prst="roundRect">
            <a:avLst/>
          </a:prstGeom>
          <a:solidFill>
            <a:schemeClr val="bg1"/>
          </a:solidFill>
          <a:ln w="317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a:extLst>
              <a:ext uri="{FF2B5EF4-FFF2-40B4-BE49-F238E27FC236}">
                <a16:creationId xmlns:a16="http://schemas.microsoft.com/office/drawing/2014/main" id="{5F2C3D69-139C-397C-206D-45BCABA75C8B}"/>
              </a:ext>
            </a:extLst>
          </p:cNvPr>
          <p:cNvSpPr txBox="1"/>
          <p:nvPr/>
        </p:nvSpPr>
        <p:spPr>
          <a:xfrm>
            <a:off x="3047999" y="268757"/>
            <a:ext cx="6096000" cy="369332"/>
          </a:xfrm>
          <a:prstGeom prst="rect">
            <a:avLst/>
          </a:prstGeom>
          <a:noFill/>
        </p:spPr>
        <p:txBody>
          <a:bodyPr wrap="square">
            <a:spAutoFit/>
          </a:bodyPr>
          <a:lstStyle/>
          <a:p>
            <a:pPr algn="ctr"/>
            <a:r>
              <a:rPr lang="en-US" dirty="0">
                <a:hlinkClick r:id="rId3"/>
              </a:rPr>
              <a:t>T2D Injectable Therapy CDS</a:t>
            </a:r>
            <a:endParaRPr lang="en-US" dirty="0"/>
          </a:p>
        </p:txBody>
      </p:sp>
      <p:sp>
        <p:nvSpPr>
          <p:cNvPr id="9" name="TextBox 8">
            <a:extLst>
              <a:ext uri="{FF2B5EF4-FFF2-40B4-BE49-F238E27FC236}">
                <a16:creationId xmlns:a16="http://schemas.microsoft.com/office/drawing/2014/main" id="{B2FC0BAA-779F-A0DA-75F4-0013B46A7717}"/>
              </a:ext>
            </a:extLst>
          </p:cNvPr>
          <p:cNvSpPr txBox="1"/>
          <p:nvPr/>
        </p:nvSpPr>
        <p:spPr>
          <a:xfrm>
            <a:off x="3239104" y="6541705"/>
            <a:ext cx="6096000" cy="276999"/>
          </a:xfrm>
          <a:prstGeom prst="rect">
            <a:avLst/>
          </a:prstGeom>
          <a:noFill/>
        </p:spPr>
        <p:txBody>
          <a:bodyPr wrap="square">
            <a:spAutoFit/>
          </a:bodyPr>
          <a:lstStyle/>
          <a:p>
            <a:r>
              <a:rPr lang="en-US" sz="1200" b="1" kern="0" dirty="0">
                <a:effectLst/>
                <a:latin typeface="Segoe UI" panose="020B0502040204020203" pitchFamily="34" charset="0"/>
                <a:ea typeface="Times New Roman" panose="02020603050405020304" pitchFamily="18" charset="0"/>
              </a:rPr>
              <a:t>Iraqi consensus</a:t>
            </a:r>
            <a:r>
              <a:rPr lang="en-US" sz="1200" kern="0" dirty="0">
                <a:effectLst/>
                <a:latin typeface="Segoe UI" panose="020B0502040204020203" pitchFamily="34" charset="0"/>
                <a:ea typeface="Times New Roman" panose="02020603050405020304" pitchFamily="18" charset="0"/>
              </a:rPr>
              <a:t>: Saab et al., </a:t>
            </a:r>
            <a:r>
              <a:rPr lang="en-US" sz="1200" i="1" kern="0" dirty="0">
                <a:effectLst/>
                <a:latin typeface="Segoe UI" panose="020B0502040204020203" pitchFamily="34" charset="0"/>
                <a:ea typeface="Times New Roman" panose="02020603050405020304" pitchFamily="18" charset="0"/>
              </a:rPr>
              <a:t>Diabetes Therapy</a:t>
            </a:r>
            <a:r>
              <a:rPr lang="en-US" sz="1200" kern="0" dirty="0">
                <a:effectLst/>
                <a:latin typeface="Segoe UI" panose="020B0502040204020203" pitchFamily="34" charset="0"/>
                <a:ea typeface="Times New Roman" panose="02020603050405020304" pitchFamily="18" charset="0"/>
              </a:rPr>
              <a:t> 2026; Iraqi Injectable Therapy Algorithm </a:t>
            </a:r>
            <a:endParaRPr lang="en-US" sz="1200" dirty="0"/>
          </a:p>
        </p:txBody>
      </p:sp>
    </p:spTree>
    <p:extLst>
      <p:ext uri="{BB962C8B-B14F-4D97-AF65-F5344CB8AC3E}">
        <p14:creationId xmlns:p14="http://schemas.microsoft.com/office/powerpoint/2010/main" val="36374640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A454722-B4A2-C6FD-8EF6-5D04C4AF5D86}"/>
              </a:ext>
            </a:extLst>
          </p:cNvPr>
          <p:cNvPicPr>
            <a:picLocks noChangeAspect="1"/>
          </p:cNvPicPr>
          <p:nvPr/>
        </p:nvPicPr>
        <p:blipFill>
          <a:blip r:embed="rId3"/>
          <a:srcRect l="18108" t="3522" r="19235" b="3019"/>
          <a:stretch>
            <a:fillRect/>
          </a:stretch>
        </p:blipFill>
        <p:spPr>
          <a:xfrm>
            <a:off x="4294165" y="38667"/>
            <a:ext cx="7273474" cy="6780666"/>
          </a:xfrm>
          <a:prstGeom prst="rect">
            <a:avLst/>
          </a:prstGeom>
        </p:spPr>
      </p:pic>
      <p:graphicFrame>
        <p:nvGraphicFramePr>
          <p:cNvPr id="6" name="Table 5">
            <a:extLst>
              <a:ext uri="{FF2B5EF4-FFF2-40B4-BE49-F238E27FC236}">
                <a16:creationId xmlns:a16="http://schemas.microsoft.com/office/drawing/2014/main" id="{995E9C76-1FA7-92A1-851A-430C08AA7B9C}"/>
              </a:ext>
            </a:extLst>
          </p:cNvPr>
          <p:cNvGraphicFramePr>
            <a:graphicFrameLocks noGrp="1"/>
          </p:cNvGraphicFramePr>
          <p:nvPr>
            <p:extLst>
              <p:ext uri="{D42A27DB-BD31-4B8C-83A1-F6EECF244321}">
                <p14:modId xmlns:p14="http://schemas.microsoft.com/office/powerpoint/2010/main" val="297001843"/>
              </p:ext>
            </p:extLst>
          </p:nvPr>
        </p:nvGraphicFramePr>
        <p:xfrm>
          <a:off x="357193" y="1502013"/>
          <a:ext cx="3050241" cy="939262"/>
        </p:xfrm>
        <a:graphic>
          <a:graphicData uri="http://schemas.openxmlformats.org/drawingml/2006/table">
            <a:tbl>
              <a:tblPr>
                <a:tableStyleId>{5C22544A-7EE6-4342-B048-85BDC9FD1C3A}</a:tableStyleId>
              </a:tblPr>
              <a:tblGrid>
                <a:gridCol w="3050241">
                  <a:extLst>
                    <a:ext uri="{9D8B030D-6E8A-4147-A177-3AD203B41FA5}">
                      <a16:colId xmlns:a16="http://schemas.microsoft.com/office/drawing/2014/main" val="2860684736"/>
                    </a:ext>
                  </a:extLst>
                </a:gridCol>
              </a:tblGrid>
              <a:tr h="333960">
                <a:tc>
                  <a:txBody>
                    <a:bodyPr/>
                    <a:lstStyle/>
                    <a:p>
                      <a:pPr algn="ctr" fontAlgn="b">
                        <a:buNone/>
                      </a:pPr>
                      <a:r>
                        <a:rPr lang="en-US" sz="1200" b="1" u="none" strike="noStrike" dirty="0">
                          <a:effectLst/>
                        </a:rPr>
                        <a:t>None / first injectable selection</a:t>
                      </a:r>
                      <a:endParaRPr lang="en-US" sz="1200" b="1" i="1" u="none" strike="noStrike" dirty="0">
                        <a:solidFill>
                          <a:srgbClr val="1A2233"/>
                        </a:solidFill>
                        <a:effectLst/>
                        <a:latin typeface="Segoe UI" panose="020B0502040204020203" pitchFamily="34" charset="0"/>
                      </a:endParaRPr>
                    </a:p>
                  </a:txBody>
                  <a:tcPr marL="6350" marR="6350" marT="6350" marB="0" anchor="b"/>
                </a:tc>
                <a:extLst>
                  <a:ext uri="{0D108BD9-81ED-4DB2-BD59-A6C34878D82A}">
                    <a16:rowId xmlns:a16="http://schemas.microsoft.com/office/drawing/2014/main" val="3059188839"/>
                  </a:ext>
                </a:extLst>
              </a:tr>
              <a:tr h="302651">
                <a:tc>
                  <a:txBody>
                    <a:bodyPr/>
                    <a:lstStyle/>
                    <a:p>
                      <a:pPr algn="ctr" fontAlgn="ctr">
                        <a:buNone/>
                      </a:pPr>
                      <a:r>
                        <a:rPr lang="en-US" sz="1200" u="none" strike="noStrike" dirty="0">
                          <a:effectLst/>
                        </a:rPr>
                        <a:t>HbA1c &lt; 2%</a:t>
                      </a:r>
                      <a:endParaRPr lang="en-US" sz="1200" b="1" i="0" u="none" strike="noStrike" dirty="0">
                        <a:solidFill>
                          <a:srgbClr val="000000"/>
                        </a:solidFill>
                        <a:effectLst/>
                        <a:latin typeface="Verdana" panose="020B0604030504040204" pitchFamily="34" charset="0"/>
                      </a:endParaRPr>
                    </a:p>
                  </a:txBody>
                  <a:tcPr marL="6350" marR="6350" marT="6350" marB="0" anchor="ctr"/>
                </a:tc>
                <a:extLst>
                  <a:ext uri="{0D108BD9-81ED-4DB2-BD59-A6C34878D82A}">
                    <a16:rowId xmlns:a16="http://schemas.microsoft.com/office/drawing/2014/main" val="403911312"/>
                  </a:ext>
                </a:extLst>
              </a:tr>
              <a:tr h="302651">
                <a:tc>
                  <a:txBody>
                    <a:bodyPr/>
                    <a:lstStyle/>
                    <a:p>
                      <a:pPr algn="ctr" rtl="0" fontAlgn="ctr">
                        <a:buNone/>
                      </a:pPr>
                      <a:r>
                        <a:rPr lang="en-US" sz="1200" u="none" strike="noStrike" dirty="0">
                          <a:effectLst/>
                        </a:rPr>
                        <a:t>BMI ≤ 30</a:t>
                      </a:r>
                      <a:endParaRPr lang="en-US" sz="1200" b="1" i="0" u="none" strike="noStrike" dirty="0">
                        <a:solidFill>
                          <a:srgbClr val="000000"/>
                        </a:solidFill>
                        <a:effectLst/>
                        <a:latin typeface="Verdana" panose="020B0604030504040204" pitchFamily="34" charset="0"/>
                      </a:endParaRPr>
                    </a:p>
                  </a:txBody>
                  <a:tcPr marL="6350" marR="6350" marT="6350" marB="0" anchor="ctr"/>
                </a:tc>
                <a:extLst>
                  <a:ext uri="{0D108BD9-81ED-4DB2-BD59-A6C34878D82A}">
                    <a16:rowId xmlns:a16="http://schemas.microsoft.com/office/drawing/2014/main" val="4187702267"/>
                  </a:ext>
                </a:extLst>
              </a:tr>
            </a:tbl>
          </a:graphicData>
        </a:graphic>
      </p:graphicFrame>
      <p:pic>
        <p:nvPicPr>
          <p:cNvPr id="10" name="Picture 9">
            <a:extLst>
              <a:ext uri="{FF2B5EF4-FFF2-40B4-BE49-F238E27FC236}">
                <a16:creationId xmlns:a16="http://schemas.microsoft.com/office/drawing/2014/main" id="{314F56F4-AF20-C50E-EFC7-9C14BEB615E2}"/>
              </a:ext>
            </a:extLst>
          </p:cNvPr>
          <p:cNvPicPr>
            <a:picLocks noChangeAspect="1"/>
          </p:cNvPicPr>
          <p:nvPr/>
        </p:nvPicPr>
        <p:blipFill>
          <a:blip r:embed="rId4"/>
          <a:srcRect l="4272" t="21902" r="58070" b="38113"/>
          <a:stretch>
            <a:fillRect/>
          </a:stretch>
        </p:blipFill>
        <p:spPr>
          <a:xfrm>
            <a:off x="357193" y="2965603"/>
            <a:ext cx="3174521" cy="2106730"/>
          </a:xfrm>
          <a:prstGeom prst="rect">
            <a:avLst/>
          </a:prstGeom>
        </p:spPr>
      </p:pic>
      <p:sp>
        <p:nvSpPr>
          <p:cNvPr id="12" name="Rectangle: Rounded Corners 11">
            <a:extLst>
              <a:ext uri="{FF2B5EF4-FFF2-40B4-BE49-F238E27FC236}">
                <a16:creationId xmlns:a16="http://schemas.microsoft.com/office/drawing/2014/main" id="{CE4EA0A1-7956-F29C-FE19-0411FDC08313}"/>
              </a:ext>
            </a:extLst>
          </p:cNvPr>
          <p:cNvSpPr/>
          <p:nvPr/>
        </p:nvSpPr>
        <p:spPr>
          <a:xfrm>
            <a:off x="2367280" y="4551680"/>
            <a:ext cx="513875" cy="1579438"/>
          </a:xfrm>
          <a:prstGeom prst="roundRect">
            <a:avLst/>
          </a:prstGeom>
          <a:solidFill>
            <a:schemeClr val="bg1"/>
          </a:solidFill>
          <a:ln w="317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Rounded Corners 12">
            <a:extLst>
              <a:ext uri="{FF2B5EF4-FFF2-40B4-BE49-F238E27FC236}">
                <a16:creationId xmlns:a16="http://schemas.microsoft.com/office/drawing/2014/main" id="{0F539240-C05F-FC05-B090-36A34E843586}"/>
              </a:ext>
            </a:extLst>
          </p:cNvPr>
          <p:cNvSpPr/>
          <p:nvPr/>
        </p:nvSpPr>
        <p:spPr>
          <a:xfrm>
            <a:off x="159129" y="2674189"/>
            <a:ext cx="1781814" cy="2681798"/>
          </a:xfrm>
          <a:prstGeom prst="round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a:extLst>
              <a:ext uri="{FF2B5EF4-FFF2-40B4-BE49-F238E27FC236}">
                <a16:creationId xmlns:a16="http://schemas.microsoft.com/office/drawing/2014/main" id="{774425C3-0690-0B9E-7F50-777F9810AAC7}"/>
              </a:ext>
            </a:extLst>
          </p:cNvPr>
          <p:cNvSpPr txBox="1"/>
          <p:nvPr/>
        </p:nvSpPr>
        <p:spPr>
          <a:xfrm>
            <a:off x="8305026" y="4411384"/>
            <a:ext cx="3529781" cy="498213"/>
          </a:xfrm>
          <a:prstGeom prst="rect">
            <a:avLst/>
          </a:prstGeom>
          <a:noFill/>
          <a:ln>
            <a:solidFill>
              <a:schemeClr val="accent1">
                <a:lumMod val="50000"/>
                <a:lumOff val="50000"/>
              </a:schemeClr>
            </a:solidFill>
          </a:ln>
        </p:spPr>
        <p:txBody>
          <a:bodyPr wrap="square">
            <a:spAutoFit/>
          </a:bodyPr>
          <a:lstStyle/>
          <a:p>
            <a:pPr fontAlgn="t">
              <a:lnSpc>
                <a:spcPts val="1500"/>
              </a:lnSpc>
              <a:buNone/>
            </a:pPr>
            <a:r>
              <a:rPr lang="en-US" b="0" i="0" dirty="0">
                <a:effectLst/>
                <a:latin typeface="Segoe UI" panose="020B0502040204020203" pitchFamily="34" charset="0"/>
              </a:rPr>
              <a:t>Simpler regimens prioritized before complex insulin strategies</a:t>
            </a:r>
          </a:p>
        </p:txBody>
      </p:sp>
      <p:sp>
        <p:nvSpPr>
          <p:cNvPr id="11" name="TextBox 10">
            <a:extLst>
              <a:ext uri="{FF2B5EF4-FFF2-40B4-BE49-F238E27FC236}">
                <a16:creationId xmlns:a16="http://schemas.microsoft.com/office/drawing/2014/main" id="{0A7467F9-5C60-5126-DE07-C12C961F0F00}"/>
              </a:ext>
            </a:extLst>
          </p:cNvPr>
          <p:cNvSpPr txBox="1"/>
          <p:nvPr/>
        </p:nvSpPr>
        <p:spPr>
          <a:xfrm>
            <a:off x="8775278" y="380790"/>
            <a:ext cx="742348" cy="305853"/>
          </a:xfrm>
          <a:prstGeom prst="rect">
            <a:avLst/>
          </a:prstGeom>
          <a:noFill/>
          <a:ln>
            <a:solidFill>
              <a:schemeClr val="accent1">
                <a:lumMod val="50000"/>
                <a:lumOff val="50000"/>
              </a:schemeClr>
            </a:solidFill>
          </a:ln>
        </p:spPr>
        <p:txBody>
          <a:bodyPr wrap="square">
            <a:spAutoFit/>
          </a:bodyPr>
          <a:lstStyle/>
          <a:p>
            <a:pPr fontAlgn="t">
              <a:lnSpc>
                <a:spcPts val="1500"/>
              </a:lnSpc>
              <a:buNone/>
            </a:pPr>
            <a:r>
              <a:rPr lang="en-US" b="0" i="0" dirty="0">
                <a:effectLst/>
                <a:latin typeface="Segoe UI" panose="020B0502040204020203" pitchFamily="34" charset="0"/>
              </a:rPr>
              <a:t>Start</a:t>
            </a:r>
          </a:p>
        </p:txBody>
      </p:sp>
      <p:sp>
        <p:nvSpPr>
          <p:cNvPr id="15" name="TextBox 14">
            <a:extLst>
              <a:ext uri="{FF2B5EF4-FFF2-40B4-BE49-F238E27FC236}">
                <a16:creationId xmlns:a16="http://schemas.microsoft.com/office/drawing/2014/main" id="{00AFAB2F-DA30-1B46-5DE7-03511DB9972C}"/>
              </a:ext>
            </a:extLst>
          </p:cNvPr>
          <p:cNvSpPr txBox="1"/>
          <p:nvPr/>
        </p:nvSpPr>
        <p:spPr>
          <a:xfrm>
            <a:off x="10471342" y="395216"/>
            <a:ext cx="1484671" cy="276999"/>
          </a:xfrm>
          <a:prstGeom prst="rect">
            <a:avLst/>
          </a:prstGeom>
          <a:noFill/>
          <a:ln>
            <a:solidFill>
              <a:schemeClr val="accent1">
                <a:lumMod val="50000"/>
                <a:lumOff val="50000"/>
              </a:schemeClr>
            </a:solidFill>
          </a:ln>
        </p:spPr>
        <p:txBody>
          <a:bodyPr wrap="square">
            <a:spAutoFit/>
          </a:bodyPr>
          <a:lstStyle/>
          <a:p>
            <a:r>
              <a:rPr lang="en-US" sz="1200" dirty="0">
                <a:effectLst/>
                <a:latin typeface="Aptos" panose="020B0004020202020204" pitchFamily="34" charset="0"/>
                <a:ea typeface="Aptos" panose="020B0004020202020204" pitchFamily="34" charset="0"/>
                <a:cs typeface="Arial" panose="020B0604020202020204" pitchFamily="34" charset="0"/>
              </a:rPr>
              <a:t>up to </a:t>
            </a:r>
            <a:r>
              <a:rPr lang="en-US" sz="1200" b="1" dirty="0">
                <a:effectLst/>
                <a:latin typeface="Aptos" panose="020B0004020202020204" pitchFamily="34" charset="0"/>
                <a:ea typeface="Aptos" panose="020B0004020202020204" pitchFamily="34" charset="0"/>
                <a:cs typeface="Arial" panose="020B0604020202020204" pitchFamily="34" charset="0"/>
              </a:rPr>
              <a:t>0.5 U/kg/day</a:t>
            </a:r>
            <a:endParaRPr lang="en-US" sz="1200" dirty="0"/>
          </a:p>
        </p:txBody>
      </p:sp>
      <p:sp>
        <p:nvSpPr>
          <p:cNvPr id="4" name="TextBox 3">
            <a:extLst>
              <a:ext uri="{FF2B5EF4-FFF2-40B4-BE49-F238E27FC236}">
                <a16:creationId xmlns:a16="http://schemas.microsoft.com/office/drawing/2014/main" id="{767DB093-F6B5-7D07-3655-CA6F577F9FF8}"/>
              </a:ext>
            </a:extLst>
          </p:cNvPr>
          <p:cNvSpPr txBox="1"/>
          <p:nvPr/>
        </p:nvSpPr>
        <p:spPr>
          <a:xfrm>
            <a:off x="8914626" y="3563667"/>
            <a:ext cx="2920181" cy="498213"/>
          </a:xfrm>
          <a:prstGeom prst="rect">
            <a:avLst/>
          </a:prstGeom>
          <a:noFill/>
          <a:ln>
            <a:solidFill>
              <a:schemeClr val="accent2"/>
            </a:solidFill>
          </a:ln>
        </p:spPr>
        <p:txBody>
          <a:bodyPr wrap="square">
            <a:spAutoFit/>
          </a:bodyPr>
          <a:lstStyle/>
          <a:p>
            <a:pPr fontAlgn="t">
              <a:lnSpc>
                <a:spcPts val="1500"/>
              </a:lnSpc>
              <a:buNone/>
            </a:pPr>
            <a:r>
              <a:rPr lang="en-US" b="0" i="0" dirty="0">
                <a:effectLst/>
                <a:latin typeface="Segoe UI" panose="020B0502040204020203" pitchFamily="34" charset="0"/>
              </a:rPr>
              <a:t>2</a:t>
            </a:r>
            <a:r>
              <a:rPr lang="en-US" b="0" i="0" baseline="30000" dirty="0">
                <a:effectLst/>
                <a:latin typeface="Segoe UI" panose="020B0502040204020203" pitchFamily="34" charset="0"/>
              </a:rPr>
              <a:t>nd</a:t>
            </a:r>
            <a:r>
              <a:rPr lang="en-US" b="0" i="0" dirty="0">
                <a:effectLst/>
                <a:latin typeface="Segoe UI" panose="020B0502040204020203" pitchFamily="34" charset="0"/>
              </a:rPr>
              <a:t> gen especially in elderly</a:t>
            </a:r>
            <a:r>
              <a:rPr lang="en-US" dirty="0">
                <a:latin typeface="Segoe UI" panose="020B0502040204020203" pitchFamily="34" charset="0"/>
              </a:rPr>
              <a:t> and</a:t>
            </a:r>
            <a:r>
              <a:rPr lang="en-US" b="0" i="0" dirty="0">
                <a:effectLst/>
                <a:latin typeface="Segoe UI" panose="020B0502040204020203" pitchFamily="34" charset="0"/>
              </a:rPr>
              <a:t> CKD patients</a:t>
            </a:r>
          </a:p>
        </p:txBody>
      </p:sp>
    </p:spTree>
    <p:extLst>
      <p:ext uri="{BB962C8B-B14F-4D97-AF65-F5344CB8AC3E}">
        <p14:creationId xmlns:p14="http://schemas.microsoft.com/office/powerpoint/2010/main" val="29433942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7D36282-0234-F3A2-2754-0110978283B9}"/>
              </a:ext>
            </a:extLst>
          </p:cNvPr>
          <p:cNvPicPr>
            <a:picLocks noChangeAspect="1"/>
          </p:cNvPicPr>
          <p:nvPr/>
        </p:nvPicPr>
        <p:blipFill>
          <a:blip r:embed="rId2"/>
          <a:srcRect l="17685" t="2222" r="18889" b="2370"/>
          <a:stretch>
            <a:fillRect/>
          </a:stretch>
        </p:blipFill>
        <p:spPr>
          <a:xfrm>
            <a:off x="4917440" y="157480"/>
            <a:ext cx="6959600" cy="6543040"/>
          </a:xfrm>
          <a:prstGeom prst="rect">
            <a:avLst/>
          </a:prstGeom>
        </p:spPr>
      </p:pic>
      <p:graphicFrame>
        <p:nvGraphicFramePr>
          <p:cNvPr id="4" name="Table 3">
            <a:extLst>
              <a:ext uri="{FF2B5EF4-FFF2-40B4-BE49-F238E27FC236}">
                <a16:creationId xmlns:a16="http://schemas.microsoft.com/office/drawing/2014/main" id="{ED48D8CE-5B7E-0A72-3B9E-0BD76B96A178}"/>
              </a:ext>
            </a:extLst>
          </p:cNvPr>
          <p:cNvGraphicFramePr>
            <a:graphicFrameLocks noGrp="1"/>
          </p:cNvGraphicFramePr>
          <p:nvPr>
            <p:extLst>
              <p:ext uri="{D42A27DB-BD31-4B8C-83A1-F6EECF244321}">
                <p14:modId xmlns:p14="http://schemas.microsoft.com/office/powerpoint/2010/main" val="964606271"/>
              </p:ext>
            </p:extLst>
          </p:nvPr>
        </p:nvGraphicFramePr>
        <p:xfrm>
          <a:off x="357193" y="1502013"/>
          <a:ext cx="3050241" cy="939262"/>
        </p:xfrm>
        <a:graphic>
          <a:graphicData uri="http://schemas.openxmlformats.org/drawingml/2006/table">
            <a:tbl>
              <a:tblPr>
                <a:tableStyleId>{5C22544A-7EE6-4342-B048-85BDC9FD1C3A}</a:tableStyleId>
              </a:tblPr>
              <a:tblGrid>
                <a:gridCol w="3050241">
                  <a:extLst>
                    <a:ext uri="{9D8B030D-6E8A-4147-A177-3AD203B41FA5}">
                      <a16:colId xmlns:a16="http://schemas.microsoft.com/office/drawing/2014/main" val="2860684736"/>
                    </a:ext>
                  </a:extLst>
                </a:gridCol>
              </a:tblGrid>
              <a:tr h="333960">
                <a:tc>
                  <a:txBody>
                    <a:bodyPr/>
                    <a:lstStyle/>
                    <a:p>
                      <a:pPr algn="ctr" fontAlgn="b">
                        <a:buNone/>
                      </a:pPr>
                      <a:r>
                        <a:rPr lang="en-US" sz="1200" b="1" u="none" strike="noStrike" dirty="0">
                          <a:effectLst/>
                        </a:rPr>
                        <a:t>None / first injectable selection</a:t>
                      </a:r>
                      <a:endParaRPr lang="en-US" sz="1200" b="1" i="1" u="none" strike="noStrike" dirty="0">
                        <a:solidFill>
                          <a:srgbClr val="1A2233"/>
                        </a:solidFill>
                        <a:effectLst/>
                        <a:latin typeface="Segoe UI" panose="020B0502040204020203" pitchFamily="34" charset="0"/>
                      </a:endParaRPr>
                    </a:p>
                  </a:txBody>
                  <a:tcPr marL="6350" marR="6350" marT="6350" marB="0" anchor="b"/>
                </a:tc>
                <a:extLst>
                  <a:ext uri="{0D108BD9-81ED-4DB2-BD59-A6C34878D82A}">
                    <a16:rowId xmlns:a16="http://schemas.microsoft.com/office/drawing/2014/main" val="3059188839"/>
                  </a:ext>
                </a:extLst>
              </a:tr>
              <a:tr h="302651">
                <a:tc>
                  <a:txBody>
                    <a:bodyPr/>
                    <a:lstStyle/>
                    <a:p>
                      <a:pPr algn="ctr" fontAlgn="ctr">
                        <a:buNone/>
                      </a:pPr>
                      <a:r>
                        <a:rPr lang="en-US" sz="1200" u="none" strike="noStrike" dirty="0">
                          <a:effectLst/>
                        </a:rPr>
                        <a:t>HbA1c &lt; 2%</a:t>
                      </a:r>
                      <a:endParaRPr lang="en-US" sz="1200" b="1" i="0" u="none" strike="noStrike" dirty="0">
                        <a:solidFill>
                          <a:srgbClr val="000000"/>
                        </a:solidFill>
                        <a:effectLst/>
                        <a:latin typeface="Verdana" panose="020B0604030504040204" pitchFamily="34" charset="0"/>
                      </a:endParaRPr>
                    </a:p>
                  </a:txBody>
                  <a:tcPr marL="6350" marR="6350" marT="6350" marB="0" anchor="ctr"/>
                </a:tc>
                <a:extLst>
                  <a:ext uri="{0D108BD9-81ED-4DB2-BD59-A6C34878D82A}">
                    <a16:rowId xmlns:a16="http://schemas.microsoft.com/office/drawing/2014/main" val="403911312"/>
                  </a:ext>
                </a:extLst>
              </a:tr>
              <a:tr h="302651">
                <a:tc>
                  <a:txBody>
                    <a:bodyPr/>
                    <a:lstStyle/>
                    <a:p>
                      <a:pPr algn="ctr" rtl="0" fontAlgn="ctr">
                        <a:buNone/>
                      </a:pPr>
                      <a:r>
                        <a:rPr lang="en-US" sz="1200" u="none" strike="noStrike" dirty="0">
                          <a:effectLst/>
                        </a:rPr>
                        <a:t>BMI ≤ 30</a:t>
                      </a:r>
                      <a:endParaRPr lang="en-US" sz="1200" b="1" i="0" u="none" strike="noStrike" dirty="0">
                        <a:solidFill>
                          <a:srgbClr val="000000"/>
                        </a:solidFill>
                        <a:effectLst/>
                        <a:latin typeface="Verdana" panose="020B0604030504040204" pitchFamily="34" charset="0"/>
                      </a:endParaRPr>
                    </a:p>
                  </a:txBody>
                  <a:tcPr marL="6350" marR="6350" marT="6350" marB="0" anchor="ctr"/>
                </a:tc>
                <a:extLst>
                  <a:ext uri="{0D108BD9-81ED-4DB2-BD59-A6C34878D82A}">
                    <a16:rowId xmlns:a16="http://schemas.microsoft.com/office/drawing/2014/main" val="4187702267"/>
                  </a:ext>
                </a:extLst>
              </a:tr>
            </a:tbl>
          </a:graphicData>
        </a:graphic>
      </p:graphicFrame>
      <p:pic>
        <p:nvPicPr>
          <p:cNvPr id="5" name="Picture 4">
            <a:extLst>
              <a:ext uri="{FF2B5EF4-FFF2-40B4-BE49-F238E27FC236}">
                <a16:creationId xmlns:a16="http://schemas.microsoft.com/office/drawing/2014/main" id="{5490DA83-CF99-4B57-D316-32FBC8335A2F}"/>
              </a:ext>
            </a:extLst>
          </p:cNvPr>
          <p:cNvPicPr>
            <a:picLocks noChangeAspect="1"/>
          </p:cNvPicPr>
          <p:nvPr/>
        </p:nvPicPr>
        <p:blipFill>
          <a:blip r:embed="rId3"/>
          <a:srcRect l="4272" t="21902" r="58070" b="38113"/>
          <a:stretch>
            <a:fillRect/>
          </a:stretch>
        </p:blipFill>
        <p:spPr>
          <a:xfrm>
            <a:off x="357193" y="2965603"/>
            <a:ext cx="3174521" cy="2106730"/>
          </a:xfrm>
          <a:prstGeom prst="rect">
            <a:avLst/>
          </a:prstGeom>
        </p:spPr>
      </p:pic>
      <p:sp>
        <p:nvSpPr>
          <p:cNvPr id="6" name="Rectangle: Rounded Corners 5">
            <a:extLst>
              <a:ext uri="{FF2B5EF4-FFF2-40B4-BE49-F238E27FC236}">
                <a16:creationId xmlns:a16="http://schemas.microsoft.com/office/drawing/2014/main" id="{CCFA07C1-2CDE-9711-D318-D974F7370A2B}"/>
              </a:ext>
            </a:extLst>
          </p:cNvPr>
          <p:cNvSpPr/>
          <p:nvPr/>
        </p:nvSpPr>
        <p:spPr>
          <a:xfrm>
            <a:off x="159129" y="2674189"/>
            <a:ext cx="1781814" cy="2681798"/>
          </a:xfrm>
          <a:prstGeom prst="round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Rounded Corners 7">
            <a:extLst>
              <a:ext uri="{FF2B5EF4-FFF2-40B4-BE49-F238E27FC236}">
                <a16:creationId xmlns:a16="http://schemas.microsoft.com/office/drawing/2014/main" id="{047B3AAE-8070-FC5B-D162-60AB0170BD75}"/>
              </a:ext>
            </a:extLst>
          </p:cNvPr>
          <p:cNvSpPr/>
          <p:nvPr/>
        </p:nvSpPr>
        <p:spPr>
          <a:xfrm>
            <a:off x="2367280" y="4551680"/>
            <a:ext cx="513875" cy="1579438"/>
          </a:xfrm>
          <a:prstGeom prst="roundRect">
            <a:avLst/>
          </a:prstGeom>
          <a:solidFill>
            <a:schemeClr val="bg1"/>
          </a:solidFill>
          <a:ln w="317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Arrow: Down 8">
            <a:extLst>
              <a:ext uri="{FF2B5EF4-FFF2-40B4-BE49-F238E27FC236}">
                <a16:creationId xmlns:a16="http://schemas.microsoft.com/office/drawing/2014/main" id="{947696F1-1500-E2C0-0295-C270C04A8F33}"/>
              </a:ext>
            </a:extLst>
          </p:cNvPr>
          <p:cNvSpPr/>
          <p:nvPr/>
        </p:nvSpPr>
        <p:spPr>
          <a:xfrm rot="14121686" flipH="1">
            <a:off x="4172405" y="4129171"/>
            <a:ext cx="315678" cy="1947585"/>
          </a:xfrm>
          <a:prstGeom prst="downArrow">
            <a:avLst>
              <a:gd name="adj1" fmla="val 0"/>
              <a:gd name="adj2" fmla="val 50000"/>
            </a:avLst>
          </a:prstGeom>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dirty="0"/>
          </a:p>
        </p:txBody>
      </p:sp>
      <p:sp>
        <p:nvSpPr>
          <p:cNvPr id="10" name="TextBox 9">
            <a:extLst>
              <a:ext uri="{FF2B5EF4-FFF2-40B4-BE49-F238E27FC236}">
                <a16:creationId xmlns:a16="http://schemas.microsoft.com/office/drawing/2014/main" id="{76A7F0C8-6BB1-7550-AC22-93BBD3B2E59B}"/>
              </a:ext>
            </a:extLst>
          </p:cNvPr>
          <p:cNvSpPr txBox="1"/>
          <p:nvPr/>
        </p:nvSpPr>
        <p:spPr>
          <a:xfrm>
            <a:off x="668896" y="5696257"/>
            <a:ext cx="3174521" cy="369332"/>
          </a:xfrm>
          <a:prstGeom prst="rect">
            <a:avLst/>
          </a:prstGeom>
          <a:noFill/>
        </p:spPr>
        <p:txBody>
          <a:bodyPr wrap="square">
            <a:spAutoFit/>
          </a:bodyPr>
          <a:lstStyle/>
          <a:p>
            <a:pPr algn="ctr" fontAlgn="b">
              <a:buNone/>
            </a:pPr>
            <a:r>
              <a:rPr lang="en-US" sz="1800" b="1" u="none" strike="noStrike" dirty="0">
                <a:effectLst/>
              </a:rPr>
              <a:t>No access to GLP1-RA</a:t>
            </a:r>
            <a:endParaRPr lang="en-US" sz="1800" b="1" i="1" u="none" strike="noStrike" dirty="0">
              <a:solidFill>
                <a:srgbClr val="1A2233"/>
              </a:solidFill>
              <a:effectLst/>
              <a:latin typeface="Segoe UI" panose="020B0502040204020203" pitchFamily="34" charset="0"/>
            </a:endParaRPr>
          </a:p>
        </p:txBody>
      </p:sp>
      <p:sp>
        <p:nvSpPr>
          <p:cNvPr id="2" name="TextBox 1">
            <a:extLst>
              <a:ext uri="{FF2B5EF4-FFF2-40B4-BE49-F238E27FC236}">
                <a16:creationId xmlns:a16="http://schemas.microsoft.com/office/drawing/2014/main" id="{EB07D6A2-EB5A-E8D6-86D9-EA05A22C52BB}"/>
              </a:ext>
            </a:extLst>
          </p:cNvPr>
          <p:cNvSpPr txBox="1"/>
          <p:nvPr/>
        </p:nvSpPr>
        <p:spPr>
          <a:xfrm>
            <a:off x="10604078" y="2600758"/>
            <a:ext cx="1135638" cy="305853"/>
          </a:xfrm>
          <a:prstGeom prst="rect">
            <a:avLst/>
          </a:prstGeom>
          <a:noFill/>
          <a:ln>
            <a:solidFill>
              <a:schemeClr val="accent1">
                <a:lumMod val="50000"/>
                <a:lumOff val="50000"/>
              </a:schemeClr>
            </a:solidFill>
          </a:ln>
        </p:spPr>
        <p:txBody>
          <a:bodyPr wrap="square">
            <a:spAutoFit/>
          </a:bodyPr>
          <a:lstStyle/>
          <a:p>
            <a:pPr fontAlgn="t">
              <a:lnSpc>
                <a:spcPts val="1500"/>
              </a:lnSpc>
              <a:buNone/>
            </a:pPr>
            <a:endParaRPr lang="en-US" b="0" i="0" dirty="0">
              <a:effectLst/>
              <a:latin typeface="Segoe UI" panose="020B0502040204020203" pitchFamily="34" charset="0"/>
            </a:endParaRPr>
          </a:p>
        </p:txBody>
      </p:sp>
    </p:spTree>
    <p:extLst>
      <p:ext uri="{BB962C8B-B14F-4D97-AF65-F5344CB8AC3E}">
        <p14:creationId xmlns:p14="http://schemas.microsoft.com/office/powerpoint/2010/main" val="1634338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FA4598D-B093-5B34-AD2A-08DEEBACF7C5}"/>
              </a:ext>
            </a:extLst>
          </p:cNvPr>
          <p:cNvPicPr>
            <a:picLocks noChangeAspect="1"/>
          </p:cNvPicPr>
          <p:nvPr/>
        </p:nvPicPr>
        <p:blipFill>
          <a:blip r:embed="rId2"/>
          <a:srcRect l="17963" t="3407" r="19167" b="2815"/>
          <a:stretch>
            <a:fillRect/>
          </a:stretch>
        </p:blipFill>
        <p:spPr>
          <a:xfrm>
            <a:off x="4805680" y="213360"/>
            <a:ext cx="6898640" cy="6431280"/>
          </a:xfrm>
          <a:prstGeom prst="rect">
            <a:avLst/>
          </a:prstGeom>
        </p:spPr>
      </p:pic>
      <p:graphicFrame>
        <p:nvGraphicFramePr>
          <p:cNvPr id="4" name="Table 3">
            <a:extLst>
              <a:ext uri="{FF2B5EF4-FFF2-40B4-BE49-F238E27FC236}">
                <a16:creationId xmlns:a16="http://schemas.microsoft.com/office/drawing/2014/main" id="{6F71A560-AC29-FF30-4015-65F4AA9785CA}"/>
              </a:ext>
            </a:extLst>
          </p:cNvPr>
          <p:cNvGraphicFramePr>
            <a:graphicFrameLocks noGrp="1"/>
          </p:cNvGraphicFramePr>
          <p:nvPr>
            <p:extLst>
              <p:ext uri="{D42A27DB-BD31-4B8C-83A1-F6EECF244321}">
                <p14:modId xmlns:p14="http://schemas.microsoft.com/office/powerpoint/2010/main" val="3152127880"/>
              </p:ext>
            </p:extLst>
          </p:nvPr>
        </p:nvGraphicFramePr>
        <p:xfrm>
          <a:off x="357193" y="1502013"/>
          <a:ext cx="3050241" cy="939262"/>
        </p:xfrm>
        <a:graphic>
          <a:graphicData uri="http://schemas.openxmlformats.org/drawingml/2006/table">
            <a:tbl>
              <a:tblPr>
                <a:tableStyleId>{5C22544A-7EE6-4342-B048-85BDC9FD1C3A}</a:tableStyleId>
              </a:tblPr>
              <a:tblGrid>
                <a:gridCol w="3050241">
                  <a:extLst>
                    <a:ext uri="{9D8B030D-6E8A-4147-A177-3AD203B41FA5}">
                      <a16:colId xmlns:a16="http://schemas.microsoft.com/office/drawing/2014/main" val="2860684736"/>
                    </a:ext>
                  </a:extLst>
                </a:gridCol>
              </a:tblGrid>
              <a:tr h="333960">
                <a:tc>
                  <a:txBody>
                    <a:bodyPr/>
                    <a:lstStyle/>
                    <a:p>
                      <a:pPr algn="ctr" fontAlgn="b">
                        <a:buNone/>
                      </a:pPr>
                      <a:r>
                        <a:rPr lang="en-US" sz="1200" b="1" u="none" strike="noStrike" dirty="0">
                          <a:effectLst/>
                        </a:rPr>
                        <a:t>None / first injectable selection</a:t>
                      </a:r>
                      <a:endParaRPr lang="en-US" sz="1200" b="1" i="1" u="none" strike="noStrike" dirty="0">
                        <a:solidFill>
                          <a:srgbClr val="1A2233"/>
                        </a:solidFill>
                        <a:effectLst/>
                        <a:latin typeface="Segoe UI" panose="020B0502040204020203" pitchFamily="34" charset="0"/>
                      </a:endParaRPr>
                    </a:p>
                  </a:txBody>
                  <a:tcPr marL="6350" marR="6350" marT="6350" marB="0" anchor="b"/>
                </a:tc>
                <a:extLst>
                  <a:ext uri="{0D108BD9-81ED-4DB2-BD59-A6C34878D82A}">
                    <a16:rowId xmlns:a16="http://schemas.microsoft.com/office/drawing/2014/main" val="3059188839"/>
                  </a:ext>
                </a:extLst>
              </a:tr>
              <a:tr h="302651">
                <a:tc>
                  <a:txBody>
                    <a:bodyPr/>
                    <a:lstStyle/>
                    <a:p>
                      <a:pPr algn="ctr" fontAlgn="ctr">
                        <a:buNone/>
                      </a:pPr>
                      <a:r>
                        <a:rPr lang="en-US" sz="1200" u="none" strike="noStrike" dirty="0">
                          <a:effectLst/>
                        </a:rPr>
                        <a:t>HbA1c &lt; 2%</a:t>
                      </a:r>
                      <a:endParaRPr lang="en-US" sz="1200" b="1" i="0" u="none" strike="noStrike" dirty="0">
                        <a:solidFill>
                          <a:srgbClr val="000000"/>
                        </a:solidFill>
                        <a:effectLst/>
                        <a:latin typeface="Verdana" panose="020B0604030504040204" pitchFamily="34" charset="0"/>
                      </a:endParaRPr>
                    </a:p>
                  </a:txBody>
                  <a:tcPr marL="6350" marR="6350" marT="6350" marB="0" anchor="ctr"/>
                </a:tc>
                <a:extLst>
                  <a:ext uri="{0D108BD9-81ED-4DB2-BD59-A6C34878D82A}">
                    <a16:rowId xmlns:a16="http://schemas.microsoft.com/office/drawing/2014/main" val="403911312"/>
                  </a:ext>
                </a:extLst>
              </a:tr>
              <a:tr h="302651">
                <a:tc>
                  <a:txBody>
                    <a:bodyPr/>
                    <a:lstStyle/>
                    <a:p>
                      <a:pPr algn="ctr" rtl="0" fontAlgn="ctr">
                        <a:buNone/>
                      </a:pPr>
                      <a:r>
                        <a:rPr lang="en-US" sz="1200" u="none" strike="noStrike" dirty="0">
                          <a:effectLst/>
                        </a:rPr>
                        <a:t>BMI ≤ 30</a:t>
                      </a:r>
                      <a:endParaRPr lang="en-US" sz="1200" b="1" i="0" u="none" strike="noStrike" dirty="0">
                        <a:solidFill>
                          <a:srgbClr val="000000"/>
                        </a:solidFill>
                        <a:effectLst/>
                        <a:latin typeface="Verdana" panose="020B0604030504040204" pitchFamily="34" charset="0"/>
                      </a:endParaRPr>
                    </a:p>
                  </a:txBody>
                  <a:tcPr marL="6350" marR="6350" marT="6350" marB="0" anchor="ctr"/>
                </a:tc>
                <a:extLst>
                  <a:ext uri="{0D108BD9-81ED-4DB2-BD59-A6C34878D82A}">
                    <a16:rowId xmlns:a16="http://schemas.microsoft.com/office/drawing/2014/main" val="4187702267"/>
                  </a:ext>
                </a:extLst>
              </a:tr>
            </a:tbl>
          </a:graphicData>
        </a:graphic>
      </p:graphicFrame>
      <p:pic>
        <p:nvPicPr>
          <p:cNvPr id="5" name="Picture 4">
            <a:extLst>
              <a:ext uri="{FF2B5EF4-FFF2-40B4-BE49-F238E27FC236}">
                <a16:creationId xmlns:a16="http://schemas.microsoft.com/office/drawing/2014/main" id="{D4AEC089-5226-9C32-9E1C-7F0C1196A522}"/>
              </a:ext>
            </a:extLst>
          </p:cNvPr>
          <p:cNvPicPr>
            <a:picLocks noChangeAspect="1"/>
          </p:cNvPicPr>
          <p:nvPr/>
        </p:nvPicPr>
        <p:blipFill>
          <a:blip r:embed="rId3"/>
          <a:srcRect l="4272" t="21902" r="58070" b="38113"/>
          <a:stretch>
            <a:fillRect/>
          </a:stretch>
        </p:blipFill>
        <p:spPr>
          <a:xfrm>
            <a:off x="357193" y="2965603"/>
            <a:ext cx="3174521" cy="2106730"/>
          </a:xfrm>
          <a:prstGeom prst="rect">
            <a:avLst/>
          </a:prstGeom>
        </p:spPr>
      </p:pic>
      <p:sp>
        <p:nvSpPr>
          <p:cNvPr id="7" name="Rectangle: Rounded Corners 6">
            <a:extLst>
              <a:ext uri="{FF2B5EF4-FFF2-40B4-BE49-F238E27FC236}">
                <a16:creationId xmlns:a16="http://schemas.microsoft.com/office/drawing/2014/main" id="{DB7C804D-49D8-FAA4-47A5-281559FE3740}"/>
              </a:ext>
            </a:extLst>
          </p:cNvPr>
          <p:cNvSpPr/>
          <p:nvPr/>
        </p:nvSpPr>
        <p:spPr>
          <a:xfrm>
            <a:off x="2367280" y="4551680"/>
            <a:ext cx="513875" cy="1579438"/>
          </a:xfrm>
          <a:prstGeom prst="roundRect">
            <a:avLst/>
          </a:prstGeom>
          <a:solidFill>
            <a:schemeClr val="bg1"/>
          </a:solidFill>
          <a:ln w="317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Arrow: Down 7">
            <a:extLst>
              <a:ext uri="{FF2B5EF4-FFF2-40B4-BE49-F238E27FC236}">
                <a16:creationId xmlns:a16="http://schemas.microsoft.com/office/drawing/2014/main" id="{7D6F0178-D0EC-C88A-E4BB-022413B43906}"/>
              </a:ext>
            </a:extLst>
          </p:cNvPr>
          <p:cNvSpPr/>
          <p:nvPr/>
        </p:nvSpPr>
        <p:spPr>
          <a:xfrm rot="13372632" flipH="1">
            <a:off x="4124270" y="3656553"/>
            <a:ext cx="310262" cy="2070518"/>
          </a:xfrm>
          <a:prstGeom prst="downArrow">
            <a:avLst>
              <a:gd name="adj1" fmla="val 0"/>
              <a:gd name="adj2" fmla="val 50000"/>
            </a:avLst>
          </a:prstGeom>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dirty="0"/>
          </a:p>
        </p:txBody>
      </p:sp>
      <p:sp>
        <p:nvSpPr>
          <p:cNvPr id="11" name="TextBox 10">
            <a:extLst>
              <a:ext uri="{FF2B5EF4-FFF2-40B4-BE49-F238E27FC236}">
                <a16:creationId xmlns:a16="http://schemas.microsoft.com/office/drawing/2014/main" id="{B218329B-CE2E-B4E2-AA2D-DA102340852F}"/>
              </a:ext>
            </a:extLst>
          </p:cNvPr>
          <p:cNvSpPr txBox="1"/>
          <p:nvPr/>
        </p:nvSpPr>
        <p:spPr>
          <a:xfrm>
            <a:off x="668896" y="5696257"/>
            <a:ext cx="3174521" cy="378245"/>
          </a:xfrm>
          <a:prstGeom prst="rect">
            <a:avLst/>
          </a:prstGeom>
          <a:noFill/>
        </p:spPr>
        <p:txBody>
          <a:bodyPr wrap="square">
            <a:spAutoFit/>
          </a:bodyPr>
          <a:lstStyle/>
          <a:p>
            <a:pPr algn="ctr" fontAlgn="b">
              <a:buNone/>
            </a:pPr>
            <a:r>
              <a:rPr lang="en-US" sz="1800" b="1" u="none" strike="noStrike" dirty="0">
                <a:effectLst/>
              </a:rPr>
              <a:t>Irregular meal pattern</a:t>
            </a:r>
            <a:endParaRPr lang="en-US" sz="1800" b="1" i="1" u="none" strike="noStrike" dirty="0">
              <a:solidFill>
                <a:srgbClr val="1A2233"/>
              </a:solidFill>
              <a:effectLst/>
              <a:latin typeface="Segoe UI" panose="020B0502040204020203" pitchFamily="34" charset="0"/>
            </a:endParaRPr>
          </a:p>
        </p:txBody>
      </p:sp>
      <p:sp>
        <p:nvSpPr>
          <p:cNvPr id="12" name="Rectangle: Rounded Corners 11">
            <a:extLst>
              <a:ext uri="{FF2B5EF4-FFF2-40B4-BE49-F238E27FC236}">
                <a16:creationId xmlns:a16="http://schemas.microsoft.com/office/drawing/2014/main" id="{0B17CA5B-80F0-4686-4513-89F7DE4A8554}"/>
              </a:ext>
            </a:extLst>
          </p:cNvPr>
          <p:cNvSpPr/>
          <p:nvPr/>
        </p:nvSpPr>
        <p:spPr>
          <a:xfrm>
            <a:off x="159129" y="2674189"/>
            <a:ext cx="1781814" cy="2681798"/>
          </a:xfrm>
          <a:prstGeom prst="round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9408729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6D1F21AB-1927-1588-304A-6FC597F7F1C7}"/>
              </a:ext>
            </a:extLst>
          </p:cNvPr>
          <p:cNvGraphicFramePr>
            <a:graphicFrameLocks noGrp="1"/>
          </p:cNvGraphicFramePr>
          <p:nvPr>
            <p:extLst>
              <p:ext uri="{D42A27DB-BD31-4B8C-83A1-F6EECF244321}">
                <p14:modId xmlns:p14="http://schemas.microsoft.com/office/powerpoint/2010/main" val="414253305"/>
              </p:ext>
            </p:extLst>
          </p:nvPr>
        </p:nvGraphicFramePr>
        <p:xfrm>
          <a:off x="3191036" y="1137628"/>
          <a:ext cx="5809927" cy="1820307"/>
        </p:xfrm>
        <a:graphic>
          <a:graphicData uri="http://schemas.openxmlformats.org/drawingml/2006/table">
            <a:tbl>
              <a:tblPr>
                <a:tableStyleId>{5C22544A-7EE6-4342-B048-85BDC9FD1C3A}</a:tableStyleId>
              </a:tblPr>
              <a:tblGrid>
                <a:gridCol w="5809927">
                  <a:extLst>
                    <a:ext uri="{9D8B030D-6E8A-4147-A177-3AD203B41FA5}">
                      <a16:colId xmlns:a16="http://schemas.microsoft.com/office/drawing/2014/main" val="2860684736"/>
                    </a:ext>
                  </a:extLst>
                </a:gridCol>
              </a:tblGrid>
              <a:tr h="647221">
                <a:tc>
                  <a:txBody>
                    <a:bodyPr/>
                    <a:lstStyle/>
                    <a:p>
                      <a:pPr algn="ctr" fontAlgn="b">
                        <a:buNone/>
                      </a:pPr>
                      <a:r>
                        <a:rPr lang="en-US" sz="2000" b="1" u="none" strike="noStrike" dirty="0">
                          <a:effectLst/>
                        </a:rPr>
                        <a:t>2- None / first injectable selection</a:t>
                      </a:r>
                    </a:p>
                  </a:txBody>
                  <a:tcPr marL="6350" marR="6350" marT="6350" marB="0" anchor="b"/>
                </a:tc>
                <a:extLst>
                  <a:ext uri="{0D108BD9-81ED-4DB2-BD59-A6C34878D82A}">
                    <a16:rowId xmlns:a16="http://schemas.microsoft.com/office/drawing/2014/main" val="3059188839"/>
                  </a:ext>
                </a:extLst>
              </a:tr>
              <a:tr h="586543">
                <a:tc>
                  <a:txBody>
                    <a:bodyPr/>
                    <a:lstStyle/>
                    <a:p>
                      <a:pPr algn="ctr" fontAlgn="ctr">
                        <a:buNone/>
                      </a:pPr>
                      <a:r>
                        <a:rPr lang="en-US" sz="2000" u="none" strike="noStrike" dirty="0">
                          <a:effectLst/>
                        </a:rPr>
                        <a:t>HbA1c &lt; 2%</a:t>
                      </a:r>
                      <a:endParaRPr lang="en-US" sz="2000" b="1" i="0" u="none" strike="noStrike" dirty="0">
                        <a:solidFill>
                          <a:srgbClr val="000000"/>
                        </a:solidFill>
                        <a:effectLst/>
                        <a:latin typeface="Verdana" panose="020B0604030504040204" pitchFamily="34" charset="0"/>
                      </a:endParaRPr>
                    </a:p>
                  </a:txBody>
                  <a:tcPr marL="6350" marR="6350" marT="6350" marB="0" anchor="ctr"/>
                </a:tc>
                <a:extLst>
                  <a:ext uri="{0D108BD9-81ED-4DB2-BD59-A6C34878D82A}">
                    <a16:rowId xmlns:a16="http://schemas.microsoft.com/office/drawing/2014/main" val="403911312"/>
                  </a:ext>
                </a:extLst>
              </a:tr>
              <a:tr h="586543">
                <a:tc>
                  <a:txBody>
                    <a:bodyPr/>
                    <a:lstStyle/>
                    <a:p>
                      <a:pPr algn="ctr" rtl="0" fontAlgn="ctr">
                        <a:buNone/>
                      </a:pPr>
                      <a:r>
                        <a:rPr lang="en-US" sz="2000" u="none" strike="noStrike" dirty="0">
                          <a:effectLst/>
                        </a:rPr>
                        <a:t>BMI &gt; 30</a:t>
                      </a:r>
                      <a:endParaRPr lang="en-US" sz="2000" b="1" i="0" u="none" strike="noStrike" dirty="0">
                        <a:solidFill>
                          <a:srgbClr val="000000"/>
                        </a:solidFill>
                        <a:effectLst/>
                        <a:latin typeface="Verdana" panose="020B0604030504040204" pitchFamily="34" charset="0"/>
                      </a:endParaRPr>
                    </a:p>
                  </a:txBody>
                  <a:tcPr marL="6350" marR="6350" marT="6350" marB="0" anchor="ctr"/>
                </a:tc>
                <a:extLst>
                  <a:ext uri="{0D108BD9-81ED-4DB2-BD59-A6C34878D82A}">
                    <a16:rowId xmlns:a16="http://schemas.microsoft.com/office/drawing/2014/main" val="4187702267"/>
                  </a:ext>
                </a:extLst>
              </a:tr>
            </a:tbl>
          </a:graphicData>
        </a:graphic>
      </p:graphicFrame>
      <p:pic>
        <p:nvPicPr>
          <p:cNvPr id="4" name="Picture 3">
            <a:extLst>
              <a:ext uri="{FF2B5EF4-FFF2-40B4-BE49-F238E27FC236}">
                <a16:creationId xmlns:a16="http://schemas.microsoft.com/office/drawing/2014/main" id="{8F2A1739-B727-E383-7AF0-8394FE49E9B0}"/>
              </a:ext>
            </a:extLst>
          </p:cNvPr>
          <p:cNvPicPr>
            <a:picLocks noChangeAspect="1"/>
          </p:cNvPicPr>
          <p:nvPr/>
        </p:nvPicPr>
        <p:blipFill>
          <a:blip r:embed="rId2"/>
          <a:srcRect l="3890" t="18666" r="24444" b="29630"/>
          <a:stretch>
            <a:fillRect/>
          </a:stretch>
        </p:blipFill>
        <p:spPr>
          <a:xfrm>
            <a:off x="3089098" y="3429000"/>
            <a:ext cx="5911865" cy="2976879"/>
          </a:xfrm>
          <a:prstGeom prst="rect">
            <a:avLst/>
          </a:prstGeom>
        </p:spPr>
      </p:pic>
      <p:sp>
        <p:nvSpPr>
          <p:cNvPr id="5" name="Rectangle: Rounded Corners 4">
            <a:extLst>
              <a:ext uri="{FF2B5EF4-FFF2-40B4-BE49-F238E27FC236}">
                <a16:creationId xmlns:a16="http://schemas.microsoft.com/office/drawing/2014/main" id="{C45BDBE3-D656-3E7B-827C-64C1B26D7E37}"/>
              </a:ext>
            </a:extLst>
          </p:cNvPr>
          <p:cNvSpPr/>
          <p:nvPr/>
        </p:nvSpPr>
        <p:spPr>
          <a:xfrm>
            <a:off x="4375529" y="3298024"/>
            <a:ext cx="1893191" cy="1914056"/>
          </a:xfrm>
          <a:prstGeom prst="round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7421888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3DF6B67-586F-2AD4-538C-5A2D9B4A7CA1}"/>
              </a:ext>
            </a:extLst>
          </p:cNvPr>
          <p:cNvPicPr>
            <a:picLocks noChangeAspect="1"/>
          </p:cNvPicPr>
          <p:nvPr/>
        </p:nvPicPr>
        <p:blipFill>
          <a:blip r:embed="rId2"/>
          <a:srcRect l="18056" t="2370" r="19167" b="1186"/>
          <a:stretch>
            <a:fillRect/>
          </a:stretch>
        </p:blipFill>
        <p:spPr>
          <a:xfrm>
            <a:off x="4795520" y="121920"/>
            <a:ext cx="6888480" cy="6614160"/>
          </a:xfrm>
          <a:prstGeom prst="rect">
            <a:avLst/>
          </a:prstGeom>
        </p:spPr>
      </p:pic>
      <p:pic>
        <p:nvPicPr>
          <p:cNvPr id="5" name="Picture 4">
            <a:extLst>
              <a:ext uri="{FF2B5EF4-FFF2-40B4-BE49-F238E27FC236}">
                <a16:creationId xmlns:a16="http://schemas.microsoft.com/office/drawing/2014/main" id="{D7085F7F-F80C-06A2-D8E1-FA05CCF423BC}"/>
              </a:ext>
            </a:extLst>
          </p:cNvPr>
          <p:cNvPicPr>
            <a:picLocks noChangeAspect="1"/>
          </p:cNvPicPr>
          <p:nvPr/>
        </p:nvPicPr>
        <p:blipFill>
          <a:blip r:embed="rId3"/>
          <a:srcRect l="3890" t="18666" r="24444" b="29630"/>
          <a:stretch>
            <a:fillRect/>
          </a:stretch>
        </p:blipFill>
        <p:spPr>
          <a:xfrm>
            <a:off x="91440" y="2503336"/>
            <a:ext cx="4612640" cy="2322663"/>
          </a:xfrm>
          <a:prstGeom prst="rect">
            <a:avLst/>
          </a:prstGeom>
        </p:spPr>
      </p:pic>
      <p:sp>
        <p:nvSpPr>
          <p:cNvPr id="6" name="Rectangle: Rounded Corners 5">
            <a:extLst>
              <a:ext uri="{FF2B5EF4-FFF2-40B4-BE49-F238E27FC236}">
                <a16:creationId xmlns:a16="http://schemas.microsoft.com/office/drawing/2014/main" id="{AE4ADC51-6E98-2B39-0D96-047FF9ACB2C1}"/>
              </a:ext>
            </a:extLst>
          </p:cNvPr>
          <p:cNvSpPr/>
          <p:nvPr/>
        </p:nvSpPr>
        <p:spPr>
          <a:xfrm>
            <a:off x="1053209" y="2302344"/>
            <a:ext cx="1557911" cy="2681798"/>
          </a:xfrm>
          <a:prstGeom prst="round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7" name="Table 6">
            <a:extLst>
              <a:ext uri="{FF2B5EF4-FFF2-40B4-BE49-F238E27FC236}">
                <a16:creationId xmlns:a16="http://schemas.microsoft.com/office/drawing/2014/main" id="{393B362F-690C-CEC6-F361-1FD665F7B7DF}"/>
              </a:ext>
            </a:extLst>
          </p:cNvPr>
          <p:cNvGraphicFramePr>
            <a:graphicFrameLocks noGrp="1"/>
          </p:cNvGraphicFramePr>
          <p:nvPr>
            <p:extLst>
              <p:ext uri="{D42A27DB-BD31-4B8C-83A1-F6EECF244321}">
                <p14:modId xmlns:p14="http://schemas.microsoft.com/office/powerpoint/2010/main" val="3642467205"/>
              </p:ext>
            </p:extLst>
          </p:nvPr>
        </p:nvGraphicFramePr>
        <p:xfrm>
          <a:off x="653079" y="1050931"/>
          <a:ext cx="3050241" cy="939262"/>
        </p:xfrm>
        <a:graphic>
          <a:graphicData uri="http://schemas.openxmlformats.org/drawingml/2006/table">
            <a:tbl>
              <a:tblPr>
                <a:tableStyleId>{5C22544A-7EE6-4342-B048-85BDC9FD1C3A}</a:tableStyleId>
              </a:tblPr>
              <a:tblGrid>
                <a:gridCol w="3050241">
                  <a:extLst>
                    <a:ext uri="{9D8B030D-6E8A-4147-A177-3AD203B41FA5}">
                      <a16:colId xmlns:a16="http://schemas.microsoft.com/office/drawing/2014/main" val="2860684736"/>
                    </a:ext>
                  </a:extLst>
                </a:gridCol>
              </a:tblGrid>
              <a:tr h="333960">
                <a:tc>
                  <a:txBody>
                    <a:bodyPr/>
                    <a:lstStyle/>
                    <a:p>
                      <a:pPr algn="ctr" fontAlgn="b">
                        <a:buNone/>
                      </a:pPr>
                      <a:r>
                        <a:rPr lang="en-US" sz="1200" b="1" u="none" strike="noStrike" dirty="0">
                          <a:effectLst/>
                        </a:rPr>
                        <a:t>None / first injectable selection</a:t>
                      </a:r>
                      <a:endParaRPr lang="en-US" sz="1200" b="1" i="1" u="none" strike="noStrike" dirty="0">
                        <a:solidFill>
                          <a:srgbClr val="1A2233"/>
                        </a:solidFill>
                        <a:effectLst/>
                        <a:latin typeface="Segoe UI" panose="020B0502040204020203" pitchFamily="34" charset="0"/>
                      </a:endParaRPr>
                    </a:p>
                  </a:txBody>
                  <a:tcPr marL="6350" marR="6350" marT="6350" marB="0" anchor="b"/>
                </a:tc>
                <a:extLst>
                  <a:ext uri="{0D108BD9-81ED-4DB2-BD59-A6C34878D82A}">
                    <a16:rowId xmlns:a16="http://schemas.microsoft.com/office/drawing/2014/main" val="3059188839"/>
                  </a:ext>
                </a:extLst>
              </a:tr>
              <a:tr h="302651">
                <a:tc>
                  <a:txBody>
                    <a:bodyPr/>
                    <a:lstStyle/>
                    <a:p>
                      <a:pPr algn="ctr" fontAlgn="ctr">
                        <a:buNone/>
                      </a:pPr>
                      <a:r>
                        <a:rPr lang="en-US" sz="1200" u="none" strike="noStrike" dirty="0">
                          <a:effectLst/>
                        </a:rPr>
                        <a:t>HbA1c &lt; 2%</a:t>
                      </a:r>
                      <a:endParaRPr lang="en-US" sz="1200" b="1" i="0" u="none" strike="noStrike" dirty="0">
                        <a:solidFill>
                          <a:srgbClr val="000000"/>
                        </a:solidFill>
                        <a:effectLst/>
                        <a:latin typeface="Verdana" panose="020B0604030504040204" pitchFamily="34" charset="0"/>
                      </a:endParaRPr>
                    </a:p>
                  </a:txBody>
                  <a:tcPr marL="6350" marR="6350" marT="6350" marB="0" anchor="ctr"/>
                </a:tc>
                <a:extLst>
                  <a:ext uri="{0D108BD9-81ED-4DB2-BD59-A6C34878D82A}">
                    <a16:rowId xmlns:a16="http://schemas.microsoft.com/office/drawing/2014/main" val="403911312"/>
                  </a:ext>
                </a:extLst>
              </a:tr>
              <a:tr h="302651">
                <a:tc>
                  <a:txBody>
                    <a:bodyPr/>
                    <a:lstStyle/>
                    <a:p>
                      <a:pPr algn="ctr" rtl="0" fontAlgn="ctr">
                        <a:buNone/>
                      </a:pPr>
                      <a:r>
                        <a:rPr lang="en-US" sz="1200" u="none" strike="noStrike" dirty="0">
                          <a:effectLst/>
                        </a:rPr>
                        <a:t>BMI &gt; 30</a:t>
                      </a:r>
                      <a:endParaRPr lang="en-US" sz="1200" b="1" i="0" u="none" strike="noStrike" dirty="0">
                        <a:solidFill>
                          <a:srgbClr val="000000"/>
                        </a:solidFill>
                        <a:effectLst/>
                        <a:latin typeface="Verdana" panose="020B0604030504040204" pitchFamily="34" charset="0"/>
                      </a:endParaRPr>
                    </a:p>
                  </a:txBody>
                  <a:tcPr marL="6350" marR="6350" marT="6350" marB="0" anchor="ctr"/>
                </a:tc>
                <a:extLst>
                  <a:ext uri="{0D108BD9-81ED-4DB2-BD59-A6C34878D82A}">
                    <a16:rowId xmlns:a16="http://schemas.microsoft.com/office/drawing/2014/main" val="4187702267"/>
                  </a:ext>
                </a:extLst>
              </a:tr>
            </a:tbl>
          </a:graphicData>
        </a:graphic>
      </p:graphicFrame>
      <p:sp>
        <p:nvSpPr>
          <p:cNvPr id="8" name="TextBox 7">
            <a:extLst>
              <a:ext uri="{FF2B5EF4-FFF2-40B4-BE49-F238E27FC236}">
                <a16:creationId xmlns:a16="http://schemas.microsoft.com/office/drawing/2014/main" id="{A3EF4EA4-489C-D1B3-26BC-05A8F39E3E6F}"/>
              </a:ext>
            </a:extLst>
          </p:cNvPr>
          <p:cNvSpPr txBox="1"/>
          <p:nvPr/>
        </p:nvSpPr>
        <p:spPr>
          <a:xfrm>
            <a:off x="6292645" y="4650381"/>
            <a:ext cx="5673213" cy="1837041"/>
          </a:xfrm>
          <a:prstGeom prst="rect">
            <a:avLst/>
          </a:prstGeom>
          <a:noFill/>
          <a:ln>
            <a:solidFill>
              <a:schemeClr val="accent1">
                <a:lumMod val="50000"/>
                <a:lumOff val="50000"/>
              </a:schemeClr>
            </a:solidFill>
          </a:ln>
        </p:spPr>
        <p:txBody>
          <a:bodyPr wrap="square">
            <a:spAutoFit/>
          </a:bodyPr>
          <a:lstStyle/>
          <a:p>
            <a:pPr fontAlgn="t">
              <a:lnSpc>
                <a:spcPts val="1500"/>
              </a:lnSpc>
              <a:buNone/>
            </a:pPr>
            <a:r>
              <a:rPr lang="en-US" sz="1600" b="0" i="0" dirty="0">
                <a:effectLst/>
                <a:latin typeface="Segoe UI" panose="020B0502040204020203" pitchFamily="34" charset="0"/>
              </a:rPr>
              <a:t>-2nd‑generation basal insulins are preferred due to lower hypoglycemia risk </a:t>
            </a:r>
          </a:p>
          <a:p>
            <a:pPr fontAlgn="t">
              <a:lnSpc>
                <a:spcPts val="1500"/>
              </a:lnSpc>
              <a:buNone/>
            </a:pPr>
            <a:r>
              <a:rPr lang="en-US" sz="1600" b="0" i="0" dirty="0">
                <a:effectLst/>
                <a:latin typeface="Segoe UI" panose="020B0502040204020203" pitchFamily="34" charset="0"/>
              </a:rPr>
              <a:t>-Choice of GLP‑1 RA is guided by patient profile (CVD, CKD, weight goals), access, and cost (affordability) </a:t>
            </a:r>
          </a:p>
          <a:p>
            <a:pPr fontAlgn="t">
              <a:lnSpc>
                <a:spcPts val="1500"/>
              </a:lnSpc>
              <a:buNone/>
            </a:pPr>
            <a:r>
              <a:rPr lang="en-US" sz="1600" dirty="0">
                <a:latin typeface="Segoe UI" panose="020B0502040204020203" pitchFamily="34" charset="0"/>
              </a:rPr>
              <a:t>-</a:t>
            </a:r>
            <a:r>
              <a:rPr lang="en-US" sz="1600" b="1" i="0" dirty="0">
                <a:effectLst/>
                <a:latin typeface="Segoe UI" panose="020B0502040204020203" pitchFamily="34" charset="0"/>
              </a:rPr>
              <a:t>In Iraq, fixed‑ratio combinations provide a pragmatic and simplified way to deliver GLP‑1 RA therapy</a:t>
            </a:r>
            <a:endParaRPr lang="en-US" sz="1600" dirty="0">
              <a:latin typeface="Segoe UI" panose="020B0502040204020203" pitchFamily="34" charset="0"/>
            </a:endParaRPr>
          </a:p>
          <a:p>
            <a:pPr fontAlgn="t">
              <a:lnSpc>
                <a:spcPts val="1500"/>
              </a:lnSpc>
              <a:buNone/>
            </a:pPr>
            <a:r>
              <a:rPr lang="en-US" sz="1600" b="0" i="0" dirty="0">
                <a:effectLst/>
                <a:latin typeface="Segoe UI" panose="020B0502040204020203" pitchFamily="34" charset="0"/>
              </a:rPr>
              <a:t>-Complex insulin regimens (premix or basal‑bolus) should be reserved for cases where simpler strategies fail or are unavailable</a:t>
            </a:r>
          </a:p>
        </p:txBody>
      </p:sp>
      <p:sp>
        <p:nvSpPr>
          <p:cNvPr id="9" name="TextBox 8">
            <a:extLst>
              <a:ext uri="{FF2B5EF4-FFF2-40B4-BE49-F238E27FC236}">
                <a16:creationId xmlns:a16="http://schemas.microsoft.com/office/drawing/2014/main" id="{5B2F3C81-0676-BE95-8492-A46055409121}"/>
              </a:ext>
            </a:extLst>
          </p:cNvPr>
          <p:cNvSpPr txBox="1"/>
          <p:nvPr/>
        </p:nvSpPr>
        <p:spPr>
          <a:xfrm>
            <a:off x="9050581" y="508609"/>
            <a:ext cx="742348" cy="305853"/>
          </a:xfrm>
          <a:prstGeom prst="rect">
            <a:avLst/>
          </a:prstGeom>
          <a:noFill/>
          <a:ln>
            <a:solidFill>
              <a:schemeClr val="accent1">
                <a:lumMod val="50000"/>
                <a:lumOff val="50000"/>
              </a:schemeClr>
            </a:solidFill>
          </a:ln>
        </p:spPr>
        <p:txBody>
          <a:bodyPr wrap="square">
            <a:spAutoFit/>
          </a:bodyPr>
          <a:lstStyle/>
          <a:p>
            <a:pPr fontAlgn="t">
              <a:lnSpc>
                <a:spcPts val="1500"/>
              </a:lnSpc>
              <a:buNone/>
            </a:pPr>
            <a:r>
              <a:rPr lang="en-US" b="0" i="0" dirty="0">
                <a:effectLst/>
                <a:latin typeface="Segoe UI" panose="020B0502040204020203" pitchFamily="34" charset="0"/>
              </a:rPr>
              <a:t>Start</a:t>
            </a:r>
          </a:p>
        </p:txBody>
      </p:sp>
      <p:sp>
        <p:nvSpPr>
          <p:cNvPr id="10" name="Rectangle 9">
            <a:extLst>
              <a:ext uri="{FF2B5EF4-FFF2-40B4-BE49-F238E27FC236}">
                <a16:creationId xmlns:a16="http://schemas.microsoft.com/office/drawing/2014/main" id="{791CD7F1-863C-A738-99E1-E2E4E4F124CF}"/>
              </a:ext>
            </a:extLst>
          </p:cNvPr>
          <p:cNvSpPr/>
          <p:nvPr/>
        </p:nvSpPr>
        <p:spPr>
          <a:xfrm>
            <a:off x="8750708" y="2972125"/>
            <a:ext cx="2702714" cy="69254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a:solidFill>
                  <a:schemeClr val="tx1"/>
                </a:solidFill>
              </a:rPr>
              <a:t>⬆ If still uncontrolled, a</a:t>
            </a:r>
            <a:r>
              <a:rPr lang="en-US" sz="1200" b="1">
                <a:solidFill>
                  <a:schemeClr val="tx1"/>
                </a:solidFill>
              </a:rPr>
              <a:t>dd Basal Insulin o</a:t>
            </a:r>
            <a:r>
              <a:rPr lang="en-US" sz="1200">
                <a:solidFill>
                  <a:schemeClr val="tx1"/>
                </a:solidFill>
              </a:rPr>
              <a:t>r </a:t>
            </a:r>
            <a:r>
              <a:rPr lang="en-US" sz="1200" b="1">
                <a:solidFill>
                  <a:schemeClr val="tx1"/>
                </a:solidFill>
              </a:rPr>
              <a:t>start FRC</a:t>
            </a:r>
            <a:endParaRPr lang="en-US" sz="1200" dirty="0">
              <a:solidFill>
                <a:schemeClr val="tx1"/>
              </a:solidFill>
            </a:endParaRPr>
          </a:p>
        </p:txBody>
      </p:sp>
    </p:spTree>
    <p:extLst>
      <p:ext uri="{BB962C8B-B14F-4D97-AF65-F5344CB8AC3E}">
        <p14:creationId xmlns:p14="http://schemas.microsoft.com/office/powerpoint/2010/main" val="34222599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D7CE1-B983-30DF-DB85-CA2FC31D065D}"/>
            </a:ext>
          </a:extLst>
        </p:cNvPr>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5BA10BCE-0048-937E-D745-E30A17B4BC89}"/>
              </a:ext>
            </a:extLst>
          </p:cNvPr>
          <p:cNvSpPr/>
          <p:nvPr/>
        </p:nvSpPr>
        <p:spPr>
          <a:xfrm>
            <a:off x="2367280" y="4551680"/>
            <a:ext cx="513875" cy="1579438"/>
          </a:xfrm>
          <a:prstGeom prst="roundRect">
            <a:avLst/>
          </a:prstGeom>
          <a:solidFill>
            <a:schemeClr val="bg1"/>
          </a:solidFill>
          <a:ln w="317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9">
            <a:extLst>
              <a:ext uri="{FF2B5EF4-FFF2-40B4-BE49-F238E27FC236}">
                <a16:creationId xmlns:a16="http://schemas.microsoft.com/office/drawing/2014/main" id="{EEE34E60-916D-7BA8-DC94-415226F17B8E}"/>
              </a:ext>
            </a:extLst>
          </p:cNvPr>
          <p:cNvSpPr txBox="1"/>
          <p:nvPr/>
        </p:nvSpPr>
        <p:spPr>
          <a:xfrm>
            <a:off x="668896" y="5696257"/>
            <a:ext cx="3174521" cy="369332"/>
          </a:xfrm>
          <a:prstGeom prst="rect">
            <a:avLst/>
          </a:prstGeom>
          <a:noFill/>
        </p:spPr>
        <p:txBody>
          <a:bodyPr wrap="square">
            <a:spAutoFit/>
          </a:bodyPr>
          <a:lstStyle/>
          <a:p>
            <a:pPr algn="ctr" fontAlgn="b">
              <a:buNone/>
            </a:pPr>
            <a:r>
              <a:rPr lang="en-US" sz="1800" b="1" u="none" strike="noStrike" dirty="0">
                <a:effectLst/>
              </a:rPr>
              <a:t>No access to GLP1-RA</a:t>
            </a:r>
            <a:endParaRPr lang="en-US" sz="1800" b="1" i="1" u="none" strike="noStrike" dirty="0">
              <a:solidFill>
                <a:srgbClr val="1A2233"/>
              </a:solidFill>
              <a:effectLst/>
              <a:latin typeface="Segoe UI" panose="020B0502040204020203" pitchFamily="34" charset="0"/>
            </a:endParaRPr>
          </a:p>
        </p:txBody>
      </p:sp>
      <p:pic>
        <p:nvPicPr>
          <p:cNvPr id="2" name="Picture 1">
            <a:extLst>
              <a:ext uri="{FF2B5EF4-FFF2-40B4-BE49-F238E27FC236}">
                <a16:creationId xmlns:a16="http://schemas.microsoft.com/office/drawing/2014/main" id="{7D6BEBAB-09F3-820E-A605-F0D325710957}"/>
              </a:ext>
            </a:extLst>
          </p:cNvPr>
          <p:cNvPicPr>
            <a:picLocks noChangeAspect="1"/>
          </p:cNvPicPr>
          <p:nvPr/>
        </p:nvPicPr>
        <p:blipFill>
          <a:blip r:embed="rId3"/>
          <a:srcRect l="3890" t="18666" r="24444" b="29630"/>
          <a:stretch>
            <a:fillRect/>
          </a:stretch>
        </p:blipFill>
        <p:spPr>
          <a:xfrm>
            <a:off x="91440" y="2503336"/>
            <a:ext cx="4612640" cy="2322663"/>
          </a:xfrm>
          <a:prstGeom prst="rect">
            <a:avLst/>
          </a:prstGeom>
        </p:spPr>
      </p:pic>
      <p:sp>
        <p:nvSpPr>
          <p:cNvPr id="7" name="Rectangle: Rounded Corners 6">
            <a:extLst>
              <a:ext uri="{FF2B5EF4-FFF2-40B4-BE49-F238E27FC236}">
                <a16:creationId xmlns:a16="http://schemas.microsoft.com/office/drawing/2014/main" id="{F956E0D7-7703-A537-2A48-952065F612F8}"/>
              </a:ext>
            </a:extLst>
          </p:cNvPr>
          <p:cNvSpPr/>
          <p:nvPr/>
        </p:nvSpPr>
        <p:spPr>
          <a:xfrm>
            <a:off x="1053209" y="2302344"/>
            <a:ext cx="1557911" cy="2681798"/>
          </a:xfrm>
          <a:prstGeom prst="round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11" name="Table 10">
            <a:extLst>
              <a:ext uri="{FF2B5EF4-FFF2-40B4-BE49-F238E27FC236}">
                <a16:creationId xmlns:a16="http://schemas.microsoft.com/office/drawing/2014/main" id="{714CC799-2AA9-D687-A17B-97D39CC62689}"/>
              </a:ext>
            </a:extLst>
          </p:cNvPr>
          <p:cNvGraphicFramePr>
            <a:graphicFrameLocks noGrp="1"/>
          </p:cNvGraphicFramePr>
          <p:nvPr>
            <p:extLst>
              <p:ext uri="{D42A27DB-BD31-4B8C-83A1-F6EECF244321}">
                <p14:modId xmlns:p14="http://schemas.microsoft.com/office/powerpoint/2010/main" val="1133400912"/>
              </p:ext>
            </p:extLst>
          </p:nvPr>
        </p:nvGraphicFramePr>
        <p:xfrm>
          <a:off x="731035" y="1074919"/>
          <a:ext cx="3050241" cy="939262"/>
        </p:xfrm>
        <a:graphic>
          <a:graphicData uri="http://schemas.openxmlformats.org/drawingml/2006/table">
            <a:tbl>
              <a:tblPr>
                <a:tableStyleId>{5C22544A-7EE6-4342-B048-85BDC9FD1C3A}</a:tableStyleId>
              </a:tblPr>
              <a:tblGrid>
                <a:gridCol w="3050241">
                  <a:extLst>
                    <a:ext uri="{9D8B030D-6E8A-4147-A177-3AD203B41FA5}">
                      <a16:colId xmlns:a16="http://schemas.microsoft.com/office/drawing/2014/main" val="2860684736"/>
                    </a:ext>
                  </a:extLst>
                </a:gridCol>
              </a:tblGrid>
              <a:tr h="333960">
                <a:tc>
                  <a:txBody>
                    <a:bodyPr/>
                    <a:lstStyle/>
                    <a:p>
                      <a:pPr algn="ctr" fontAlgn="b">
                        <a:buNone/>
                      </a:pPr>
                      <a:r>
                        <a:rPr lang="en-US" sz="1200" b="1" u="none" strike="noStrike" dirty="0">
                          <a:effectLst/>
                        </a:rPr>
                        <a:t>None / first injectable selection</a:t>
                      </a:r>
                      <a:endParaRPr lang="en-US" sz="1200" b="1" i="1" u="none" strike="noStrike" dirty="0">
                        <a:solidFill>
                          <a:srgbClr val="1A2233"/>
                        </a:solidFill>
                        <a:effectLst/>
                        <a:latin typeface="Segoe UI" panose="020B0502040204020203" pitchFamily="34" charset="0"/>
                      </a:endParaRPr>
                    </a:p>
                  </a:txBody>
                  <a:tcPr marL="6350" marR="6350" marT="6350" marB="0" anchor="b"/>
                </a:tc>
                <a:extLst>
                  <a:ext uri="{0D108BD9-81ED-4DB2-BD59-A6C34878D82A}">
                    <a16:rowId xmlns:a16="http://schemas.microsoft.com/office/drawing/2014/main" val="3059188839"/>
                  </a:ext>
                </a:extLst>
              </a:tr>
              <a:tr h="302651">
                <a:tc>
                  <a:txBody>
                    <a:bodyPr/>
                    <a:lstStyle/>
                    <a:p>
                      <a:pPr algn="ctr" fontAlgn="ctr">
                        <a:buNone/>
                      </a:pPr>
                      <a:r>
                        <a:rPr lang="en-US" sz="1200" u="none" strike="noStrike" dirty="0">
                          <a:effectLst/>
                        </a:rPr>
                        <a:t>HbA1c &lt; 2%</a:t>
                      </a:r>
                      <a:endParaRPr lang="en-US" sz="1200" b="1" i="0" u="none" strike="noStrike" dirty="0">
                        <a:solidFill>
                          <a:srgbClr val="000000"/>
                        </a:solidFill>
                        <a:effectLst/>
                        <a:latin typeface="Verdana" panose="020B0604030504040204" pitchFamily="34" charset="0"/>
                      </a:endParaRPr>
                    </a:p>
                  </a:txBody>
                  <a:tcPr marL="6350" marR="6350" marT="6350" marB="0" anchor="ctr"/>
                </a:tc>
                <a:extLst>
                  <a:ext uri="{0D108BD9-81ED-4DB2-BD59-A6C34878D82A}">
                    <a16:rowId xmlns:a16="http://schemas.microsoft.com/office/drawing/2014/main" val="403911312"/>
                  </a:ext>
                </a:extLst>
              </a:tr>
              <a:tr h="302651">
                <a:tc>
                  <a:txBody>
                    <a:bodyPr/>
                    <a:lstStyle/>
                    <a:p>
                      <a:pPr algn="ctr" rtl="0" fontAlgn="ctr">
                        <a:buNone/>
                      </a:pPr>
                      <a:r>
                        <a:rPr lang="en-US" sz="1200" u="none" strike="noStrike" dirty="0">
                          <a:effectLst/>
                        </a:rPr>
                        <a:t>BMI &gt; 30</a:t>
                      </a:r>
                      <a:endParaRPr lang="en-US" sz="1200" b="1" i="0" u="none" strike="noStrike" dirty="0">
                        <a:solidFill>
                          <a:srgbClr val="000000"/>
                        </a:solidFill>
                        <a:effectLst/>
                        <a:latin typeface="Verdana" panose="020B0604030504040204" pitchFamily="34" charset="0"/>
                      </a:endParaRPr>
                    </a:p>
                  </a:txBody>
                  <a:tcPr marL="6350" marR="6350" marT="6350" marB="0" anchor="ctr"/>
                </a:tc>
                <a:extLst>
                  <a:ext uri="{0D108BD9-81ED-4DB2-BD59-A6C34878D82A}">
                    <a16:rowId xmlns:a16="http://schemas.microsoft.com/office/drawing/2014/main" val="4187702267"/>
                  </a:ext>
                </a:extLst>
              </a:tr>
            </a:tbl>
          </a:graphicData>
        </a:graphic>
      </p:graphicFrame>
      <p:pic>
        <p:nvPicPr>
          <p:cNvPr id="13" name="Picture 12">
            <a:extLst>
              <a:ext uri="{FF2B5EF4-FFF2-40B4-BE49-F238E27FC236}">
                <a16:creationId xmlns:a16="http://schemas.microsoft.com/office/drawing/2014/main" id="{25F3EA10-8471-13FA-3CCB-DEEDA4AA4326}"/>
              </a:ext>
            </a:extLst>
          </p:cNvPr>
          <p:cNvPicPr>
            <a:picLocks noChangeAspect="1"/>
          </p:cNvPicPr>
          <p:nvPr/>
        </p:nvPicPr>
        <p:blipFill>
          <a:blip r:embed="rId4"/>
          <a:srcRect l="18241" t="2963" r="18703" b="1184"/>
          <a:stretch>
            <a:fillRect/>
          </a:stretch>
        </p:blipFill>
        <p:spPr>
          <a:xfrm>
            <a:off x="5157488" y="142240"/>
            <a:ext cx="6918960" cy="6573520"/>
          </a:xfrm>
          <a:prstGeom prst="rect">
            <a:avLst/>
          </a:prstGeom>
        </p:spPr>
      </p:pic>
      <p:sp>
        <p:nvSpPr>
          <p:cNvPr id="14" name="Arrow: Down 13">
            <a:extLst>
              <a:ext uri="{FF2B5EF4-FFF2-40B4-BE49-F238E27FC236}">
                <a16:creationId xmlns:a16="http://schemas.microsoft.com/office/drawing/2014/main" id="{EA43B63F-E488-96F5-69D2-ABC83E63B4C0}"/>
              </a:ext>
            </a:extLst>
          </p:cNvPr>
          <p:cNvSpPr/>
          <p:nvPr/>
        </p:nvSpPr>
        <p:spPr>
          <a:xfrm rot="14121686" flipH="1">
            <a:off x="4342614" y="4127628"/>
            <a:ext cx="315678" cy="1947585"/>
          </a:xfrm>
          <a:prstGeom prst="downArrow">
            <a:avLst>
              <a:gd name="adj1" fmla="val 0"/>
              <a:gd name="adj2" fmla="val 50000"/>
            </a:avLst>
          </a:prstGeom>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dirty="0"/>
          </a:p>
        </p:txBody>
      </p:sp>
      <p:sp>
        <p:nvSpPr>
          <p:cNvPr id="15" name="Oval 14">
            <a:extLst>
              <a:ext uri="{FF2B5EF4-FFF2-40B4-BE49-F238E27FC236}">
                <a16:creationId xmlns:a16="http://schemas.microsoft.com/office/drawing/2014/main" id="{2CB08EC4-EFB8-9C75-3B25-D7CEBE321AE6}"/>
              </a:ext>
            </a:extLst>
          </p:cNvPr>
          <p:cNvSpPr/>
          <p:nvPr/>
        </p:nvSpPr>
        <p:spPr>
          <a:xfrm>
            <a:off x="8890000" y="-223520"/>
            <a:ext cx="3302000" cy="3652520"/>
          </a:xfrm>
          <a:prstGeom prst="ellipse">
            <a:avLst/>
          </a:prstGeom>
          <a:noFill/>
          <a:ln>
            <a:solidFill>
              <a:schemeClr val="accent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lvl="0" indent="-285750" fontAlgn="t">
              <a:buFont typeface="Arial" panose="020B0604020202020204" pitchFamily="34" charset="0"/>
              <a:buChar char="•"/>
              <a:defRPr/>
            </a:pPr>
            <a:r>
              <a:rPr lang="en-US" dirty="0">
                <a:solidFill>
                  <a:schemeClr val="tx1"/>
                </a:solidFill>
              </a:rPr>
              <a:t>BI + GLP‑1 RA (FRC) (when standalone GLP‑1 RA is inaccessible, or not well tolerated)</a:t>
            </a:r>
          </a:p>
          <a:p>
            <a:pPr marL="285750" lvl="0" indent="-285750" fontAlgn="t">
              <a:buFont typeface="Arial" panose="020B0604020202020204" pitchFamily="34" charset="0"/>
              <a:buChar char="•"/>
              <a:defRPr/>
            </a:pPr>
            <a:r>
              <a:rPr lang="en-US" dirty="0">
                <a:solidFill>
                  <a:schemeClr val="tx1"/>
                </a:solidFill>
              </a:rPr>
              <a:t>No 2</a:t>
            </a:r>
            <a:r>
              <a:rPr lang="en-US" baseline="30000" dirty="0">
                <a:solidFill>
                  <a:schemeClr val="tx1"/>
                </a:solidFill>
              </a:rPr>
              <a:t>nd</a:t>
            </a:r>
            <a:r>
              <a:rPr lang="en-US" dirty="0">
                <a:solidFill>
                  <a:schemeClr val="tx1"/>
                </a:solidFill>
              </a:rPr>
              <a:t> gen as alternative</a:t>
            </a:r>
          </a:p>
        </p:txBody>
      </p:sp>
    </p:spTree>
    <p:extLst>
      <p:ext uri="{BB962C8B-B14F-4D97-AF65-F5344CB8AC3E}">
        <p14:creationId xmlns:p14="http://schemas.microsoft.com/office/powerpoint/2010/main" val="635719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1E5ED19-3BC4-27D8-7953-4D9F987C40C9}"/>
              </a:ext>
            </a:extLst>
          </p:cNvPr>
          <p:cNvPicPr>
            <a:picLocks noChangeAspect="1"/>
          </p:cNvPicPr>
          <p:nvPr/>
        </p:nvPicPr>
        <p:blipFill>
          <a:blip r:embed="rId2"/>
          <a:srcRect l="17384" t="32544" r="17832" b="7528"/>
          <a:stretch>
            <a:fillRect/>
          </a:stretch>
        </p:blipFill>
        <p:spPr>
          <a:xfrm>
            <a:off x="666524" y="410496"/>
            <a:ext cx="10858952" cy="6278066"/>
          </a:xfrm>
          <a:prstGeom prst="rect">
            <a:avLst/>
          </a:prstGeom>
        </p:spPr>
      </p:pic>
      <p:sp>
        <p:nvSpPr>
          <p:cNvPr id="4" name="Rectangle 3">
            <a:extLst>
              <a:ext uri="{FF2B5EF4-FFF2-40B4-BE49-F238E27FC236}">
                <a16:creationId xmlns:a16="http://schemas.microsoft.com/office/drawing/2014/main" id="{FE434365-F521-6FB4-7D13-6987686B538F}"/>
              </a:ext>
            </a:extLst>
          </p:cNvPr>
          <p:cNvSpPr/>
          <p:nvPr/>
        </p:nvSpPr>
        <p:spPr>
          <a:xfrm>
            <a:off x="4798141" y="3126658"/>
            <a:ext cx="5506065" cy="226141"/>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8865E914-9034-05EF-3876-10B3F2505F72}"/>
              </a:ext>
            </a:extLst>
          </p:cNvPr>
          <p:cNvSpPr/>
          <p:nvPr/>
        </p:nvSpPr>
        <p:spPr>
          <a:xfrm>
            <a:off x="2055268" y="4254418"/>
            <a:ext cx="6763612" cy="226141"/>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                    remove Premix. it is not given in obesity</a:t>
            </a:r>
          </a:p>
        </p:txBody>
      </p:sp>
    </p:spTree>
    <p:extLst>
      <p:ext uri="{BB962C8B-B14F-4D97-AF65-F5344CB8AC3E}">
        <p14:creationId xmlns:p14="http://schemas.microsoft.com/office/powerpoint/2010/main" val="2390879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B26CE29-2B51-AD43-6C37-80D206BFDB14}"/>
              </a:ext>
            </a:extLst>
          </p:cNvPr>
          <p:cNvPicPr>
            <a:picLocks noChangeAspect="1"/>
          </p:cNvPicPr>
          <p:nvPr/>
        </p:nvPicPr>
        <p:blipFill>
          <a:blip r:embed="rId2"/>
          <a:srcRect l="18056" t="8592" r="19074" b="1334"/>
          <a:stretch>
            <a:fillRect/>
          </a:stretch>
        </p:blipFill>
        <p:spPr>
          <a:xfrm>
            <a:off x="5069840" y="340360"/>
            <a:ext cx="6898640" cy="6177280"/>
          </a:xfrm>
          <a:prstGeom prst="rect">
            <a:avLst/>
          </a:prstGeom>
        </p:spPr>
      </p:pic>
      <p:pic>
        <p:nvPicPr>
          <p:cNvPr id="4" name="Picture 3">
            <a:extLst>
              <a:ext uri="{FF2B5EF4-FFF2-40B4-BE49-F238E27FC236}">
                <a16:creationId xmlns:a16="http://schemas.microsoft.com/office/drawing/2014/main" id="{3C13ECDA-2731-A5F0-1BD6-B31462FB8C8F}"/>
              </a:ext>
            </a:extLst>
          </p:cNvPr>
          <p:cNvPicPr>
            <a:picLocks noChangeAspect="1"/>
          </p:cNvPicPr>
          <p:nvPr/>
        </p:nvPicPr>
        <p:blipFill>
          <a:blip r:embed="rId3"/>
          <a:srcRect l="3890" t="18666" r="24444" b="29630"/>
          <a:stretch>
            <a:fillRect/>
          </a:stretch>
        </p:blipFill>
        <p:spPr>
          <a:xfrm>
            <a:off x="91440" y="2503336"/>
            <a:ext cx="4612640" cy="2322663"/>
          </a:xfrm>
          <a:prstGeom prst="rect">
            <a:avLst/>
          </a:prstGeom>
        </p:spPr>
      </p:pic>
      <p:sp>
        <p:nvSpPr>
          <p:cNvPr id="5" name="Rectangle: Rounded Corners 4">
            <a:extLst>
              <a:ext uri="{FF2B5EF4-FFF2-40B4-BE49-F238E27FC236}">
                <a16:creationId xmlns:a16="http://schemas.microsoft.com/office/drawing/2014/main" id="{14497517-3F92-DF2D-3BA4-FE4ECE00FAA2}"/>
              </a:ext>
            </a:extLst>
          </p:cNvPr>
          <p:cNvSpPr/>
          <p:nvPr/>
        </p:nvSpPr>
        <p:spPr>
          <a:xfrm>
            <a:off x="1053209" y="2302344"/>
            <a:ext cx="1557911" cy="2681798"/>
          </a:xfrm>
          <a:prstGeom prst="round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6" name="Table 5">
            <a:extLst>
              <a:ext uri="{FF2B5EF4-FFF2-40B4-BE49-F238E27FC236}">
                <a16:creationId xmlns:a16="http://schemas.microsoft.com/office/drawing/2014/main" id="{EC6C1D85-C8A4-4BA2-372B-D8E165C861E2}"/>
              </a:ext>
            </a:extLst>
          </p:cNvPr>
          <p:cNvGraphicFramePr>
            <a:graphicFrameLocks noGrp="1"/>
          </p:cNvGraphicFramePr>
          <p:nvPr>
            <p:extLst>
              <p:ext uri="{D42A27DB-BD31-4B8C-83A1-F6EECF244321}">
                <p14:modId xmlns:p14="http://schemas.microsoft.com/office/powerpoint/2010/main" val="2617730133"/>
              </p:ext>
            </p:extLst>
          </p:nvPr>
        </p:nvGraphicFramePr>
        <p:xfrm>
          <a:off x="630845" y="1163447"/>
          <a:ext cx="3050241" cy="939262"/>
        </p:xfrm>
        <a:graphic>
          <a:graphicData uri="http://schemas.openxmlformats.org/drawingml/2006/table">
            <a:tbl>
              <a:tblPr>
                <a:tableStyleId>{5C22544A-7EE6-4342-B048-85BDC9FD1C3A}</a:tableStyleId>
              </a:tblPr>
              <a:tblGrid>
                <a:gridCol w="3050241">
                  <a:extLst>
                    <a:ext uri="{9D8B030D-6E8A-4147-A177-3AD203B41FA5}">
                      <a16:colId xmlns:a16="http://schemas.microsoft.com/office/drawing/2014/main" val="2860684736"/>
                    </a:ext>
                  </a:extLst>
                </a:gridCol>
              </a:tblGrid>
              <a:tr h="333960">
                <a:tc>
                  <a:txBody>
                    <a:bodyPr/>
                    <a:lstStyle/>
                    <a:p>
                      <a:pPr algn="ctr" fontAlgn="b">
                        <a:buNone/>
                      </a:pPr>
                      <a:r>
                        <a:rPr lang="en-US" sz="1200" b="1" u="none" strike="noStrike" dirty="0">
                          <a:effectLst/>
                        </a:rPr>
                        <a:t>None / first injectable selection</a:t>
                      </a:r>
                      <a:endParaRPr lang="en-US" sz="1200" b="1" i="1" u="none" strike="noStrike" dirty="0">
                        <a:solidFill>
                          <a:srgbClr val="1A2233"/>
                        </a:solidFill>
                        <a:effectLst/>
                        <a:latin typeface="Segoe UI" panose="020B0502040204020203" pitchFamily="34" charset="0"/>
                      </a:endParaRPr>
                    </a:p>
                  </a:txBody>
                  <a:tcPr marL="6350" marR="6350" marT="6350" marB="0" anchor="b"/>
                </a:tc>
                <a:extLst>
                  <a:ext uri="{0D108BD9-81ED-4DB2-BD59-A6C34878D82A}">
                    <a16:rowId xmlns:a16="http://schemas.microsoft.com/office/drawing/2014/main" val="3059188839"/>
                  </a:ext>
                </a:extLst>
              </a:tr>
              <a:tr h="302651">
                <a:tc>
                  <a:txBody>
                    <a:bodyPr/>
                    <a:lstStyle/>
                    <a:p>
                      <a:pPr algn="ctr" fontAlgn="ctr">
                        <a:buNone/>
                      </a:pPr>
                      <a:r>
                        <a:rPr lang="en-US" sz="1200" u="none" strike="noStrike" dirty="0">
                          <a:effectLst/>
                        </a:rPr>
                        <a:t>HbA1c &lt; 2%</a:t>
                      </a:r>
                      <a:endParaRPr lang="en-US" sz="1200" b="1" i="0" u="none" strike="noStrike" dirty="0">
                        <a:solidFill>
                          <a:srgbClr val="000000"/>
                        </a:solidFill>
                        <a:effectLst/>
                        <a:latin typeface="Verdana" panose="020B0604030504040204" pitchFamily="34" charset="0"/>
                      </a:endParaRPr>
                    </a:p>
                  </a:txBody>
                  <a:tcPr marL="6350" marR="6350" marT="6350" marB="0" anchor="ctr"/>
                </a:tc>
                <a:extLst>
                  <a:ext uri="{0D108BD9-81ED-4DB2-BD59-A6C34878D82A}">
                    <a16:rowId xmlns:a16="http://schemas.microsoft.com/office/drawing/2014/main" val="403911312"/>
                  </a:ext>
                </a:extLst>
              </a:tr>
              <a:tr h="302651">
                <a:tc>
                  <a:txBody>
                    <a:bodyPr/>
                    <a:lstStyle/>
                    <a:p>
                      <a:pPr algn="ctr" rtl="0" fontAlgn="ctr">
                        <a:buNone/>
                      </a:pPr>
                      <a:r>
                        <a:rPr lang="en-US" sz="1200" u="none" strike="noStrike" dirty="0">
                          <a:effectLst/>
                        </a:rPr>
                        <a:t>BMI &gt; 30</a:t>
                      </a:r>
                      <a:endParaRPr lang="en-US" sz="1200" b="1" i="0" u="none" strike="noStrike" dirty="0">
                        <a:solidFill>
                          <a:srgbClr val="000000"/>
                        </a:solidFill>
                        <a:effectLst/>
                        <a:latin typeface="Verdana" panose="020B0604030504040204" pitchFamily="34" charset="0"/>
                      </a:endParaRPr>
                    </a:p>
                  </a:txBody>
                  <a:tcPr marL="6350" marR="6350" marT="6350" marB="0" anchor="ctr"/>
                </a:tc>
                <a:extLst>
                  <a:ext uri="{0D108BD9-81ED-4DB2-BD59-A6C34878D82A}">
                    <a16:rowId xmlns:a16="http://schemas.microsoft.com/office/drawing/2014/main" val="4187702267"/>
                  </a:ext>
                </a:extLst>
              </a:tr>
            </a:tbl>
          </a:graphicData>
        </a:graphic>
      </p:graphicFrame>
      <p:sp>
        <p:nvSpPr>
          <p:cNvPr id="7" name="Arrow: Down 6">
            <a:extLst>
              <a:ext uri="{FF2B5EF4-FFF2-40B4-BE49-F238E27FC236}">
                <a16:creationId xmlns:a16="http://schemas.microsoft.com/office/drawing/2014/main" id="{25C9F321-4B79-5B0F-F303-FF775FC30DA2}"/>
              </a:ext>
            </a:extLst>
          </p:cNvPr>
          <p:cNvSpPr/>
          <p:nvPr/>
        </p:nvSpPr>
        <p:spPr>
          <a:xfrm rot="13372632" flipH="1">
            <a:off x="4344058" y="3833038"/>
            <a:ext cx="310262" cy="2070518"/>
          </a:xfrm>
          <a:prstGeom prst="downArrow">
            <a:avLst>
              <a:gd name="adj1" fmla="val 0"/>
              <a:gd name="adj2" fmla="val 50000"/>
            </a:avLst>
          </a:prstGeom>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id="{6B1B087F-D427-3AE5-F6BD-2465EB3C2D1B}"/>
              </a:ext>
            </a:extLst>
          </p:cNvPr>
          <p:cNvSpPr txBox="1"/>
          <p:nvPr/>
        </p:nvSpPr>
        <p:spPr>
          <a:xfrm>
            <a:off x="668896" y="5696257"/>
            <a:ext cx="3174521" cy="378245"/>
          </a:xfrm>
          <a:prstGeom prst="rect">
            <a:avLst/>
          </a:prstGeom>
          <a:noFill/>
        </p:spPr>
        <p:txBody>
          <a:bodyPr wrap="square">
            <a:spAutoFit/>
          </a:bodyPr>
          <a:lstStyle/>
          <a:p>
            <a:pPr algn="ctr" fontAlgn="b">
              <a:buNone/>
            </a:pPr>
            <a:r>
              <a:rPr lang="en-US" sz="1800" b="1" u="none" strike="noStrike" dirty="0">
                <a:effectLst/>
              </a:rPr>
              <a:t>Irregular meal pattern</a:t>
            </a:r>
            <a:endParaRPr lang="en-US" sz="1800" b="1" i="1" u="none" strike="noStrike" dirty="0">
              <a:solidFill>
                <a:srgbClr val="1A2233"/>
              </a:solidFill>
              <a:effectLst/>
              <a:latin typeface="Segoe UI" panose="020B0502040204020203" pitchFamily="34" charset="0"/>
            </a:endParaRPr>
          </a:p>
        </p:txBody>
      </p:sp>
      <p:sp>
        <p:nvSpPr>
          <p:cNvPr id="2" name="Rectangle 1">
            <a:extLst>
              <a:ext uri="{FF2B5EF4-FFF2-40B4-BE49-F238E27FC236}">
                <a16:creationId xmlns:a16="http://schemas.microsoft.com/office/drawing/2014/main" id="{9EBEEE49-DD8A-4C7C-7673-49D7436439C9}"/>
              </a:ext>
            </a:extLst>
          </p:cNvPr>
          <p:cNvSpPr/>
          <p:nvPr/>
        </p:nvSpPr>
        <p:spPr>
          <a:xfrm>
            <a:off x="9055508" y="3237597"/>
            <a:ext cx="2702714" cy="69254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a:solidFill>
                  <a:schemeClr val="tx1"/>
                </a:solidFill>
              </a:rPr>
              <a:t>⬆ If still uncontrolled, a</a:t>
            </a:r>
            <a:r>
              <a:rPr lang="en-US" sz="1200" b="1">
                <a:solidFill>
                  <a:schemeClr val="tx1"/>
                </a:solidFill>
              </a:rPr>
              <a:t>dd Basal Insulin o</a:t>
            </a:r>
            <a:r>
              <a:rPr lang="en-US" sz="1200">
                <a:solidFill>
                  <a:schemeClr val="tx1"/>
                </a:solidFill>
              </a:rPr>
              <a:t>r </a:t>
            </a:r>
            <a:r>
              <a:rPr lang="en-US" sz="1200" b="1">
                <a:solidFill>
                  <a:schemeClr val="tx1"/>
                </a:solidFill>
              </a:rPr>
              <a:t>start FRC</a:t>
            </a:r>
            <a:endParaRPr lang="en-US" sz="1200" dirty="0">
              <a:solidFill>
                <a:schemeClr val="tx1"/>
              </a:solidFill>
            </a:endParaRPr>
          </a:p>
        </p:txBody>
      </p:sp>
      <p:sp>
        <p:nvSpPr>
          <p:cNvPr id="12" name="TextBox 11">
            <a:extLst>
              <a:ext uri="{FF2B5EF4-FFF2-40B4-BE49-F238E27FC236}">
                <a16:creationId xmlns:a16="http://schemas.microsoft.com/office/drawing/2014/main" id="{8CEA3473-FB42-8AA1-B10E-E06BE75DAF9F}"/>
              </a:ext>
            </a:extLst>
          </p:cNvPr>
          <p:cNvSpPr txBox="1"/>
          <p:nvPr/>
        </p:nvSpPr>
        <p:spPr>
          <a:xfrm>
            <a:off x="9124562" y="2060932"/>
            <a:ext cx="2633660" cy="482824"/>
          </a:xfrm>
          <a:prstGeom prst="rect">
            <a:avLst/>
          </a:prstGeom>
          <a:noFill/>
          <a:ln>
            <a:solidFill>
              <a:schemeClr val="accent2"/>
            </a:solidFill>
          </a:ln>
        </p:spPr>
        <p:txBody>
          <a:bodyPr wrap="square">
            <a:spAutoFit/>
          </a:bodyPr>
          <a:lstStyle/>
          <a:p>
            <a:pPr fontAlgn="t">
              <a:lnSpc>
                <a:spcPts val="1500"/>
              </a:lnSpc>
              <a:buNone/>
            </a:pPr>
            <a:r>
              <a:rPr lang="en-US" sz="1200" b="0" i="0" dirty="0">
                <a:effectLst/>
                <a:latin typeface="Segoe UI" panose="020B0502040204020203" pitchFamily="34" charset="0"/>
              </a:rPr>
              <a:t>BMI and weight considerations favor GLP‑1 RA–based combinations</a:t>
            </a:r>
          </a:p>
        </p:txBody>
      </p:sp>
    </p:spTree>
    <p:extLst>
      <p:ext uri="{BB962C8B-B14F-4D97-AF65-F5344CB8AC3E}">
        <p14:creationId xmlns:p14="http://schemas.microsoft.com/office/powerpoint/2010/main" val="7092707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46751-1CDD-DD81-CD17-2511279E7868}"/>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E90ABE47-F2C2-B059-1C51-D99869BCC23A}"/>
              </a:ext>
            </a:extLst>
          </p:cNvPr>
          <p:cNvGraphicFramePr>
            <a:graphicFrameLocks noGrp="1"/>
          </p:cNvGraphicFramePr>
          <p:nvPr>
            <p:extLst>
              <p:ext uri="{D42A27DB-BD31-4B8C-83A1-F6EECF244321}">
                <p14:modId xmlns:p14="http://schemas.microsoft.com/office/powerpoint/2010/main" val="1932345704"/>
              </p:ext>
            </p:extLst>
          </p:nvPr>
        </p:nvGraphicFramePr>
        <p:xfrm>
          <a:off x="3191036" y="1137628"/>
          <a:ext cx="5809927" cy="1820307"/>
        </p:xfrm>
        <a:graphic>
          <a:graphicData uri="http://schemas.openxmlformats.org/drawingml/2006/table">
            <a:tbl>
              <a:tblPr>
                <a:tableStyleId>{5C22544A-7EE6-4342-B048-85BDC9FD1C3A}</a:tableStyleId>
              </a:tblPr>
              <a:tblGrid>
                <a:gridCol w="5809927">
                  <a:extLst>
                    <a:ext uri="{9D8B030D-6E8A-4147-A177-3AD203B41FA5}">
                      <a16:colId xmlns:a16="http://schemas.microsoft.com/office/drawing/2014/main" val="2860684736"/>
                    </a:ext>
                  </a:extLst>
                </a:gridCol>
              </a:tblGrid>
              <a:tr h="647221">
                <a:tc>
                  <a:txBody>
                    <a:bodyPr/>
                    <a:lstStyle/>
                    <a:p>
                      <a:pPr algn="ctr" fontAlgn="b">
                        <a:buNone/>
                      </a:pPr>
                      <a:r>
                        <a:rPr lang="en-US" sz="2000" b="1" u="none" strike="noStrike" dirty="0">
                          <a:effectLst/>
                        </a:rPr>
                        <a:t>3- None / first injectable selection</a:t>
                      </a:r>
                    </a:p>
                  </a:txBody>
                  <a:tcPr marL="6350" marR="6350" marT="6350" marB="0" anchor="b"/>
                </a:tc>
                <a:extLst>
                  <a:ext uri="{0D108BD9-81ED-4DB2-BD59-A6C34878D82A}">
                    <a16:rowId xmlns:a16="http://schemas.microsoft.com/office/drawing/2014/main" val="3059188839"/>
                  </a:ext>
                </a:extLst>
              </a:tr>
              <a:tr h="586543">
                <a:tc>
                  <a:txBody>
                    <a:bodyPr/>
                    <a:lstStyle/>
                    <a:p>
                      <a:pPr algn="ctr" fontAlgn="ctr">
                        <a:buNone/>
                      </a:pPr>
                      <a:r>
                        <a:rPr lang="en-US" sz="2000" u="none" strike="noStrike" dirty="0">
                          <a:effectLst/>
                        </a:rPr>
                        <a:t>HbA1c ≥ 2%</a:t>
                      </a:r>
                      <a:endParaRPr lang="en-US" sz="2000" b="1" i="0" u="none" strike="noStrike" dirty="0">
                        <a:solidFill>
                          <a:srgbClr val="000000"/>
                        </a:solidFill>
                        <a:effectLst/>
                        <a:latin typeface="Verdana" panose="020B0604030504040204" pitchFamily="34" charset="0"/>
                      </a:endParaRPr>
                    </a:p>
                  </a:txBody>
                  <a:tcPr marL="6350" marR="6350" marT="6350" marB="0" anchor="ctr"/>
                </a:tc>
                <a:extLst>
                  <a:ext uri="{0D108BD9-81ED-4DB2-BD59-A6C34878D82A}">
                    <a16:rowId xmlns:a16="http://schemas.microsoft.com/office/drawing/2014/main" val="403911312"/>
                  </a:ext>
                </a:extLst>
              </a:tr>
              <a:tr h="586543">
                <a:tc>
                  <a:txBody>
                    <a:bodyPr/>
                    <a:lstStyle/>
                    <a:p>
                      <a:pPr algn="ctr" rtl="0" fontAlgn="ctr">
                        <a:buNone/>
                      </a:pPr>
                      <a:r>
                        <a:rPr lang="en-US" sz="2000" u="none" strike="noStrike" dirty="0">
                          <a:effectLst/>
                        </a:rPr>
                        <a:t>BMI ≤ 30</a:t>
                      </a:r>
                      <a:endParaRPr lang="en-US" sz="2000" b="1" i="0" u="none" strike="noStrike" dirty="0">
                        <a:solidFill>
                          <a:srgbClr val="000000"/>
                        </a:solidFill>
                        <a:effectLst/>
                        <a:latin typeface="Verdana" panose="020B0604030504040204" pitchFamily="34" charset="0"/>
                      </a:endParaRPr>
                    </a:p>
                  </a:txBody>
                  <a:tcPr marL="6350" marR="6350" marT="6350" marB="0" anchor="ctr"/>
                </a:tc>
                <a:extLst>
                  <a:ext uri="{0D108BD9-81ED-4DB2-BD59-A6C34878D82A}">
                    <a16:rowId xmlns:a16="http://schemas.microsoft.com/office/drawing/2014/main" val="4187702267"/>
                  </a:ext>
                </a:extLst>
              </a:tr>
            </a:tbl>
          </a:graphicData>
        </a:graphic>
      </p:graphicFrame>
      <p:pic>
        <p:nvPicPr>
          <p:cNvPr id="6" name="Picture 5">
            <a:extLst>
              <a:ext uri="{FF2B5EF4-FFF2-40B4-BE49-F238E27FC236}">
                <a16:creationId xmlns:a16="http://schemas.microsoft.com/office/drawing/2014/main" id="{42074127-125A-D9AF-1BAF-655CD29E695F}"/>
              </a:ext>
            </a:extLst>
          </p:cNvPr>
          <p:cNvPicPr>
            <a:picLocks noChangeAspect="1"/>
          </p:cNvPicPr>
          <p:nvPr/>
        </p:nvPicPr>
        <p:blipFill>
          <a:blip r:embed="rId2"/>
          <a:srcRect l="22685" t="19407" r="25370" b="29778"/>
          <a:stretch>
            <a:fillRect/>
          </a:stretch>
        </p:blipFill>
        <p:spPr>
          <a:xfrm>
            <a:off x="3301203" y="3078480"/>
            <a:ext cx="5699760" cy="3484880"/>
          </a:xfrm>
          <a:prstGeom prst="rect">
            <a:avLst/>
          </a:prstGeom>
        </p:spPr>
      </p:pic>
      <p:sp>
        <p:nvSpPr>
          <p:cNvPr id="7" name="Rectangle: Rounded Corners 6">
            <a:extLst>
              <a:ext uri="{FF2B5EF4-FFF2-40B4-BE49-F238E27FC236}">
                <a16:creationId xmlns:a16="http://schemas.microsoft.com/office/drawing/2014/main" id="{8FAB5528-5603-CCC8-030A-9C1E33A0DD15}"/>
              </a:ext>
            </a:extLst>
          </p:cNvPr>
          <p:cNvSpPr/>
          <p:nvPr/>
        </p:nvSpPr>
        <p:spPr>
          <a:xfrm>
            <a:off x="5565046" y="3078480"/>
            <a:ext cx="2319114" cy="1940560"/>
          </a:xfrm>
          <a:prstGeom prst="round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5823270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8B96E51-B936-0307-3188-7C2738E63539}"/>
              </a:ext>
            </a:extLst>
          </p:cNvPr>
          <p:cNvPicPr>
            <a:picLocks noChangeAspect="1"/>
          </p:cNvPicPr>
          <p:nvPr/>
        </p:nvPicPr>
        <p:blipFill>
          <a:blip r:embed="rId3"/>
          <a:srcRect l="17778" t="2963" r="18981"/>
          <a:stretch>
            <a:fillRect/>
          </a:stretch>
        </p:blipFill>
        <p:spPr>
          <a:xfrm>
            <a:off x="4866640" y="101600"/>
            <a:ext cx="6939280" cy="6654800"/>
          </a:xfrm>
          <a:prstGeom prst="rect">
            <a:avLst/>
          </a:prstGeom>
        </p:spPr>
      </p:pic>
      <p:pic>
        <p:nvPicPr>
          <p:cNvPr id="4" name="Picture 3">
            <a:extLst>
              <a:ext uri="{FF2B5EF4-FFF2-40B4-BE49-F238E27FC236}">
                <a16:creationId xmlns:a16="http://schemas.microsoft.com/office/drawing/2014/main" id="{8E778430-D38D-8023-3021-8E01227E2454}"/>
              </a:ext>
            </a:extLst>
          </p:cNvPr>
          <p:cNvPicPr>
            <a:picLocks noChangeAspect="1"/>
          </p:cNvPicPr>
          <p:nvPr/>
        </p:nvPicPr>
        <p:blipFill>
          <a:blip r:embed="rId4"/>
          <a:srcRect l="22685" t="19407" r="25370" b="29778"/>
          <a:stretch>
            <a:fillRect/>
          </a:stretch>
        </p:blipFill>
        <p:spPr>
          <a:xfrm>
            <a:off x="386080" y="2489200"/>
            <a:ext cx="4137727" cy="2529840"/>
          </a:xfrm>
          <a:prstGeom prst="rect">
            <a:avLst/>
          </a:prstGeom>
        </p:spPr>
      </p:pic>
      <p:sp>
        <p:nvSpPr>
          <p:cNvPr id="5" name="Rectangle: Rounded Corners 4">
            <a:extLst>
              <a:ext uri="{FF2B5EF4-FFF2-40B4-BE49-F238E27FC236}">
                <a16:creationId xmlns:a16="http://schemas.microsoft.com/office/drawing/2014/main" id="{A9C365B1-3172-4D4E-F62A-1236D66A6A31}"/>
              </a:ext>
            </a:extLst>
          </p:cNvPr>
          <p:cNvSpPr/>
          <p:nvPr/>
        </p:nvSpPr>
        <p:spPr>
          <a:xfrm>
            <a:off x="1999359" y="2523174"/>
            <a:ext cx="1549886" cy="1408745"/>
          </a:xfrm>
          <a:prstGeom prst="round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6" name="Table 5">
            <a:extLst>
              <a:ext uri="{FF2B5EF4-FFF2-40B4-BE49-F238E27FC236}">
                <a16:creationId xmlns:a16="http://schemas.microsoft.com/office/drawing/2014/main" id="{E062A0C9-EB46-2583-8014-BBD6273224FB}"/>
              </a:ext>
            </a:extLst>
          </p:cNvPr>
          <p:cNvGraphicFramePr>
            <a:graphicFrameLocks noGrp="1"/>
          </p:cNvGraphicFramePr>
          <p:nvPr>
            <p:extLst>
              <p:ext uri="{D42A27DB-BD31-4B8C-83A1-F6EECF244321}">
                <p14:modId xmlns:p14="http://schemas.microsoft.com/office/powerpoint/2010/main" val="601400913"/>
              </p:ext>
            </p:extLst>
          </p:nvPr>
        </p:nvGraphicFramePr>
        <p:xfrm>
          <a:off x="1069639" y="1402079"/>
          <a:ext cx="3050241" cy="939262"/>
        </p:xfrm>
        <a:graphic>
          <a:graphicData uri="http://schemas.openxmlformats.org/drawingml/2006/table">
            <a:tbl>
              <a:tblPr>
                <a:tableStyleId>{5C22544A-7EE6-4342-B048-85BDC9FD1C3A}</a:tableStyleId>
              </a:tblPr>
              <a:tblGrid>
                <a:gridCol w="3050241">
                  <a:extLst>
                    <a:ext uri="{9D8B030D-6E8A-4147-A177-3AD203B41FA5}">
                      <a16:colId xmlns:a16="http://schemas.microsoft.com/office/drawing/2014/main" val="2860684736"/>
                    </a:ext>
                  </a:extLst>
                </a:gridCol>
              </a:tblGrid>
              <a:tr h="333960">
                <a:tc>
                  <a:txBody>
                    <a:bodyPr/>
                    <a:lstStyle/>
                    <a:p>
                      <a:pPr algn="ctr" fontAlgn="b">
                        <a:buNone/>
                      </a:pPr>
                      <a:r>
                        <a:rPr lang="en-US" sz="1200" b="1" u="none" strike="noStrike" dirty="0">
                          <a:effectLst/>
                        </a:rPr>
                        <a:t>None / first injectable selection</a:t>
                      </a:r>
                      <a:endParaRPr lang="en-US" sz="1200" b="1" i="1" u="none" strike="noStrike" dirty="0">
                        <a:solidFill>
                          <a:srgbClr val="1A2233"/>
                        </a:solidFill>
                        <a:effectLst/>
                        <a:latin typeface="Segoe UI" panose="020B0502040204020203" pitchFamily="34" charset="0"/>
                      </a:endParaRPr>
                    </a:p>
                  </a:txBody>
                  <a:tcPr marL="6350" marR="6350" marT="6350" marB="0" anchor="b"/>
                </a:tc>
                <a:extLst>
                  <a:ext uri="{0D108BD9-81ED-4DB2-BD59-A6C34878D82A}">
                    <a16:rowId xmlns:a16="http://schemas.microsoft.com/office/drawing/2014/main" val="3059188839"/>
                  </a:ext>
                </a:extLst>
              </a:tr>
              <a:tr h="302651">
                <a:tc>
                  <a:txBody>
                    <a:bodyPr/>
                    <a:lstStyle/>
                    <a:p>
                      <a:pPr algn="ctr" fontAlgn="ctr">
                        <a:buNone/>
                      </a:pPr>
                      <a:r>
                        <a:rPr lang="en-US" sz="1200" u="none" strike="noStrike" dirty="0">
                          <a:effectLst/>
                        </a:rPr>
                        <a:t>HbA1c ≥ 2%</a:t>
                      </a:r>
                      <a:endParaRPr lang="en-US" sz="1200" b="1" i="0" u="none" strike="noStrike" dirty="0">
                        <a:solidFill>
                          <a:srgbClr val="000000"/>
                        </a:solidFill>
                        <a:effectLst/>
                        <a:latin typeface="Verdana" panose="020B0604030504040204" pitchFamily="34" charset="0"/>
                      </a:endParaRPr>
                    </a:p>
                  </a:txBody>
                  <a:tcPr marL="6350" marR="6350" marT="6350" marB="0" anchor="ctr"/>
                </a:tc>
                <a:extLst>
                  <a:ext uri="{0D108BD9-81ED-4DB2-BD59-A6C34878D82A}">
                    <a16:rowId xmlns:a16="http://schemas.microsoft.com/office/drawing/2014/main" val="403911312"/>
                  </a:ext>
                </a:extLst>
              </a:tr>
              <a:tr h="302651">
                <a:tc>
                  <a:txBody>
                    <a:bodyPr/>
                    <a:lstStyle/>
                    <a:p>
                      <a:pPr algn="ctr" rtl="0" fontAlgn="ctr">
                        <a:buNone/>
                      </a:pPr>
                      <a:r>
                        <a:rPr lang="en-US" sz="1200" u="none" strike="noStrike" dirty="0">
                          <a:effectLst/>
                        </a:rPr>
                        <a:t>BMI ≤ 30</a:t>
                      </a:r>
                      <a:endParaRPr lang="en-US" sz="1200" b="1" i="0" u="none" strike="noStrike" dirty="0">
                        <a:solidFill>
                          <a:srgbClr val="000000"/>
                        </a:solidFill>
                        <a:effectLst/>
                        <a:latin typeface="Verdana" panose="020B0604030504040204" pitchFamily="34" charset="0"/>
                      </a:endParaRPr>
                    </a:p>
                  </a:txBody>
                  <a:tcPr marL="6350" marR="6350" marT="6350" marB="0" anchor="ctr"/>
                </a:tc>
                <a:extLst>
                  <a:ext uri="{0D108BD9-81ED-4DB2-BD59-A6C34878D82A}">
                    <a16:rowId xmlns:a16="http://schemas.microsoft.com/office/drawing/2014/main" val="4187702267"/>
                  </a:ext>
                </a:extLst>
              </a:tr>
            </a:tbl>
          </a:graphicData>
        </a:graphic>
      </p:graphicFrame>
      <p:sp>
        <p:nvSpPr>
          <p:cNvPr id="8" name="Oval 7">
            <a:extLst>
              <a:ext uri="{FF2B5EF4-FFF2-40B4-BE49-F238E27FC236}">
                <a16:creationId xmlns:a16="http://schemas.microsoft.com/office/drawing/2014/main" id="{D1C56071-2A91-AEDC-8064-E1D59E51E208}"/>
              </a:ext>
            </a:extLst>
          </p:cNvPr>
          <p:cNvSpPr/>
          <p:nvPr/>
        </p:nvSpPr>
        <p:spPr>
          <a:xfrm>
            <a:off x="8707120" y="2696941"/>
            <a:ext cx="3302000" cy="290099"/>
          </a:xfrm>
          <a:prstGeom prst="ellipse">
            <a:avLst/>
          </a:prstGeom>
          <a:noFill/>
          <a:ln>
            <a:solidFill>
              <a:schemeClr val="accent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9">
            <a:extLst>
              <a:ext uri="{FF2B5EF4-FFF2-40B4-BE49-F238E27FC236}">
                <a16:creationId xmlns:a16="http://schemas.microsoft.com/office/drawing/2014/main" id="{F2A6634F-2641-12E8-71CE-02E1DA7F038B}"/>
              </a:ext>
            </a:extLst>
          </p:cNvPr>
          <p:cNvSpPr txBox="1"/>
          <p:nvPr/>
        </p:nvSpPr>
        <p:spPr>
          <a:xfrm>
            <a:off x="8610109" y="5101985"/>
            <a:ext cx="3480619" cy="1075294"/>
          </a:xfrm>
          <a:prstGeom prst="rect">
            <a:avLst/>
          </a:prstGeom>
          <a:noFill/>
          <a:ln>
            <a:solidFill>
              <a:schemeClr val="tx1"/>
            </a:solidFill>
          </a:ln>
        </p:spPr>
        <p:txBody>
          <a:bodyPr wrap="square">
            <a:spAutoFit/>
          </a:bodyPr>
          <a:lstStyle/>
          <a:p>
            <a:pPr fontAlgn="t">
              <a:lnSpc>
                <a:spcPts val="1500"/>
              </a:lnSpc>
              <a:buNone/>
            </a:pPr>
            <a:r>
              <a:rPr lang="en-US" b="0" i="0" dirty="0">
                <a:effectLst/>
                <a:latin typeface="Segoe UI" panose="020B0502040204020203" pitchFamily="34" charset="0"/>
              </a:rPr>
              <a:t>Premix agents cause higher hypoglycemia risk,  require regular meals with greater rigidity → lower adherence in many patients</a:t>
            </a:r>
          </a:p>
        </p:txBody>
      </p:sp>
      <p:sp>
        <p:nvSpPr>
          <p:cNvPr id="11" name="TextBox 10">
            <a:extLst>
              <a:ext uri="{FF2B5EF4-FFF2-40B4-BE49-F238E27FC236}">
                <a16:creationId xmlns:a16="http://schemas.microsoft.com/office/drawing/2014/main" id="{99950751-0B86-90D9-6716-1E3646717437}"/>
              </a:ext>
            </a:extLst>
          </p:cNvPr>
          <p:cNvSpPr txBox="1"/>
          <p:nvPr/>
        </p:nvSpPr>
        <p:spPr>
          <a:xfrm>
            <a:off x="9694605" y="2523174"/>
            <a:ext cx="3156155" cy="882934"/>
          </a:xfrm>
          <a:prstGeom prst="rect">
            <a:avLst/>
          </a:prstGeom>
          <a:noFill/>
          <a:ln>
            <a:solidFill>
              <a:schemeClr val="accent2"/>
            </a:solidFill>
          </a:ln>
        </p:spPr>
        <p:txBody>
          <a:bodyPr wrap="square">
            <a:spAutoFit/>
          </a:bodyPr>
          <a:lstStyle/>
          <a:p>
            <a:pPr fontAlgn="t">
              <a:lnSpc>
                <a:spcPts val="1500"/>
              </a:lnSpc>
              <a:buNone/>
            </a:pPr>
            <a:r>
              <a:rPr lang="en-US" b="0" i="0" dirty="0">
                <a:effectLst/>
                <a:latin typeface="Segoe UI" panose="020B0502040204020203" pitchFamily="34" charset="0"/>
              </a:rPr>
              <a:t>“Complex insulin regimens (such as premix) may be used as alternatives </a:t>
            </a:r>
            <a:r>
              <a:rPr lang="en-US" dirty="0">
                <a:latin typeface="Segoe UI" panose="020B0502040204020203" pitchFamily="34" charset="0"/>
              </a:rPr>
              <a:t>when</a:t>
            </a:r>
            <a:r>
              <a:rPr lang="en-US" b="0" i="0" dirty="0">
                <a:effectLst/>
                <a:latin typeface="Segoe UI" panose="020B0502040204020203" pitchFamily="34" charset="0"/>
              </a:rPr>
              <a:t> other options are not accessible”</a:t>
            </a:r>
          </a:p>
        </p:txBody>
      </p:sp>
    </p:spTree>
    <p:extLst>
      <p:ext uri="{BB962C8B-B14F-4D97-AF65-F5344CB8AC3E}">
        <p14:creationId xmlns:p14="http://schemas.microsoft.com/office/powerpoint/2010/main" val="38487861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B9FBFA-8358-506D-BFDA-3E8331139142}"/>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D5A95573-1F6E-F2C6-C140-7755CCEC6C9D}"/>
              </a:ext>
            </a:extLst>
          </p:cNvPr>
          <p:cNvPicPr>
            <a:picLocks noChangeAspect="1"/>
          </p:cNvPicPr>
          <p:nvPr/>
        </p:nvPicPr>
        <p:blipFill>
          <a:blip r:embed="rId2"/>
          <a:srcRect l="22685" t="19407" r="25370" b="29778"/>
          <a:stretch>
            <a:fillRect/>
          </a:stretch>
        </p:blipFill>
        <p:spPr>
          <a:xfrm>
            <a:off x="386080" y="2489200"/>
            <a:ext cx="4137727" cy="2529840"/>
          </a:xfrm>
          <a:prstGeom prst="rect">
            <a:avLst/>
          </a:prstGeom>
        </p:spPr>
      </p:pic>
      <p:sp>
        <p:nvSpPr>
          <p:cNvPr id="5" name="Rectangle: Rounded Corners 4">
            <a:extLst>
              <a:ext uri="{FF2B5EF4-FFF2-40B4-BE49-F238E27FC236}">
                <a16:creationId xmlns:a16="http://schemas.microsoft.com/office/drawing/2014/main" id="{EEA37610-4374-F4C0-EE18-EFCCE5C02FE4}"/>
              </a:ext>
            </a:extLst>
          </p:cNvPr>
          <p:cNvSpPr/>
          <p:nvPr/>
        </p:nvSpPr>
        <p:spPr>
          <a:xfrm>
            <a:off x="1999359" y="2523174"/>
            <a:ext cx="1549886" cy="1408745"/>
          </a:xfrm>
          <a:prstGeom prst="round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6" name="Table 5">
            <a:extLst>
              <a:ext uri="{FF2B5EF4-FFF2-40B4-BE49-F238E27FC236}">
                <a16:creationId xmlns:a16="http://schemas.microsoft.com/office/drawing/2014/main" id="{CCD1BA93-9AA4-59B1-D6BC-06929EE9D718}"/>
              </a:ext>
            </a:extLst>
          </p:cNvPr>
          <p:cNvGraphicFramePr>
            <a:graphicFrameLocks noGrp="1"/>
          </p:cNvGraphicFramePr>
          <p:nvPr/>
        </p:nvGraphicFramePr>
        <p:xfrm>
          <a:off x="1069639" y="1402079"/>
          <a:ext cx="3050241" cy="939262"/>
        </p:xfrm>
        <a:graphic>
          <a:graphicData uri="http://schemas.openxmlformats.org/drawingml/2006/table">
            <a:tbl>
              <a:tblPr>
                <a:tableStyleId>{5C22544A-7EE6-4342-B048-85BDC9FD1C3A}</a:tableStyleId>
              </a:tblPr>
              <a:tblGrid>
                <a:gridCol w="3050241">
                  <a:extLst>
                    <a:ext uri="{9D8B030D-6E8A-4147-A177-3AD203B41FA5}">
                      <a16:colId xmlns:a16="http://schemas.microsoft.com/office/drawing/2014/main" val="2860684736"/>
                    </a:ext>
                  </a:extLst>
                </a:gridCol>
              </a:tblGrid>
              <a:tr h="333960">
                <a:tc>
                  <a:txBody>
                    <a:bodyPr/>
                    <a:lstStyle/>
                    <a:p>
                      <a:pPr algn="ctr" fontAlgn="b">
                        <a:buNone/>
                      </a:pPr>
                      <a:r>
                        <a:rPr lang="en-US" sz="1200" b="1" u="none" strike="noStrike" dirty="0">
                          <a:effectLst/>
                        </a:rPr>
                        <a:t>None / first injectable selection</a:t>
                      </a:r>
                      <a:endParaRPr lang="en-US" sz="1200" b="1" i="1" u="none" strike="noStrike" dirty="0">
                        <a:solidFill>
                          <a:srgbClr val="1A2233"/>
                        </a:solidFill>
                        <a:effectLst/>
                        <a:latin typeface="Segoe UI" panose="020B0502040204020203" pitchFamily="34" charset="0"/>
                      </a:endParaRPr>
                    </a:p>
                  </a:txBody>
                  <a:tcPr marL="6350" marR="6350" marT="6350" marB="0" anchor="b"/>
                </a:tc>
                <a:extLst>
                  <a:ext uri="{0D108BD9-81ED-4DB2-BD59-A6C34878D82A}">
                    <a16:rowId xmlns:a16="http://schemas.microsoft.com/office/drawing/2014/main" val="3059188839"/>
                  </a:ext>
                </a:extLst>
              </a:tr>
              <a:tr h="302651">
                <a:tc>
                  <a:txBody>
                    <a:bodyPr/>
                    <a:lstStyle/>
                    <a:p>
                      <a:pPr algn="ctr" fontAlgn="ctr">
                        <a:buNone/>
                      </a:pPr>
                      <a:r>
                        <a:rPr lang="en-US" sz="1200" u="none" strike="noStrike" dirty="0">
                          <a:effectLst/>
                        </a:rPr>
                        <a:t>HbA1c ≥ 2%</a:t>
                      </a:r>
                      <a:endParaRPr lang="en-US" sz="1200" b="1" i="0" u="none" strike="noStrike" dirty="0">
                        <a:solidFill>
                          <a:srgbClr val="000000"/>
                        </a:solidFill>
                        <a:effectLst/>
                        <a:latin typeface="Verdana" panose="020B0604030504040204" pitchFamily="34" charset="0"/>
                      </a:endParaRPr>
                    </a:p>
                  </a:txBody>
                  <a:tcPr marL="6350" marR="6350" marT="6350" marB="0" anchor="ctr"/>
                </a:tc>
                <a:extLst>
                  <a:ext uri="{0D108BD9-81ED-4DB2-BD59-A6C34878D82A}">
                    <a16:rowId xmlns:a16="http://schemas.microsoft.com/office/drawing/2014/main" val="403911312"/>
                  </a:ext>
                </a:extLst>
              </a:tr>
              <a:tr h="302651">
                <a:tc>
                  <a:txBody>
                    <a:bodyPr/>
                    <a:lstStyle/>
                    <a:p>
                      <a:pPr algn="ctr" rtl="0" fontAlgn="ctr">
                        <a:buNone/>
                      </a:pPr>
                      <a:r>
                        <a:rPr lang="en-US" sz="1200" u="none" strike="noStrike" dirty="0">
                          <a:effectLst/>
                        </a:rPr>
                        <a:t>BMI ≤ 30</a:t>
                      </a:r>
                      <a:endParaRPr lang="en-US" sz="1200" b="1" i="0" u="none" strike="noStrike" dirty="0">
                        <a:solidFill>
                          <a:srgbClr val="000000"/>
                        </a:solidFill>
                        <a:effectLst/>
                        <a:latin typeface="Verdana" panose="020B0604030504040204" pitchFamily="34" charset="0"/>
                      </a:endParaRPr>
                    </a:p>
                  </a:txBody>
                  <a:tcPr marL="6350" marR="6350" marT="6350" marB="0" anchor="ctr"/>
                </a:tc>
                <a:extLst>
                  <a:ext uri="{0D108BD9-81ED-4DB2-BD59-A6C34878D82A}">
                    <a16:rowId xmlns:a16="http://schemas.microsoft.com/office/drawing/2014/main" val="4187702267"/>
                  </a:ext>
                </a:extLst>
              </a:tr>
            </a:tbl>
          </a:graphicData>
        </a:graphic>
      </p:graphicFrame>
      <p:sp>
        <p:nvSpPr>
          <p:cNvPr id="8" name="TextBox 7">
            <a:extLst>
              <a:ext uri="{FF2B5EF4-FFF2-40B4-BE49-F238E27FC236}">
                <a16:creationId xmlns:a16="http://schemas.microsoft.com/office/drawing/2014/main" id="{FFD28CAB-E157-F6B6-8BFD-0D2EB84A693A}"/>
              </a:ext>
            </a:extLst>
          </p:cNvPr>
          <p:cNvSpPr txBox="1"/>
          <p:nvPr/>
        </p:nvSpPr>
        <p:spPr>
          <a:xfrm>
            <a:off x="668896" y="5696257"/>
            <a:ext cx="3174521" cy="369332"/>
          </a:xfrm>
          <a:prstGeom prst="rect">
            <a:avLst/>
          </a:prstGeom>
          <a:noFill/>
        </p:spPr>
        <p:txBody>
          <a:bodyPr wrap="square">
            <a:spAutoFit/>
          </a:bodyPr>
          <a:lstStyle/>
          <a:p>
            <a:pPr algn="ctr" fontAlgn="b">
              <a:buNone/>
            </a:pPr>
            <a:r>
              <a:rPr lang="en-US" sz="1800" b="1" u="none" strike="noStrike" dirty="0">
                <a:effectLst/>
              </a:rPr>
              <a:t>No access to GLP1-RA</a:t>
            </a:r>
            <a:endParaRPr lang="en-US" sz="1800" b="1" i="1" u="none" strike="noStrike" dirty="0">
              <a:solidFill>
                <a:srgbClr val="1A2233"/>
              </a:solidFill>
              <a:effectLst/>
              <a:latin typeface="Segoe UI" panose="020B0502040204020203" pitchFamily="34" charset="0"/>
            </a:endParaRPr>
          </a:p>
        </p:txBody>
      </p:sp>
      <p:pic>
        <p:nvPicPr>
          <p:cNvPr id="11" name="Picture 10">
            <a:extLst>
              <a:ext uri="{FF2B5EF4-FFF2-40B4-BE49-F238E27FC236}">
                <a16:creationId xmlns:a16="http://schemas.microsoft.com/office/drawing/2014/main" id="{759AA493-8A01-39FD-D05B-F8F1B36BCC23}"/>
              </a:ext>
            </a:extLst>
          </p:cNvPr>
          <p:cNvPicPr>
            <a:picLocks noChangeAspect="1"/>
          </p:cNvPicPr>
          <p:nvPr/>
        </p:nvPicPr>
        <p:blipFill>
          <a:blip r:embed="rId3"/>
          <a:srcRect l="18055" t="2520" r="19260" b="1333"/>
          <a:stretch>
            <a:fillRect/>
          </a:stretch>
        </p:blipFill>
        <p:spPr>
          <a:xfrm>
            <a:off x="5175666" y="132080"/>
            <a:ext cx="6878320" cy="6593840"/>
          </a:xfrm>
          <a:prstGeom prst="rect">
            <a:avLst/>
          </a:prstGeom>
        </p:spPr>
      </p:pic>
      <p:sp>
        <p:nvSpPr>
          <p:cNvPr id="12" name="Arrow: Down 11">
            <a:extLst>
              <a:ext uri="{FF2B5EF4-FFF2-40B4-BE49-F238E27FC236}">
                <a16:creationId xmlns:a16="http://schemas.microsoft.com/office/drawing/2014/main" id="{49181B44-4515-A514-D8B5-783A9F518B2F}"/>
              </a:ext>
            </a:extLst>
          </p:cNvPr>
          <p:cNvSpPr/>
          <p:nvPr/>
        </p:nvSpPr>
        <p:spPr>
          <a:xfrm rot="14121686" flipH="1">
            <a:off x="4342614" y="4127628"/>
            <a:ext cx="315678" cy="1947585"/>
          </a:xfrm>
          <a:prstGeom prst="downArrow">
            <a:avLst>
              <a:gd name="adj1" fmla="val 0"/>
              <a:gd name="adj2" fmla="val 50000"/>
            </a:avLst>
          </a:prstGeom>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dirty="0"/>
          </a:p>
        </p:txBody>
      </p:sp>
      <p:sp>
        <p:nvSpPr>
          <p:cNvPr id="14" name="Oval 13">
            <a:extLst>
              <a:ext uri="{FF2B5EF4-FFF2-40B4-BE49-F238E27FC236}">
                <a16:creationId xmlns:a16="http://schemas.microsoft.com/office/drawing/2014/main" id="{14182056-127D-627C-E167-ED0042CCB202}"/>
              </a:ext>
            </a:extLst>
          </p:cNvPr>
          <p:cNvSpPr/>
          <p:nvPr/>
        </p:nvSpPr>
        <p:spPr>
          <a:xfrm>
            <a:off x="8890000" y="2321021"/>
            <a:ext cx="3302000" cy="290099"/>
          </a:xfrm>
          <a:prstGeom prst="ellipse">
            <a:avLst/>
          </a:prstGeom>
          <a:noFill/>
          <a:ln>
            <a:solidFill>
              <a:schemeClr val="accent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Oval 14">
            <a:extLst>
              <a:ext uri="{FF2B5EF4-FFF2-40B4-BE49-F238E27FC236}">
                <a16:creationId xmlns:a16="http://schemas.microsoft.com/office/drawing/2014/main" id="{C3A0D193-65E3-51AF-5E90-734786E85598}"/>
              </a:ext>
            </a:extLst>
          </p:cNvPr>
          <p:cNvSpPr/>
          <p:nvPr/>
        </p:nvSpPr>
        <p:spPr>
          <a:xfrm>
            <a:off x="9928561" y="1381759"/>
            <a:ext cx="2387600" cy="310419"/>
          </a:xfrm>
          <a:prstGeom prst="ellipse">
            <a:avLst/>
          </a:prstGeom>
          <a:noFill/>
          <a:ln>
            <a:solidFill>
              <a:schemeClr val="accent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Oval 15">
            <a:extLst>
              <a:ext uri="{FF2B5EF4-FFF2-40B4-BE49-F238E27FC236}">
                <a16:creationId xmlns:a16="http://schemas.microsoft.com/office/drawing/2014/main" id="{97636927-6F79-C08B-B7DA-E394256F8194}"/>
              </a:ext>
            </a:extLst>
          </p:cNvPr>
          <p:cNvSpPr/>
          <p:nvPr/>
        </p:nvSpPr>
        <p:spPr>
          <a:xfrm>
            <a:off x="10444480" y="487680"/>
            <a:ext cx="609600" cy="430605"/>
          </a:xfrm>
          <a:prstGeom prst="ellipse">
            <a:avLst/>
          </a:prstGeom>
          <a:noFill/>
          <a:ln>
            <a:solidFill>
              <a:schemeClr val="accent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6997908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C1F548-7E54-70B4-AC37-54269AFFAC62}"/>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C2D277B4-4E65-BF75-0859-6F2008E3E070}"/>
              </a:ext>
            </a:extLst>
          </p:cNvPr>
          <p:cNvPicPr>
            <a:picLocks noChangeAspect="1"/>
          </p:cNvPicPr>
          <p:nvPr/>
        </p:nvPicPr>
        <p:blipFill>
          <a:blip r:embed="rId2"/>
          <a:srcRect l="22685" t="19407" r="25370" b="29778"/>
          <a:stretch>
            <a:fillRect/>
          </a:stretch>
        </p:blipFill>
        <p:spPr>
          <a:xfrm>
            <a:off x="386080" y="2489200"/>
            <a:ext cx="4137727" cy="2529840"/>
          </a:xfrm>
          <a:prstGeom prst="rect">
            <a:avLst/>
          </a:prstGeom>
        </p:spPr>
      </p:pic>
      <p:sp>
        <p:nvSpPr>
          <p:cNvPr id="5" name="Rectangle: Rounded Corners 4">
            <a:extLst>
              <a:ext uri="{FF2B5EF4-FFF2-40B4-BE49-F238E27FC236}">
                <a16:creationId xmlns:a16="http://schemas.microsoft.com/office/drawing/2014/main" id="{A1FD9987-953D-D58D-DD9E-EED08CDC6B2F}"/>
              </a:ext>
            </a:extLst>
          </p:cNvPr>
          <p:cNvSpPr/>
          <p:nvPr/>
        </p:nvSpPr>
        <p:spPr>
          <a:xfrm>
            <a:off x="1999359" y="2523174"/>
            <a:ext cx="1549886" cy="1408745"/>
          </a:xfrm>
          <a:prstGeom prst="round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6" name="Table 5">
            <a:extLst>
              <a:ext uri="{FF2B5EF4-FFF2-40B4-BE49-F238E27FC236}">
                <a16:creationId xmlns:a16="http://schemas.microsoft.com/office/drawing/2014/main" id="{464AC654-E0E2-D393-B683-8640516174D1}"/>
              </a:ext>
            </a:extLst>
          </p:cNvPr>
          <p:cNvGraphicFramePr>
            <a:graphicFrameLocks noGrp="1"/>
          </p:cNvGraphicFramePr>
          <p:nvPr/>
        </p:nvGraphicFramePr>
        <p:xfrm>
          <a:off x="1069639" y="1402079"/>
          <a:ext cx="3050241" cy="939262"/>
        </p:xfrm>
        <a:graphic>
          <a:graphicData uri="http://schemas.openxmlformats.org/drawingml/2006/table">
            <a:tbl>
              <a:tblPr>
                <a:tableStyleId>{5C22544A-7EE6-4342-B048-85BDC9FD1C3A}</a:tableStyleId>
              </a:tblPr>
              <a:tblGrid>
                <a:gridCol w="3050241">
                  <a:extLst>
                    <a:ext uri="{9D8B030D-6E8A-4147-A177-3AD203B41FA5}">
                      <a16:colId xmlns:a16="http://schemas.microsoft.com/office/drawing/2014/main" val="2860684736"/>
                    </a:ext>
                  </a:extLst>
                </a:gridCol>
              </a:tblGrid>
              <a:tr h="333960">
                <a:tc>
                  <a:txBody>
                    <a:bodyPr/>
                    <a:lstStyle/>
                    <a:p>
                      <a:pPr algn="ctr" fontAlgn="b">
                        <a:buNone/>
                      </a:pPr>
                      <a:r>
                        <a:rPr lang="en-US" sz="1200" b="1" u="none" strike="noStrike" dirty="0">
                          <a:effectLst/>
                        </a:rPr>
                        <a:t>None / first injectable selection</a:t>
                      </a:r>
                      <a:endParaRPr lang="en-US" sz="1200" b="1" i="1" u="none" strike="noStrike" dirty="0">
                        <a:solidFill>
                          <a:srgbClr val="1A2233"/>
                        </a:solidFill>
                        <a:effectLst/>
                        <a:latin typeface="Segoe UI" panose="020B0502040204020203" pitchFamily="34" charset="0"/>
                      </a:endParaRPr>
                    </a:p>
                  </a:txBody>
                  <a:tcPr marL="6350" marR="6350" marT="6350" marB="0" anchor="b"/>
                </a:tc>
                <a:extLst>
                  <a:ext uri="{0D108BD9-81ED-4DB2-BD59-A6C34878D82A}">
                    <a16:rowId xmlns:a16="http://schemas.microsoft.com/office/drawing/2014/main" val="3059188839"/>
                  </a:ext>
                </a:extLst>
              </a:tr>
              <a:tr h="302651">
                <a:tc>
                  <a:txBody>
                    <a:bodyPr/>
                    <a:lstStyle/>
                    <a:p>
                      <a:pPr algn="ctr" fontAlgn="ctr">
                        <a:buNone/>
                      </a:pPr>
                      <a:r>
                        <a:rPr lang="en-US" sz="1200" u="none" strike="noStrike" dirty="0">
                          <a:effectLst/>
                        </a:rPr>
                        <a:t>HbA1c ≥ 2%</a:t>
                      </a:r>
                      <a:endParaRPr lang="en-US" sz="1200" b="1" i="0" u="none" strike="noStrike" dirty="0">
                        <a:solidFill>
                          <a:srgbClr val="000000"/>
                        </a:solidFill>
                        <a:effectLst/>
                        <a:latin typeface="Verdana" panose="020B0604030504040204" pitchFamily="34" charset="0"/>
                      </a:endParaRPr>
                    </a:p>
                  </a:txBody>
                  <a:tcPr marL="6350" marR="6350" marT="6350" marB="0" anchor="ctr"/>
                </a:tc>
                <a:extLst>
                  <a:ext uri="{0D108BD9-81ED-4DB2-BD59-A6C34878D82A}">
                    <a16:rowId xmlns:a16="http://schemas.microsoft.com/office/drawing/2014/main" val="403911312"/>
                  </a:ext>
                </a:extLst>
              </a:tr>
              <a:tr h="302651">
                <a:tc>
                  <a:txBody>
                    <a:bodyPr/>
                    <a:lstStyle/>
                    <a:p>
                      <a:pPr algn="ctr" rtl="0" fontAlgn="ctr">
                        <a:buNone/>
                      </a:pPr>
                      <a:r>
                        <a:rPr lang="en-US" sz="1200" u="none" strike="noStrike" dirty="0">
                          <a:effectLst/>
                        </a:rPr>
                        <a:t>BMI ≤ 30</a:t>
                      </a:r>
                      <a:endParaRPr lang="en-US" sz="1200" b="1" i="0" u="none" strike="noStrike" dirty="0">
                        <a:solidFill>
                          <a:srgbClr val="000000"/>
                        </a:solidFill>
                        <a:effectLst/>
                        <a:latin typeface="Verdana" panose="020B0604030504040204" pitchFamily="34" charset="0"/>
                      </a:endParaRPr>
                    </a:p>
                  </a:txBody>
                  <a:tcPr marL="6350" marR="6350" marT="6350" marB="0" anchor="ctr"/>
                </a:tc>
                <a:extLst>
                  <a:ext uri="{0D108BD9-81ED-4DB2-BD59-A6C34878D82A}">
                    <a16:rowId xmlns:a16="http://schemas.microsoft.com/office/drawing/2014/main" val="4187702267"/>
                  </a:ext>
                </a:extLst>
              </a:tr>
            </a:tbl>
          </a:graphicData>
        </a:graphic>
      </p:graphicFrame>
      <p:sp>
        <p:nvSpPr>
          <p:cNvPr id="2" name="TextBox 1">
            <a:extLst>
              <a:ext uri="{FF2B5EF4-FFF2-40B4-BE49-F238E27FC236}">
                <a16:creationId xmlns:a16="http://schemas.microsoft.com/office/drawing/2014/main" id="{067AC00F-0408-4D39-DBB6-01F62CD01142}"/>
              </a:ext>
            </a:extLst>
          </p:cNvPr>
          <p:cNvSpPr txBox="1"/>
          <p:nvPr/>
        </p:nvSpPr>
        <p:spPr>
          <a:xfrm>
            <a:off x="668896" y="5696257"/>
            <a:ext cx="3174521" cy="378245"/>
          </a:xfrm>
          <a:prstGeom prst="rect">
            <a:avLst/>
          </a:prstGeom>
          <a:noFill/>
        </p:spPr>
        <p:txBody>
          <a:bodyPr wrap="square">
            <a:spAutoFit/>
          </a:bodyPr>
          <a:lstStyle/>
          <a:p>
            <a:pPr algn="ctr" fontAlgn="b">
              <a:buNone/>
            </a:pPr>
            <a:r>
              <a:rPr lang="en-US" sz="1800" b="1" u="none" strike="noStrike" dirty="0">
                <a:effectLst/>
              </a:rPr>
              <a:t>Irregular meal pattern</a:t>
            </a:r>
            <a:endParaRPr lang="en-US" sz="1800" b="1" i="1" u="none" strike="noStrike" dirty="0">
              <a:solidFill>
                <a:srgbClr val="1A2233"/>
              </a:solidFill>
              <a:effectLst/>
              <a:latin typeface="Segoe UI" panose="020B0502040204020203" pitchFamily="34" charset="0"/>
            </a:endParaRPr>
          </a:p>
        </p:txBody>
      </p:sp>
      <p:pic>
        <p:nvPicPr>
          <p:cNvPr id="10" name="Picture 9">
            <a:extLst>
              <a:ext uri="{FF2B5EF4-FFF2-40B4-BE49-F238E27FC236}">
                <a16:creationId xmlns:a16="http://schemas.microsoft.com/office/drawing/2014/main" id="{CEE8596E-83AA-4C37-677B-15FC48ED7446}"/>
              </a:ext>
            </a:extLst>
          </p:cNvPr>
          <p:cNvPicPr>
            <a:picLocks noChangeAspect="1"/>
          </p:cNvPicPr>
          <p:nvPr/>
        </p:nvPicPr>
        <p:blipFill>
          <a:blip r:embed="rId3"/>
          <a:srcRect l="17777" t="2519" r="19167" b="1629"/>
          <a:stretch>
            <a:fillRect/>
          </a:stretch>
        </p:blipFill>
        <p:spPr>
          <a:xfrm>
            <a:off x="5155346" y="142240"/>
            <a:ext cx="6918960" cy="6573520"/>
          </a:xfrm>
          <a:prstGeom prst="rect">
            <a:avLst/>
          </a:prstGeom>
        </p:spPr>
      </p:pic>
      <p:sp>
        <p:nvSpPr>
          <p:cNvPr id="11" name="Arrow: Down 10">
            <a:extLst>
              <a:ext uri="{FF2B5EF4-FFF2-40B4-BE49-F238E27FC236}">
                <a16:creationId xmlns:a16="http://schemas.microsoft.com/office/drawing/2014/main" id="{7C941893-E0CB-E78F-4A61-8C1747863BD4}"/>
              </a:ext>
            </a:extLst>
          </p:cNvPr>
          <p:cNvSpPr/>
          <p:nvPr/>
        </p:nvSpPr>
        <p:spPr>
          <a:xfrm rot="13390150" flipH="1">
            <a:off x="4377494" y="3566977"/>
            <a:ext cx="194922" cy="2604147"/>
          </a:xfrm>
          <a:prstGeom prst="downArrow">
            <a:avLst>
              <a:gd name="adj1" fmla="val 0"/>
              <a:gd name="adj2" fmla="val 50000"/>
            </a:avLst>
          </a:prstGeom>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4253608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548634-27B0-6FAE-149C-A7EAD2D4B5B5}"/>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EC01E407-9FAB-6E9D-14CE-D9605C2465DB}"/>
              </a:ext>
            </a:extLst>
          </p:cNvPr>
          <p:cNvGraphicFramePr>
            <a:graphicFrameLocks noGrp="1"/>
          </p:cNvGraphicFramePr>
          <p:nvPr>
            <p:extLst>
              <p:ext uri="{D42A27DB-BD31-4B8C-83A1-F6EECF244321}">
                <p14:modId xmlns:p14="http://schemas.microsoft.com/office/powerpoint/2010/main" val="3943016269"/>
              </p:ext>
            </p:extLst>
          </p:nvPr>
        </p:nvGraphicFramePr>
        <p:xfrm>
          <a:off x="3191036" y="1137628"/>
          <a:ext cx="5809927" cy="1820307"/>
        </p:xfrm>
        <a:graphic>
          <a:graphicData uri="http://schemas.openxmlformats.org/drawingml/2006/table">
            <a:tbl>
              <a:tblPr>
                <a:tableStyleId>{5C22544A-7EE6-4342-B048-85BDC9FD1C3A}</a:tableStyleId>
              </a:tblPr>
              <a:tblGrid>
                <a:gridCol w="5809927">
                  <a:extLst>
                    <a:ext uri="{9D8B030D-6E8A-4147-A177-3AD203B41FA5}">
                      <a16:colId xmlns:a16="http://schemas.microsoft.com/office/drawing/2014/main" val="2860684736"/>
                    </a:ext>
                  </a:extLst>
                </a:gridCol>
              </a:tblGrid>
              <a:tr h="647221">
                <a:tc>
                  <a:txBody>
                    <a:bodyPr/>
                    <a:lstStyle/>
                    <a:p>
                      <a:pPr algn="ctr" fontAlgn="b">
                        <a:buNone/>
                      </a:pPr>
                      <a:r>
                        <a:rPr lang="en-US" sz="2000" b="1" u="none" strike="noStrike" dirty="0">
                          <a:effectLst/>
                        </a:rPr>
                        <a:t>4- None / first injectable selection</a:t>
                      </a:r>
                    </a:p>
                  </a:txBody>
                  <a:tcPr marL="6350" marR="6350" marT="6350" marB="0" anchor="b"/>
                </a:tc>
                <a:extLst>
                  <a:ext uri="{0D108BD9-81ED-4DB2-BD59-A6C34878D82A}">
                    <a16:rowId xmlns:a16="http://schemas.microsoft.com/office/drawing/2014/main" val="3059188839"/>
                  </a:ext>
                </a:extLst>
              </a:tr>
              <a:tr h="586543">
                <a:tc>
                  <a:txBody>
                    <a:bodyPr/>
                    <a:lstStyle/>
                    <a:p>
                      <a:pPr algn="ctr" fontAlgn="ctr">
                        <a:buNone/>
                      </a:pPr>
                      <a:r>
                        <a:rPr lang="en-US" sz="2000" u="none" strike="noStrike" dirty="0">
                          <a:effectLst/>
                        </a:rPr>
                        <a:t>HbA1c ≥ 2%</a:t>
                      </a:r>
                      <a:endParaRPr lang="en-US" sz="2000" b="1" i="0" u="none" strike="noStrike" dirty="0">
                        <a:solidFill>
                          <a:srgbClr val="000000"/>
                        </a:solidFill>
                        <a:effectLst/>
                        <a:latin typeface="Verdana" panose="020B0604030504040204" pitchFamily="34" charset="0"/>
                      </a:endParaRPr>
                    </a:p>
                  </a:txBody>
                  <a:tcPr marL="6350" marR="6350" marT="6350" marB="0" anchor="ctr"/>
                </a:tc>
                <a:extLst>
                  <a:ext uri="{0D108BD9-81ED-4DB2-BD59-A6C34878D82A}">
                    <a16:rowId xmlns:a16="http://schemas.microsoft.com/office/drawing/2014/main" val="403911312"/>
                  </a:ext>
                </a:extLst>
              </a:tr>
              <a:tr h="586543">
                <a:tc>
                  <a:txBody>
                    <a:bodyPr/>
                    <a:lstStyle/>
                    <a:p>
                      <a:pPr algn="ctr" rtl="0" fontAlgn="ctr">
                        <a:buNone/>
                      </a:pPr>
                      <a:r>
                        <a:rPr lang="en-US" sz="2000" u="none" strike="noStrike" dirty="0">
                          <a:effectLst/>
                        </a:rPr>
                        <a:t>BMI &gt; 30</a:t>
                      </a:r>
                      <a:endParaRPr lang="en-US" sz="2000" b="1" i="0" u="none" strike="noStrike" dirty="0">
                        <a:solidFill>
                          <a:srgbClr val="000000"/>
                        </a:solidFill>
                        <a:effectLst/>
                        <a:latin typeface="Verdana" panose="020B0604030504040204" pitchFamily="34" charset="0"/>
                      </a:endParaRPr>
                    </a:p>
                  </a:txBody>
                  <a:tcPr marL="6350" marR="6350" marT="6350" marB="0" anchor="ctr"/>
                </a:tc>
                <a:extLst>
                  <a:ext uri="{0D108BD9-81ED-4DB2-BD59-A6C34878D82A}">
                    <a16:rowId xmlns:a16="http://schemas.microsoft.com/office/drawing/2014/main" val="4187702267"/>
                  </a:ext>
                </a:extLst>
              </a:tr>
            </a:tbl>
          </a:graphicData>
        </a:graphic>
      </p:graphicFrame>
      <p:pic>
        <p:nvPicPr>
          <p:cNvPr id="4" name="Picture 3">
            <a:extLst>
              <a:ext uri="{FF2B5EF4-FFF2-40B4-BE49-F238E27FC236}">
                <a16:creationId xmlns:a16="http://schemas.microsoft.com/office/drawing/2014/main" id="{5021A8FC-139A-AB04-82D0-5D3B9FE16A55}"/>
              </a:ext>
            </a:extLst>
          </p:cNvPr>
          <p:cNvPicPr>
            <a:picLocks noChangeAspect="1"/>
          </p:cNvPicPr>
          <p:nvPr/>
        </p:nvPicPr>
        <p:blipFill>
          <a:blip r:embed="rId2"/>
          <a:srcRect l="22871" t="20889" r="6574" b="30223"/>
          <a:stretch>
            <a:fillRect/>
          </a:stretch>
        </p:blipFill>
        <p:spPr>
          <a:xfrm>
            <a:off x="2814320" y="3245840"/>
            <a:ext cx="6675120" cy="2890800"/>
          </a:xfrm>
          <a:prstGeom prst="rect">
            <a:avLst/>
          </a:prstGeom>
        </p:spPr>
      </p:pic>
      <p:sp>
        <p:nvSpPr>
          <p:cNvPr id="5" name="Rectangle: Rounded Corners 4">
            <a:extLst>
              <a:ext uri="{FF2B5EF4-FFF2-40B4-BE49-F238E27FC236}">
                <a16:creationId xmlns:a16="http://schemas.microsoft.com/office/drawing/2014/main" id="{BFE86ABC-F3C8-FF61-B9BF-B6B08C1C4285}"/>
              </a:ext>
            </a:extLst>
          </p:cNvPr>
          <p:cNvSpPr/>
          <p:nvPr/>
        </p:nvSpPr>
        <p:spPr>
          <a:xfrm>
            <a:off x="6532880" y="3129280"/>
            <a:ext cx="2661920" cy="1820307"/>
          </a:xfrm>
          <a:prstGeom prst="round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1010288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A51FCD-0BA3-8DA8-BAE7-126AA8BB1A70}"/>
            </a:ext>
          </a:extLst>
        </p:cNvPr>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0751DCB5-D569-F212-E24E-892F8D4DF99B}"/>
              </a:ext>
            </a:extLst>
          </p:cNvPr>
          <p:cNvGraphicFramePr>
            <a:graphicFrameLocks noGrp="1"/>
          </p:cNvGraphicFramePr>
          <p:nvPr>
            <p:extLst>
              <p:ext uri="{D42A27DB-BD31-4B8C-83A1-F6EECF244321}">
                <p14:modId xmlns:p14="http://schemas.microsoft.com/office/powerpoint/2010/main" val="572926377"/>
              </p:ext>
            </p:extLst>
          </p:nvPr>
        </p:nvGraphicFramePr>
        <p:xfrm>
          <a:off x="1069639" y="1402079"/>
          <a:ext cx="3050241" cy="939262"/>
        </p:xfrm>
        <a:graphic>
          <a:graphicData uri="http://schemas.openxmlformats.org/drawingml/2006/table">
            <a:tbl>
              <a:tblPr>
                <a:tableStyleId>{5C22544A-7EE6-4342-B048-85BDC9FD1C3A}</a:tableStyleId>
              </a:tblPr>
              <a:tblGrid>
                <a:gridCol w="3050241">
                  <a:extLst>
                    <a:ext uri="{9D8B030D-6E8A-4147-A177-3AD203B41FA5}">
                      <a16:colId xmlns:a16="http://schemas.microsoft.com/office/drawing/2014/main" val="2860684736"/>
                    </a:ext>
                  </a:extLst>
                </a:gridCol>
              </a:tblGrid>
              <a:tr h="333960">
                <a:tc>
                  <a:txBody>
                    <a:bodyPr/>
                    <a:lstStyle/>
                    <a:p>
                      <a:pPr algn="ctr" fontAlgn="b">
                        <a:buNone/>
                      </a:pPr>
                      <a:r>
                        <a:rPr lang="en-US" sz="1200" b="1" u="none" strike="noStrike" dirty="0">
                          <a:effectLst/>
                        </a:rPr>
                        <a:t>None / first injectable selection</a:t>
                      </a:r>
                      <a:endParaRPr lang="en-US" sz="1200" b="1" i="1" u="none" strike="noStrike" dirty="0">
                        <a:solidFill>
                          <a:srgbClr val="1A2233"/>
                        </a:solidFill>
                        <a:effectLst/>
                        <a:latin typeface="Segoe UI" panose="020B0502040204020203" pitchFamily="34" charset="0"/>
                      </a:endParaRPr>
                    </a:p>
                  </a:txBody>
                  <a:tcPr marL="6350" marR="6350" marT="6350" marB="0" anchor="b"/>
                </a:tc>
                <a:extLst>
                  <a:ext uri="{0D108BD9-81ED-4DB2-BD59-A6C34878D82A}">
                    <a16:rowId xmlns:a16="http://schemas.microsoft.com/office/drawing/2014/main" val="3059188839"/>
                  </a:ext>
                </a:extLst>
              </a:tr>
              <a:tr h="302651">
                <a:tc>
                  <a:txBody>
                    <a:bodyPr/>
                    <a:lstStyle/>
                    <a:p>
                      <a:pPr algn="ctr" fontAlgn="ctr">
                        <a:buNone/>
                      </a:pPr>
                      <a:r>
                        <a:rPr lang="en-US" sz="1200" u="none" strike="noStrike" dirty="0">
                          <a:effectLst/>
                        </a:rPr>
                        <a:t>HbA1c ≥ 2%</a:t>
                      </a:r>
                      <a:endParaRPr lang="en-US" sz="1200" b="1" i="0" u="none" strike="noStrike" dirty="0">
                        <a:solidFill>
                          <a:srgbClr val="000000"/>
                        </a:solidFill>
                        <a:effectLst/>
                        <a:latin typeface="Verdana" panose="020B0604030504040204" pitchFamily="34" charset="0"/>
                      </a:endParaRPr>
                    </a:p>
                  </a:txBody>
                  <a:tcPr marL="6350" marR="6350" marT="6350" marB="0" anchor="ctr"/>
                </a:tc>
                <a:extLst>
                  <a:ext uri="{0D108BD9-81ED-4DB2-BD59-A6C34878D82A}">
                    <a16:rowId xmlns:a16="http://schemas.microsoft.com/office/drawing/2014/main" val="403911312"/>
                  </a:ext>
                </a:extLst>
              </a:tr>
              <a:tr h="302651">
                <a:tc>
                  <a:txBody>
                    <a:bodyPr/>
                    <a:lstStyle/>
                    <a:p>
                      <a:pPr algn="ctr" rtl="0" fontAlgn="ctr">
                        <a:buNone/>
                      </a:pPr>
                      <a:r>
                        <a:rPr lang="en-US" sz="1200" u="none" strike="noStrike" dirty="0">
                          <a:effectLst/>
                        </a:rPr>
                        <a:t>BMI &gt; 30</a:t>
                      </a:r>
                      <a:endParaRPr lang="en-US" sz="1200" b="1" i="0" u="none" strike="noStrike" dirty="0">
                        <a:solidFill>
                          <a:srgbClr val="000000"/>
                        </a:solidFill>
                        <a:effectLst/>
                        <a:latin typeface="Verdana" panose="020B0604030504040204" pitchFamily="34" charset="0"/>
                      </a:endParaRPr>
                    </a:p>
                  </a:txBody>
                  <a:tcPr marL="6350" marR="6350" marT="6350" marB="0" anchor="ctr"/>
                </a:tc>
                <a:extLst>
                  <a:ext uri="{0D108BD9-81ED-4DB2-BD59-A6C34878D82A}">
                    <a16:rowId xmlns:a16="http://schemas.microsoft.com/office/drawing/2014/main" val="4187702267"/>
                  </a:ext>
                </a:extLst>
              </a:tr>
            </a:tbl>
          </a:graphicData>
        </a:graphic>
      </p:graphicFrame>
      <p:pic>
        <p:nvPicPr>
          <p:cNvPr id="2" name="Picture 1">
            <a:extLst>
              <a:ext uri="{FF2B5EF4-FFF2-40B4-BE49-F238E27FC236}">
                <a16:creationId xmlns:a16="http://schemas.microsoft.com/office/drawing/2014/main" id="{6CEC2022-5974-085A-7EBE-BF248A492A66}"/>
              </a:ext>
            </a:extLst>
          </p:cNvPr>
          <p:cNvPicPr>
            <a:picLocks noChangeAspect="1"/>
          </p:cNvPicPr>
          <p:nvPr/>
        </p:nvPicPr>
        <p:blipFill>
          <a:blip r:embed="rId2"/>
          <a:srcRect l="22871" t="20889" r="6574" b="30223"/>
          <a:stretch>
            <a:fillRect/>
          </a:stretch>
        </p:blipFill>
        <p:spPr>
          <a:xfrm>
            <a:off x="578017" y="2987040"/>
            <a:ext cx="4033483" cy="2016236"/>
          </a:xfrm>
          <a:prstGeom prst="rect">
            <a:avLst/>
          </a:prstGeom>
        </p:spPr>
      </p:pic>
      <p:sp>
        <p:nvSpPr>
          <p:cNvPr id="9" name="Rectangle: Rounded Corners 8">
            <a:extLst>
              <a:ext uri="{FF2B5EF4-FFF2-40B4-BE49-F238E27FC236}">
                <a16:creationId xmlns:a16="http://schemas.microsoft.com/office/drawing/2014/main" id="{DB5D902A-0F6B-0284-36BD-0DAD3F3D5A76}"/>
              </a:ext>
            </a:extLst>
          </p:cNvPr>
          <p:cNvSpPr/>
          <p:nvPr/>
        </p:nvSpPr>
        <p:spPr>
          <a:xfrm>
            <a:off x="2824480" y="2841990"/>
            <a:ext cx="1668780" cy="1408745"/>
          </a:xfrm>
          <a:prstGeom prst="round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Picture 10">
            <a:extLst>
              <a:ext uri="{FF2B5EF4-FFF2-40B4-BE49-F238E27FC236}">
                <a16:creationId xmlns:a16="http://schemas.microsoft.com/office/drawing/2014/main" id="{AEF0C01F-31A6-4C9A-4387-2A90475695F6}"/>
              </a:ext>
            </a:extLst>
          </p:cNvPr>
          <p:cNvPicPr>
            <a:picLocks noChangeAspect="1"/>
          </p:cNvPicPr>
          <p:nvPr/>
        </p:nvPicPr>
        <p:blipFill>
          <a:blip r:embed="rId3"/>
          <a:srcRect l="17777" t="6371" r="18797"/>
          <a:stretch>
            <a:fillRect/>
          </a:stretch>
        </p:blipFill>
        <p:spPr>
          <a:xfrm>
            <a:off x="4856479" y="165100"/>
            <a:ext cx="7133039" cy="6581140"/>
          </a:xfrm>
          <a:prstGeom prst="rect">
            <a:avLst/>
          </a:prstGeom>
        </p:spPr>
      </p:pic>
      <p:sp>
        <p:nvSpPr>
          <p:cNvPr id="12" name="Oval 11">
            <a:extLst>
              <a:ext uri="{FF2B5EF4-FFF2-40B4-BE49-F238E27FC236}">
                <a16:creationId xmlns:a16="http://schemas.microsoft.com/office/drawing/2014/main" id="{5027A8E6-C93D-6203-9E28-8843E75CE313}"/>
              </a:ext>
            </a:extLst>
          </p:cNvPr>
          <p:cNvSpPr/>
          <p:nvPr/>
        </p:nvSpPr>
        <p:spPr>
          <a:xfrm>
            <a:off x="9001760" y="1871710"/>
            <a:ext cx="1046480" cy="363490"/>
          </a:xfrm>
          <a:prstGeom prst="ellipse">
            <a:avLst/>
          </a:prstGeom>
          <a:noFill/>
          <a:ln>
            <a:solidFill>
              <a:schemeClr val="accent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9518583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26E325-FCF0-9AB6-CDA9-8F6CA1F63A2B}"/>
            </a:ext>
          </a:extLst>
        </p:cNvPr>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78F5E22A-BFB9-8998-4032-8FA6C2DB3675}"/>
              </a:ext>
            </a:extLst>
          </p:cNvPr>
          <p:cNvGraphicFramePr>
            <a:graphicFrameLocks noGrp="1"/>
          </p:cNvGraphicFramePr>
          <p:nvPr/>
        </p:nvGraphicFramePr>
        <p:xfrm>
          <a:off x="1069639" y="1402079"/>
          <a:ext cx="3050241" cy="939262"/>
        </p:xfrm>
        <a:graphic>
          <a:graphicData uri="http://schemas.openxmlformats.org/drawingml/2006/table">
            <a:tbl>
              <a:tblPr>
                <a:tableStyleId>{5C22544A-7EE6-4342-B048-85BDC9FD1C3A}</a:tableStyleId>
              </a:tblPr>
              <a:tblGrid>
                <a:gridCol w="3050241">
                  <a:extLst>
                    <a:ext uri="{9D8B030D-6E8A-4147-A177-3AD203B41FA5}">
                      <a16:colId xmlns:a16="http://schemas.microsoft.com/office/drawing/2014/main" val="2860684736"/>
                    </a:ext>
                  </a:extLst>
                </a:gridCol>
              </a:tblGrid>
              <a:tr h="333960">
                <a:tc>
                  <a:txBody>
                    <a:bodyPr/>
                    <a:lstStyle/>
                    <a:p>
                      <a:pPr algn="ctr" fontAlgn="b">
                        <a:buNone/>
                      </a:pPr>
                      <a:r>
                        <a:rPr lang="en-US" sz="1200" b="1" u="none" strike="noStrike" dirty="0">
                          <a:effectLst/>
                        </a:rPr>
                        <a:t>None / first injectable selection</a:t>
                      </a:r>
                      <a:endParaRPr lang="en-US" sz="1200" b="1" i="1" u="none" strike="noStrike" dirty="0">
                        <a:solidFill>
                          <a:srgbClr val="1A2233"/>
                        </a:solidFill>
                        <a:effectLst/>
                        <a:latin typeface="Segoe UI" panose="020B0502040204020203" pitchFamily="34" charset="0"/>
                      </a:endParaRPr>
                    </a:p>
                  </a:txBody>
                  <a:tcPr marL="6350" marR="6350" marT="6350" marB="0" anchor="b"/>
                </a:tc>
                <a:extLst>
                  <a:ext uri="{0D108BD9-81ED-4DB2-BD59-A6C34878D82A}">
                    <a16:rowId xmlns:a16="http://schemas.microsoft.com/office/drawing/2014/main" val="3059188839"/>
                  </a:ext>
                </a:extLst>
              </a:tr>
              <a:tr h="302651">
                <a:tc>
                  <a:txBody>
                    <a:bodyPr/>
                    <a:lstStyle/>
                    <a:p>
                      <a:pPr algn="ctr" fontAlgn="ctr">
                        <a:buNone/>
                      </a:pPr>
                      <a:r>
                        <a:rPr lang="en-US" sz="1200" u="none" strike="noStrike" dirty="0">
                          <a:effectLst/>
                        </a:rPr>
                        <a:t>HbA1c ≥ 2%</a:t>
                      </a:r>
                      <a:endParaRPr lang="en-US" sz="1200" b="1" i="0" u="none" strike="noStrike" dirty="0">
                        <a:solidFill>
                          <a:srgbClr val="000000"/>
                        </a:solidFill>
                        <a:effectLst/>
                        <a:latin typeface="Verdana" panose="020B0604030504040204" pitchFamily="34" charset="0"/>
                      </a:endParaRPr>
                    </a:p>
                  </a:txBody>
                  <a:tcPr marL="6350" marR="6350" marT="6350" marB="0" anchor="ctr"/>
                </a:tc>
                <a:extLst>
                  <a:ext uri="{0D108BD9-81ED-4DB2-BD59-A6C34878D82A}">
                    <a16:rowId xmlns:a16="http://schemas.microsoft.com/office/drawing/2014/main" val="403911312"/>
                  </a:ext>
                </a:extLst>
              </a:tr>
              <a:tr h="302651">
                <a:tc>
                  <a:txBody>
                    <a:bodyPr/>
                    <a:lstStyle/>
                    <a:p>
                      <a:pPr algn="ctr" rtl="0" fontAlgn="ctr">
                        <a:buNone/>
                      </a:pPr>
                      <a:r>
                        <a:rPr lang="en-US" sz="1200" u="none" strike="noStrike" dirty="0">
                          <a:effectLst/>
                        </a:rPr>
                        <a:t>BMI &gt; 30</a:t>
                      </a:r>
                      <a:endParaRPr lang="en-US" sz="1200" b="1" i="0" u="none" strike="noStrike" dirty="0">
                        <a:solidFill>
                          <a:srgbClr val="000000"/>
                        </a:solidFill>
                        <a:effectLst/>
                        <a:latin typeface="Verdana" panose="020B0604030504040204" pitchFamily="34" charset="0"/>
                      </a:endParaRPr>
                    </a:p>
                  </a:txBody>
                  <a:tcPr marL="6350" marR="6350" marT="6350" marB="0" anchor="ctr"/>
                </a:tc>
                <a:extLst>
                  <a:ext uri="{0D108BD9-81ED-4DB2-BD59-A6C34878D82A}">
                    <a16:rowId xmlns:a16="http://schemas.microsoft.com/office/drawing/2014/main" val="4187702267"/>
                  </a:ext>
                </a:extLst>
              </a:tr>
            </a:tbl>
          </a:graphicData>
        </a:graphic>
      </p:graphicFrame>
      <p:pic>
        <p:nvPicPr>
          <p:cNvPr id="2" name="Picture 1">
            <a:extLst>
              <a:ext uri="{FF2B5EF4-FFF2-40B4-BE49-F238E27FC236}">
                <a16:creationId xmlns:a16="http://schemas.microsoft.com/office/drawing/2014/main" id="{D3794FD1-83A1-2863-FC28-92612161C559}"/>
              </a:ext>
            </a:extLst>
          </p:cNvPr>
          <p:cNvPicPr>
            <a:picLocks noChangeAspect="1"/>
          </p:cNvPicPr>
          <p:nvPr/>
        </p:nvPicPr>
        <p:blipFill>
          <a:blip r:embed="rId2"/>
          <a:srcRect l="22871" t="20889" r="6574" b="30223"/>
          <a:stretch>
            <a:fillRect/>
          </a:stretch>
        </p:blipFill>
        <p:spPr>
          <a:xfrm>
            <a:off x="578017" y="2987040"/>
            <a:ext cx="4033483" cy="2016236"/>
          </a:xfrm>
          <a:prstGeom prst="rect">
            <a:avLst/>
          </a:prstGeom>
        </p:spPr>
      </p:pic>
      <p:sp>
        <p:nvSpPr>
          <p:cNvPr id="9" name="Rectangle: Rounded Corners 8">
            <a:extLst>
              <a:ext uri="{FF2B5EF4-FFF2-40B4-BE49-F238E27FC236}">
                <a16:creationId xmlns:a16="http://schemas.microsoft.com/office/drawing/2014/main" id="{A328AFF2-8F88-4877-BF18-F39169750DF4}"/>
              </a:ext>
            </a:extLst>
          </p:cNvPr>
          <p:cNvSpPr/>
          <p:nvPr/>
        </p:nvSpPr>
        <p:spPr>
          <a:xfrm>
            <a:off x="2824480" y="2841990"/>
            <a:ext cx="1668780" cy="1408745"/>
          </a:xfrm>
          <a:prstGeom prst="round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003769CA-EA80-8A52-A8AC-C1BA72AD0921}"/>
              </a:ext>
            </a:extLst>
          </p:cNvPr>
          <p:cNvPicPr>
            <a:picLocks noChangeAspect="1"/>
          </p:cNvPicPr>
          <p:nvPr/>
        </p:nvPicPr>
        <p:blipFill>
          <a:blip r:embed="rId3"/>
          <a:srcRect l="18427" t="8889" r="18980" b="1333"/>
          <a:stretch>
            <a:fillRect/>
          </a:stretch>
        </p:blipFill>
        <p:spPr>
          <a:xfrm>
            <a:off x="4624200" y="91440"/>
            <a:ext cx="7446173" cy="6675120"/>
          </a:xfrm>
          <a:prstGeom prst="rect">
            <a:avLst/>
          </a:prstGeom>
        </p:spPr>
      </p:pic>
      <p:sp>
        <p:nvSpPr>
          <p:cNvPr id="5" name="Oval 4">
            <a:extLst>
              <a:ext uri="{FF2B5EF4-FFF2-40B4-BE49-F238E27FC236}">
                <a16:creationId xmlns:a16="http://schemas.microsoft.com/office/drawing/2014/main" id="{A319D6C5-7FE6-B5F6-DCED-C2A21343F33B}"/>
              </a:ext>
            </a:extLst>
          </p:cNvPr>
          <p:cNvSpPr/>
          <p:nvPr/>
        </p:nvSpPr>
        <p:spPr>
          <a:xfrm>
            <a:off x="10789920" y="436881"/>
            <a:ext cx="1046480" cy="426720"/>
          </a:xfrm>
          <a:prstGeom prst="ellipse">
            <a:avLst/>
          </a:prstGeom>
          <a:noFill/>
          <a:ln>
            <a:solidFill>
              <a:schemeClr val="accent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9">
            <a:extLst>
              <a:ext uri="{FF2B5EF4-FFF2-40B4-BE49-F238E27FC236}">
                <a16:creationId xmlns:a16="http://schemas.microsoft.com/office/drawing/2014/main" id="{1F1A0FA5-F891-CD31-37F5-A7087BAF909F}"/>
              </a:ext>
            </a:extLst>
          </p:cNvPr>
          <p:cNvSpPr txBox="1"/>
          <p:nvPr/>
        </p:nvSpPr>
        <p:spPr>
          <a:xfrm>
            <a:off x="668896" y="5696257"/>
            <a:ext cx="3174521" cy="369332"/>
          </a:xfrm>
          <a:prstGeom prst="rect">
            <a:avLst/>
          </a:prstGeom>
          <a:noFill/>
        </p:spPr>
        <p:txBody>
          <a:bodyPr wrap="square">
            <a:spAutoFit/>
          </a:bodyPr>
          <a:lstStyle/>
          <a:p>
            <a:pPr algn="ctr" fontAlgn="b">
              <a:buNone/>
            </a:pPr>
            <a:r>
              <a:rPr lang="en-US" sz="1800" b="1" u="none" strike="noStrike" dirty="0">
                <a:effectLst/>
              </a:rPr>
              <a:t>No access to GLP1-RA</a:t>
            </a:r>
            <a:endParaRPr lang="en-US" sz="1800" b="1" i="1" u="none" strike="noStrike" dirty="0">
              <a:solidFill>
                <a:srgbClr val="1A2233"/>
              </a:solidFill>
              <a:effectLst/>
              <a:latin typeface="Segoe UI" panose="020B0502040204020203" pitchFamily="34" charset="0"/>
            </a:endParaRPr>
          </a:p>
        </p:txBody>
      </p:sp>
      <p:sp>
        <p:nvSpPr>
          <p:cNvPr id="12" name="Arrow: Down 11">
            <a:extLst>
              <a:ext uri="{FF2B5EF4-FFF2-40B4-BE49-F238E27FC236}">
                <a16:creationId xmlns:a16="http://schemas.microsoft.com/office/drawing/2014/main" id="{F1D4E5D1-516F-0178-E85D-AEF44FA8D434}"/>
              </a:ext>
            </a:extLst>
          </p:cNvPr>
          <p:cNvSpPr/>
          <p:nvPr/>
        </p:nvSpPr>
        <p:spPr>
          <a:xfrm rot="14121686" flipH="1">
            <a:off x="4111565" y="4582160"/>
            <a:ext cx="308288" cy="1371848"/>
          </a:xfrm>
          <a:prstGeom prst="downArrow">
            <a:avLst>
              <a:gd name="adj1" fmla="val 0"/>
              <a:gd name="adj2" fmla="val 50000"/>
            </a:avLst>
          </a:prstGeom>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dirty="0"/>
          </a:p>
        </p:txBody>
      </p:sp>
      <p:sp>
        <p:nvSpPr>
          <p:cNvPr id="13" name="Oval 12">
            <a:extLst>
              <a:ext uri="{FF2B5EF4-FFF2-40B4-BE49-F238E27FC236}">
                <a16:creationId xmlns:a16="http://schemas.microsoft.com/office/drawing/2014/main" id="{CE49068A-9B63-5E7E-EC66-582855665AB7}"/>
              </a:ext>
            </a:extLst>
          </p:cNvPr>
          <p:cNvSpPr/>
          <p:nvPr/>
        </p:nvSpPr>
        <p:spPr>
          <a:xfrm>
            <a:off x="8879840" y="2341341"/>
            <a:ext cx="1046480" cy="426720"/>
          </a:xfrm>
          <a:prstGeom prst="ellipse">
            <a:avLst/>
          </a:prstGeom>
          <a:noFill/>
          <a:ln>
            <a:solidFill>
              <a:schemeClr val="accent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id="{0533DF9B-1BE2-39F3-3BC6-952EA70C20B9}"/>
              </a:ext>
            </a:extLst>
          </p:cNvPr>
          <p:cNvSpPr txBox="1"/>
          <p:nvPr/>
        </p:nvSpPr>
        <p:spPr>
          <a:xfrm>
            <a:off x="10049715" y="2557819"/>
            <a:ext cx="2526890" cy="882934"/>
          </a:xfrm>
          <a:prstGeom prst="rect">
            <a:avLst/>
          </a:prstGeom>
          <a:noFill/>
          <a:ln>
            <a:solidFill>
              <a:schemeClr val="tx1"/>
            </a:solidFill>
          </a:ln>
        </p:spPr>
        <p:txBody>
          <a:bodyPr wrap="square">
            <a:spAutoFit/>
          </a:bodyPr>
          <a:lstStyle/>
          <a:p>
            <a:pPr fontAlgn="t">
              <a:lnSpc>
                <a:spcPts val="1500"/>
              </a:lnSpc>
              <a:buNone/>
            </a:pPr>
            <a:r>
              <a:rPr lang="en-US" b="0" i="0" dirty="0">
                <a:effectLst/>
                <a:latin typeface="Segoe UI" panose="020B0502040204020203" pitchFamily="34" charset="0"/>
              </a:rPr>
              <a:t>In Iraq, FRC provides the most feasible access to GLP‑1 RA therapy.</a:t>
            </a:r>
          </a:p>
        </p:txBody>
      </p:sp>
    </p:spTree>
    <p:extLst>
      <p:ext uri="{BB962C8B-B14F-4D97-AF65-F5344CB8AC3E}">
        <p14:creationId xmlns:p14="http://schemas.microsoft.com/office/powerpoint/2010/main" val="37713715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5AD8747-E461-F18D-A1CF-63996E05633A}"/>
              </a:ext>
            </a:extLst>
          </p:cNvPr>
          <p:cNvPicPr>
            <a:picLocks noChangeAspect="1"/>
          </p:cNvPicPr>
          <p:nvPr/>
        </p:nvPicPr>
        <p:blipFill>
          <a:blip r:embed="rId2"/>
          <a:srcRect l="17685" t="2370" r="19074" b="2074"/>
          <a:stretch>
            <a:fillRect/>
          </a:stretch>
        </p:blipFill>
        <p:spPr>
          <a:xfrm>
            <a:off x="5120640" y="162560"/>
            <a:ext cx="6939280" cy="6553200"/>
          </a:xfrm>
          <a:prstGeom prst="rect">
            <a:avLst/>
          </a:prstGeom>
        </p:spPr>
      </p:pic>
      <p:sp>
        <p:nvSpPr>
          <p:cNvPr id="4" name="TextBox 3">
            <a:extLst>
              <a:ext uri="{FF2B5EF4-FFF2-40B4-BE49-F238E27FC236}">
                <a16:creationId xmlns:a16="http://schemas.microsoft.com/office/drawing/2014/main" id="{55C71F51-5D5C-4A3B-BEE5-D5B8C36595C3}"/>
              </a:ext>
            </a:extLst>
          </p:cNvPr>
          <p:cNvSpPr txBox="1"/>
          <p:nvPr/>
        </p:nvSpPr>
        <p:spPr>
          <a:xfrm>
            <a:off x="668896" y="5696257"/>
            <a:ext cx="3174521" cy="378245"/>
          </a:xfrm>
          <a:prstGeom prst="rect">
            <a:avLst/>
          </a:prstGeom>
          <a:noFill/>
        </p:spPr>
        <p:txBody>
          <a:bodyPr wrap="square">
            <a:spAutoFit/>
          </a:bodyPr>
          <a:lstStyle/>
          <a:p>
            <a:pPr algn="ctr" fontAlgn="b">
              <a:buNone/>
            </a:pPr>
            <a:r>
              <a:rPr lang="en-US" sz="1800" b="1" u="none" strike="noStrike" dirty="0">
                <a:effectLst/>
              </a:rPr>
              <a:t>Irregular meal pattern</a:t>
            </a:r>
            <a:endParaRPr lang="en-US" sz="1800" b="1" i="1" u="none" strike="noStrike" dirty="0">
              <a:solidFill>
                <a:srgbClr val="1A2233"/>
              </a:solidFill>
              <a:effectLst/>
              <a:latin typeface="Segoe UI" panose="020B0502040204020203" pitchFamily="34" charset="0"/>
            </a:endParaRPr>
          </a:p>
        </p:txBody>
      </p:sp>
      <p:graphicFrame>
        <p:nvGraphicFramePr>
          <p:cNvPr id="6" name="Table 5">
            <a:extLst>
              <a:ext uri="{FF2B5EF4-FFF2-40B4-BE49-F238E27FC236}">
                <a16:creationId xmlns:a16="http://schemas.microsoft.com/office/drawing/2014/main" id="{E5C93793-99BC-30C9-7EF8-ED8239A457AC}"/>
              </a:ext>
            </a:extLst>
          </p:cNvPr>
          <p:cNvGraphicFramePr>
            <a:graphicFrameLocks noGrp="1"/>
          </p:cNvGraphicFramePr>
          <p:nvPr/>
        </p:nvGraphicFramePr>
        <p:xfrm>
          <a:off x="1069639" y="1402079"/>
          <a:ext cx="3050241" cy="939262"/>
        </p:xfrm>
        <a:graphic>
          <a:graphicData uri="http://schemas.openxmlformats.org/drawingml/2006/table">
            <a:tbl>
              <a:tblPr>
                <a:tableStyleId>{5C22544A-7EE6-4342-B048-85BDC9FD1C3A}</a:tableStyleId>
              </a:tblPr>
              <a:tblGrid>
                <a:gridCol w="3050241">
                  <a:extLst>
                    <a:ext uri="{9D8B030D-6E8A-4147-A177-3AD203B41FA5}">
                      <a16:colId xmlns:a16="http://schemas.microsoft.com/office/drawing/2014/main" val="2860684736"/>
                    </a:ext>
                  </a:extLst>
                </a:gridCol>
              </a:tblGrid>
              <a:tr h="333960">
                <a:tc>
                  <a:txBody>
                    <a:bodyPr/>
                    <a:lstStyle/>
                    <a:p>
                      <a:pPr algn="ctr" fontAlgn="b">
                        <a:buNone/>
                      </a:pPr>
                      <a:r>
                        <a:rPr lang="en-US" sz="1200" b="1" u="none" strike="noStrike" dirty="0">
                          <a:effectLst/>
                        </a:rPr>
                        <a:t>None / first injectable selection</a:t>
                      </a:r>
                      <a:endParaRPr lang="en-US" sz="1200" b="1" i="1" u="none" strike="noStrike" dirty="0">
                        <a:solidFill>
                          <a:srgbClr val="1A2233"/>
                        </a:solidFill>
                        <a:effectLst/>
                        <a:latin typeface="Segoe UI" panose="020B0502040204020203" pitchFamily="34" charset="0"/>
                      </a:endParaRPr>
                    </a:p>
                  </a:txBody>
                  <a:tcPr marL="6350" marR="6350" marT="6350" marB="0" anchor="b"/>
                </a:tc>
                <a:extLst>
                  <a:ext uri="{0D108BD9-81ED-4DB2-BD59-A6C34878D82A}">
                    <a16:rowId xmlns:a16="http://schemas.microsoft.com/office/drawing/2014/main" val="3059188839"/>
                  </a:ext>
                </a:extLst>
              </a:tr>
              <a:tr h="302651">
                <a:tc>
                  <a:txBody>
                    <a:bodyPr/>
                    <a:lstStyle/>
                    <a:p>
                      <a:pPr algn="ctr" fontAlgn="ctr">
                        <a:buNone/>
                      </a:pPr>
                      <a:r>
                        <a:rPr lang="en-US" sz="1200" u="none" strike="noStrike" dirty="0">
                          <a:effectLst/>
                        </a:rPr>
                        <a:t>HbA1c ≥ 2%</a:t>
                      </a:r>
                      <a:endParaRPr lang="en-US" sz="1200" b="1" i="0" u="none" strike="noStrike" dirty="0">
                        <a:solidFill>
                          <a:srgbClr val="000000"/>
                        </a:solidFill>
                        <a:effectLst/>
                        <a:latin typeface="Verdana" panose="020B0604030504040204" pitchFamily="34" charset="0"/>
                      </a:endParaRPr>
                    </a:p>
                  </a:txBody>
                  <a:tcPr marL="6350" marR="6350" marT="6350" marB="0" anchor="ctr"/>
                </a:tc>
                <a:extLst>
                  <a:ext uri="{0D108BD9-81ED-4DB2-BD59-A6C34878D82A}">
                    <a16:rowId xmlns:a16="http://schemas.microsoft.com/office/drawing/2014/main" val="403911312"/>
                  </a:ext>
                </a:extLst>
              </a:tr>
              <a:tr h="302651">
                <a:tc>
                  <a:txBody>
                    <a:bodyPr/>
                    <a:lstStyle/>
                    <a:p>
                      <a:pPr algn="ctr" rtl="0" fontAlgn="ctr">
                        <a:buNone/>
                      </a:pPr>
                      <a:r>
                        <a:rPr lang="en-US" sz="1200" u="none" strike="noStrike" dirty="0">
                          <a:effectLst/>
                        </a:rPr>
                        <a:t>BMI &gt; 30</a:t>
                      </a:r>
                      <a:endParaRPr lang="en-US" sz="1200" b="1" i="0" u="none" strike="noStrike" dirty="0">
                        <a:solidFill>
                          <a:srgbClr val="000000"/>
                        </a:solidFill>
                        <a:effectLst/>
                        <a:latin typeface="Verdana" panose="020B0604030504040204" pitchFamily="34" charset="0"/>
                      </a:endParaRPr>
                    </a:p>
                  </a:txBody>
                  <a:tcPr marL="6350" marR="6350" marT="6350" marB="0" anchor="ctr"/>
                </a:tc>
                <a:extLst>
                  <a:ext uri="{0D108BD9-81ED-4DB2-BD59-A6C34878D82A}">
                    <a16:rowId xmlns:a16="http://schemas.microsoft.com/office/drawing/2014/main" val="4187702267"/>
                  </a:ext>
                </a:extLst>
              </a:tr>
            </a:tbl>
          </a:graphicData>
        </a:graphic>
      </p:graphicFrame>
      <p:pic>
        <p:nvPicPr>
          <p:cNvPr id="7" name="Picture 6">
            <a:extLst>
              <a:ext uri="{FF2B5EF4-FFF2-40B4-BE49-F238E27FC236}">
                <a16:creationId xmlns:a16="http://schemas.microsoft.com/office/drawing/2014/main" id="{1F4BA745-185A-6E56-898E-3EBAA3C200A1}"/>
              </a:ext>
            </a:extLst>
          </p:cNvPr>
          <p:cNvPicPr>
            <a:picLocks noChangeAspect="1"/>
          </p:cNvPicPr>
          <p:nvPr/>
        </p:nvPicPr>
        <p:blipFill>
          <a:blip r:embed="rId3"/>
          <a:srcRect l="22871" t="20889" r="6574" b="30223"/>
          <a:stretch>
            <a:fillRect/>
          </a:stretch>
        </p:blipFill>
        <p:spPr>
          <a:xfrm>
            <a:off x="578017" y="2987040"/>
            <a:ext cx="4033483" cy="2016236"/>
          </a:xfrm>
          <a:prstGeom prst="rect">
            <a:avLst/>
          </a:prstGeom>
        </p:spPr>
      </p:pic>
      <p:sp>
        <p:nvSpPr>
          <p:cNvPr id="8" name="Rectangle: Rounded Corners 7">
            <a:extLst>
              <a:ext uri="{FF2B5EF4-FFF2-40B4-BE49-F238E27FC236}">
                <a16:creationId xmlns:a16="http://schemas.microsoft.com/office/drawing/2014/main" id="{7E0A5D91-0813-EAFA-66EB-2ECDFA45B674}"/>
              </a:ext>
            </a:extLst>
          </p:cNvPr>
          <p:cNvSpPr/>
          <p:nvPr/>
        </p:nvSpPr>
        <p:spPr>
          <a:xfrm>
            <a:off x="2824480" y="2841990"/>
            <a:ext cx="1668780" cy="1408745"/>
          </a:xfrm>
          <a:prstGeom prst="round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Arrow: Down 8">
            <a:extLst>
              <a:ext uri="{FF2B5EF4-FFF2-40B4-BE49-F238E27FC236}">
                <a16:creationId xmlns:a16="http://schemas.microsoft.com/office/drawing/2014/main" id="{D9D96014-7A35-FDB5-C4C4-31E6108F5E8C}"/>
              </a:ext>
            </a:extLst>
          </p:cNvPr>
          <p:cNvSpPr/>
          <p:nvPr/>
        </p:nvSpPr>
        <p:spPr>
          <a:xfrm rot="13390150" flipH="1">
            <a:off x="4377494" y="3566977"/>
            <a:ext cx="194922" cy="2604147"/>
          </a:xfrm>
          <a:prstGeom prst="downArrow">
            <a:avLst>
              <a:gd name="adj1" fmla="val 0"/>
              <a:gd name="adj2" fmla="val 50000"/>
            </a:avLst>
          </a:prstGeom>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430EB0DE-477B-4C79-236E-5C6075F9EA84}"/>
              </a:ext>
            </a:extLst>
          </p:cNvPr>
          <p:cNvSpPr/>
          <p:nvPr/>
        </p:nvSpPr>
        <p:spPr>
          <a:xfrm>
            <a:off x="9123680" y="1914621"/>
            <a:ext cx="1046480" cy="426720"/>
          </a:xfrm>
          <a:prstGeom prst="ellipse">
            <a:avLst/>
          </a:prstGeom>
          <a:noFill/>
          <a:ln>
            <a:solidFill>
              <a:schemeClr val="accent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819846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F76EB2-2F6A-C3C9-9D75-BB50517EE598}"/>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26D51519-0A77-E37C-B147-2934761606A5}"/>
              </a:ext>
            </a:extLst>
          </p:cNvPr>
          <p:cNvGraphicFramePr>
            <a:graphicFrameLocks noGrp="1"/>
          </p:cNvGraphicFramePr>
          <p:nvPr>
            <p:extLst>
              <p:ext uri="{D42A27DB-BD31-4B8C-83A1-F6EECF244321}">
                <p14:modId xmlns:p14="http://schemas.microsoft.com/office/powerpoint/2010/main" val="1533976905"/>
              </p:ext>
            </p:extLst>
          </p:nvPr>
        </p:nvGraphicFramePr>
        <p:xfrm>
          <a:off x="3191035" y="2133898"/>
          <a:ext cx="5809927" cy="647221"/>
        </p:xfrm>
        <a:graphic>
          <a:graphicData uri="http://schemas.openxmlformats.org/drawingml/2006/table">
            <a:tbl>
              <a:tblPr>
                <a:tableStyleId>{5C22544A-7EE6-4342-B048-85BDC9FD1C3A}</a:tableStyleId>
              </a:tblPr>
              <a:tblGrid>
                <a:gridCol w="5809927">
                  <a:extLst>
                    <a:ext uri="{9D8B030D-6E8A-4147-A177-3AD203B41FA5}">
                      <a16:colId xmlns:a16="http://schemas.microsoft.com/office/drawing/2014/main" val="2860684736"/>
                    </a:ext>
                  </a:extLst>
                </a:gridCol>
              </a:tblGrid>
              <a:tr h="647221">
                <a:tc>
                  <a:txBody>
                    <a:bodyPr/>
                    <a:lstStyle/>
                    <a:p>
                      <a:pPr algn="ctr" fontAlgn="b">
                        <a:buNone/>
                      </a:pPr>
                      <a:r>
                        <a:rPr lang="en-US" sz="2000" b="1" u="none" strike="noStrike" dirty="0">
                          <a:effectLst/>
                        </a:rPr>
                        <a:t>After BI Failure</a:t>
                      </a:r>
                    </a:p>
                  </a:txBody>
                  <a:tcPr marL="6350" marR="6350" marT="6350" marB="0" anchor="b"/>
                </a:tc>
                <a:extLst>
                  <a:ext uri="{0D108BD9-81ED-4DB2-BD59-A6C34878D82A}">
                    <a16:rowId xmlns:a16="http://schemas.microsoft.com/office/drawing/2014/main" val="3059188839"/>
                  </a:ext>
                </a:extLst>
              </a:tr>
            </a:tbl>
          </a:graphicData>
        </a:graphic>
      </p:graphicFrame>
      <p:sp>
        <p:nvSpPr>
          <p:cNvPr id="5" name="Rectangle: Rounded Corners 4">
            <a:extLst>
              <a:ext uri="{FF2B5EF4-FFF2-40B4-BE49-F238E27FC236}">
                <a16:creationId xmlns:a16="http://schemas.microsoft.com/office/drawing/2014/main" id="{E1B0412D-0DBC-A7AE-5676-3B04B737E746}"/>
              </a:ext>
            </a:extLst>
          </p:cNvPr>
          <p:cNvSpPr/>
          <p:nvPr/>
        </p:nvSpPr>
        <p:spPr>
          <a:xfrm>
            <a:off x="7006709" y="5599494"/>
            <a:ext cx="513875" cy="1228026"/>
          </a:xfrm>
          <a:prstGeom prst="roundRect">
            <a:avLst/>
          </a:prstGeom>
          <a:solidFill>
            <a:schemeClr val="bg1"/>
          </a:solidFill>
          <a:ln w="317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Verdana"/>
              <a:ea typeface="+mn-ea"/>
              <a:cs typeface="+mn-cs"/>
            </a:endParaRPr>
          </a:p>
        </p:txBody>
      </p:sp>
      <p:sp>
        <p:nvSpPr>
          <p:cNvPr id="7" name="TextBox 6">
            <a:extLst>
              <a:ext uri="{FF2B5EF4-FFF2-40B4-BE49-F238E27FC236}">
                <a16:creationId xmlns:a16="http://schemas.microsoft.com/office/drawing/2014/main" id="{1C18D15A-16E4-FDBF-6097-D6659E762015}"/>
              </a:ext>
            </a:extLst>
          </p:cNvPr>
          <p:cNvSpPr txBox="1"/>
          <p:nvPr/>
        </p:nvSpPr>
        <p:spPr>
          <a:xfrm>
            <a:off x="3047999" y="268757"/>
            <a:ext cx="6096000"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Verdana"/>
                <a:ea typeface="+mn-ea"/>
                <a:cs typeface="+mn-cs"/>
                <a:hlinkClick r:id="rId2"/>
              </a:rPr>
              <a:t>T2D Injectable Therapy CDS</a:t>
            </a:r>
            <a:endParaRPr kumimoji="0" lang="en-US" sz="1800" b="0" i="0" u="none" strike="noStrike" kern="1200" cap="none" spc="0" normalizeH="0" baseline="0" noProof="0" dirty="0">
              <a:ln>
                <a:noFill/>
              </a:ln>
              <a:solidFill>
                <a:prstClr val="black"/>
              </a:solidFill>
              <a:effectLst/>
              <a:uLnTx/>
              <a:uFillTx/>
              <a:latin typeface="Verdana"/>
              <a:ea typeface="+mn-ea"/>
              <a:cs typeface="+mn-cs"/>
            </a:endParaRPr>
          </a:p>
        </p:txBody>
      </p:sp>
    </p:spTree>
    <p:extLst>
      <p:ext uri="{BB962C8B-B14F-4D97-AF65-F5344CB8AC3E}">
        <p14:creationId xmlns:p14="http://schemas.microsoft.com/office/powerpoint/2010/main" val="4585005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8BE96EA-868F-F28E-2FAE-00D4B1BAFF6D}"/>
              </a:ext>
            </a:extLst>
          </p:cNvPr>
          <p:cNvPicPr>
            <a:picLocks noChangeAspect="1"/>
          </p:cNvPicPr>
          <p:nvPr/>
        </p:nvPicPr>
        <p:blipFill>
          <a:blip r:embed="rId2"/>
          <a:srcRect l="15860" r="17472"/>
          <a:stretch>
            <a:fillRect/>
          </a:stretch>
        </p:blipFill>
        <p:spPr>
          <a:xfrm>
            <a:off x="4463846" y="0"/>
            <a:ext cx="7315200" cy="6858000"/>
          </a:xfrm>
          <a:prstGeom prst="rect">
            <a:avLst/>
          </a:prstGeom>
        </p:spPr>
      </p:pic>
      <p:graphicFrame>
        <p:nvGraphicFramePr>
          <p:cNvPr id="5" name="Table 4">
            <a:extLst>
              <a:ext uri="{FF2B5EF4-FFF2-40B4-BE49-F238E27FC236}">
                <a16:creationId xmlns:a16="http://schemas.microsoft.com/office/drawing/2014/main" id="{DA1F9A97-A127-9EEC-3B93-FEC46C2A863A}"/>
              </a:ext>
            </a:extLst>
          </p:cNvPr>
          <p:cNvGraphicFramePr>
            <a:graphicFrameLocks noGrp="1"/>
          </p:cNvGraphicFramePr>
          <p:nvPr>
            <p:extLst>
              <p:ext uri="{D42A27DB-BD31-4B8C-83A1-F6EECF244321}">
                <p14:modId xmlns:p14="http://schemas.microsoft.com/office/powerpoint/2010/main" val="1047969446"/>
              </p:ext>
            </p:extLst>
          </p:nvPr>
        </p:nvGraphicFramePr>
        <p:xfrm>
          <a:off x="745175" y="2041176"/>
          <a:ext cx="3050241" cy="939262"/>
        </p:xfrm>
        <a:graphic>
          <a:graphicData uri="http://schemas.openxmlformats.org/drawingml/2006/table">
            <a:tbl>
              <a:tblPr>
                <a:tableStyleId>{5C22544A-7EE6-4342-B048-85BDC9FD1C3A}</a:tableStyleId>
              </a:tblPr>
              <a:tblGrid>
                <a:gridCol w="3050241">
                  <a:extLst>
                    <a:ext uri="{9D8B030D-6E8A-4147-A177-3AD203B41FA5}">
                      <a16:colId xmlns:a16="http://schemas.microsoft.com/office/drawing/2014/main" val="2860684736"/>
                    </a:ext>
                  </a:extLst>
                </a:gridCol>
              </a:tblGrid>
              <a:tr h="333960">
                <a:tc>
                  <a:txBody>
                    <a:bodyPr/>
                    <a:lstStyle/>
                    <a:p>
                      <a:pPr algn="ctr" fontAlgn="b">
                        <a:buNone/>
                      </a:pPr>
                      <a:r>
                        <a:rPr lang="en-US" sz="1400" b="1" u="none" strike="noStrike" dirty="0">
                          <a:effectLst/>
                        </a:rPr>
                        <a:t>After BI failure</a:t>
                      </a:r>
                    </a:p>
                  </a:txBody>
                  <a:tcPr marL="6350" marR="6350" marT="6350" marB="0" anchor="b"/>
                </a:tc>
                <a:extLst>
                  <a:ext uri="{0D108BD9-81ED-4DB2-BD59-A6C34878D82A}">
                    <a16:rowId xmlns:a16="http://schemas.microsoft.com/office/drawing/2014/main" val="3059188839"/>
                  </a:ext>
                </a:extLst>
              </a:tr>
              <a:tr h="302651">
                <a:tc>
                  <a:txBody>
                    <a:bodyPr/>
                    <a:lstStyle/>
                    <a:p>
                      <a:pPr algn="ctr" fontAlgn="ctr">
                        <a:buNone/>
                      </a:pPr>
                      <a:r>
                        <a:rPr lang="en-US" sz="1200" u="none" strike="noStrike" dirty="0">
                          <a:effectLst/>
                        </a:rPr>
                        <a:t>HbA1c &lt; 2%</a:t>
                      </a:r>
                      <a:endParaRPr lang="en-US" sz="1200" b="1" i="0" u="none" strike="noStrike" dirty="0">
                        <a:solidFill>
                          <a:srgbClr val="000000"/>
                        </a:solidFill>
                        <a:effectLst/>
                        <a:latin typeface="Verdana" panose="020B0604030504040204" pitchFamily="34" charset="0"/>
                      </a:endParaRPr>
                    </a:p>
                  </a:txBody>
                  <a:tcPr marL="6350" marR="6350" marT="6350" marB="0" anchor="ctr"/>
                </a:tc>
                <a:extLst>
                  <a:ext uri="{0D108BD9-81ED-4DB2-BD59-A6C34878D82A}">
                    <a16:rowId xmlns:a16="http://schemas.microsoft.com/office/drawing/2014/main" val="403911312"/>
                  </a:ext>
                </a:extLst>
              </a:tr>
              <a:tr h="302651">
                <a:tc>
                  <a:txBody>
                    <a:bodyPr/>
                    <a:lstStyle/>
                    <a:p>
                      <a:pPr algn="ctr" rtl="0" fontAlgn="ctr">
                        <a:buNone/>
                      </a:pPr>
                      <a:r>
                        <a:rPr lang="en-US" sz="1200" u="none" strike="noStrike" dirty="0">
                          <a:effectLst/>
                        </a:rPr>
                        <a:t>BMI ≤ 30</a:t>
                      </a:r>
                      <a:endParaRPr lang="en-US" sz="1200" b="1" i="0" u="none" strike="noStrike" dirty="0">
                        <a:solidFill>
                          <a:srgbClr val="000000"/>
                        </a:solidFill>
                        <a:effectLst/>
                        <a:latin typeface="Verdana" panose="020B0604030504040204" pitchFamily="34" charset="0"/>
                      </a:endParaRPr>
                    </a:p>
                  </a:txBody>
                  <a:tcPr marL="6350" marR="6350" marT="6350" marB="0" anchor="ctr"/>
                </a:tc>
                <a:extLst>
                  <a:ext uri="{0D108BD9-81ED-4DB2-BD59-A6C34878D82A}">
                    <a16:rowId xmlns:a16="http://schemas.microsoft.com/office/drawing/2014/main" val="4187702267"/>
                  </a:ext>
                </a:extLst>
              </a:tr>
            </a:tbl>
          </a:graphicData>
        </a:graphic>
      </p:graphicFrame>
      <p:pic>
        <p:nvPicPr>
          <p:cNvPr id="6" name="Picture 5">
            <a:extLst>
              <a:ext uri="{FF2B5EF4-FFF2-40B4-BE49-F238E27FC236}">
                <a16:creationId xmlns:a16="http://schemas.microsoft.com/office/drawing/2014/main" id="{ED55A98D-25F8-3591-C94F-091DF4C58FE5}"/>
              </a:ext>
            </a:extLst>
          </p:cNvPr>
          <p:cNvPicPr>
            <a:picLocks noChangeAspect="1"/>
          </p:cNvPicPr>
          <p:nvPr/>
        </p:nvPicPr>
        <p:blipFill>
          <a:blip r:embed="rId3"/>
          <a:srcRect l="4272" t="21902" r="58070" b="38113"/>
          <a:stretch>
            <a:fillRect/>
          </a:stretch>
        </p:blipFill>
        <p:spPr>
          <a:xfrm>
            <a:off x="745175" y="3720414"/>
            <a:ext cx="3174521" cy="2106730"/>
          </a:xfrm>
          <a:prstGeom prst="rect">
            <a:avLst/>
          </a:prstGeom>
        </p:spPr>
      </p:pic>
      <p:sp>
        <p:nvSpPr>
          <p:cNvPr id="7" name="Rectangle: Rounded Corners 6">
            <a:extLst>
              <a:ext uri="{FF2B5EF4-FFF2-40B4-BE49-F238E27FC236}">
                <a16:creationId xmlns:a16="http://schemas.microsoft.com/office/drawing/2014/main" id="{EF27F9CB-ADCF-363C-7C1C-98E197485C3F}"/>
              </a:ext>
            </a:extLst>
          </p:cNvPr>
          <p:cNvSpPr/>
          <p:nvPr/>
        </p:nvSpPr>
        <p:spPr>
          <a:xfrm>
            <a:off x="547111" y="3429000"/>
            <a:ext cx="1781814" cy="2681798"/>
          </a:xfrm>
          <a:prstGeom prst="round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Rounded Corners 7">
            <a:extLst>
              <a:ext uri="{FF2B5EF4-FFF2-40B4-BE49-F238E27FC236}">
                <a16:creationId xmlns:a16="http://schemas.microsoft.com/office/drawing/2014/main" id="{CD85F925-7CCA-8DC1-A57A-AD03CE54E9E4}"/>
              </a:ext>
            </a:extLst>
          </p:cNvPr>
          <p:cNvSpPr/>
          <p:nvPr/>
        </p:nvSpPr>
        <p:spPr>
          <a:xfrm>
            <a:off x="2720753" y="5301415"/>
            <a:ext cx="563222" cy="1246041"/>
          </a:xfrm>
          <a:prstGeom prst="roundRect">
            <a:avLst/>
          </a:prstGeom>
          <a:solidFill>
            <a:schemeClr val="bg1"/>
          </a:solidFill>
          <a:ln w="317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Oval 8">
            <a:extLst>
              <a:ext uri="{FF2B5EF4-FFF2-40B4-BE49-F238E27FC236}">
                <a16:creationId xmlns:a16="http://schemas.microsoft.com/office/drawing/2014/main" id="{5625479C-5EDF-F496-45B1-EC014B61F81E}"/>
              </a:ext>
            </a:extLst>
          </p:cNvPr>
          <p:cNvSpPr/>
          <p:nvPr/>
        </p:nvSpPr>
        <p:spPr>
          <a:xfrm>
            <a:off x="10609007" y="983226"/>
            <a:ext cx="1582993" cy="281201"/>
          </a:xfrm>
          <a:prstGeom prst="ellipse">
            <a:avLst/>
          </a:prstGeom>
          <a:noFill/>
          <a:ln>
            <a:solidFill>
              <a:schemeClr val="accent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Despite maximum titration</a:t>
            </a:r>
          </a:p>
        </p:txBody>
      </p:sp>
    </p:spTree>
    <p:extLst>
      <p:ext uri="{BB962C8B-B14F-4D97-AF65-F5344CB8AC3E}">
        <p14:creationId xmlns:p14="http://schemas.microsoft.com/office/powerpoint/2010/main" val="38431053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E47FE2B-1C3A-07A0-8EB3-AB5AC455037B}"/>
              </a:ext>
            </a:extLst>
          </p:cNvPr>
          <p:cNvPicPr>
            <a:picLocks noChangeAspect="1"/>
          </p:cNvPicPr>
          <p:nvPr/>
        </p:nvPicPr>
        <p:blipFill>
          <a:blip r:embed="rId2"/>
          <a:srcRect l="15950" r="17294"/>
          <a:stretch>
            <a:fillRect/>
          </a:stretch>
        </p:blipFill>
        <p:spPr>
          <a:xfrm>
            <a:off x="4621161" y="0"/>
            <a:ext cx="7325032" cy="6858000"/>
          </a:xfrm>
          <a:prstGeom prst="rect">
            <a:avLst/>
          </a:prstGeom>
        </p:spPr>
      </p:pic>
      <p:sp>
        <p:nvSpPr>
          <p:cNvPr id="5" name="TextBox 4">
            <a:extLst>
              <a:ext uri="{FF2B5EF4-FFF2-40B4-BE49-F238E27FC236}">
                <a16:creationId xmlns:a16="http://schemas.microsoft.com/office/drawing/2014/main" id="{F7BEFA53-01E8-839C-23A0-01F527D21469}"/>
              </a:ext>
            </a:extLst>
          </p:cNvPr>
          <p:cNvSpPr txBox="1"/>
          <p:nvPr/>
        </p:nvSpPr>
        <p:spPr>
          <a:xfrm>
            <a:off x="718056" y="5548774"/>
            <a:ext cx="3174521" cy="369332"/>
          </a:xfrm>
          <a:prstGeom prst="rect">
            <a:avLst/>
          </a:prstGeom>
          <a:noFill/>
        </p:spPr>
        <p:txBody>
          <a:bodyPr wrap="square">
            <a:spAutoFit/>
          </a:bodyPr>
          <a:lstStyle/>
          <a:p>
            <a:pPr algn="ctr" fontAlgn="b">
              <a:buNone/>
            </a:pPr>
            <a:r>
              <a:rPr lang="en-US" sz="1800" b="1" u="none" strike="noStrike" dirty="0">
                <a:effectLst/>
              </a:rPr>
              <a:t>No access to GLP1-RA</a:t>
            </a:r>
            <a:endParaRPr lang="en-US" sz="1800" b="1" i="1" u="none" strike="noStrike" dirty="0">
              <a:solidFill>
                <a:srgbClr val="1A2233"/>
              </a:solidFill>
              <a:effectLst/>
              <a:latin typeface="Segoe UI" panose="020B0502040204020203" pitchFamily="34" charset="0"/>
            </a:endParaRPr>
          </a:p>
        </p:txBody>
      </p:sp>
      <p:sp>
        <p:nvSpPr>
          <p:cNvPr id="6" name="Arrow: Down 5">
            <a:extLst>
              <a:ext uri="{FF2B5EF4-FFF2-40B4-BE49-F238E27FC236}">
                <a16:creationId xmlns:a16="http://schemas.microsoft.com/office/drawing/2014/main" id="{5EB99915-332A-D138-FA95-76300A0B6525}"/>
              </a:ext>
            </a:extLst>
          </p:cNvPr>
          <p:cNvSpPr/>
          <p:nvPr/>
        </p:nvSpPr>
        <p:spPr>
          <a:xfrm rot="14121686" flipH="1">
            <a:off x="4160725" y="4434677"/>
            <a:ext cx="308288" cy="1371848"/>
          </a:xfrm>
          <a:prstGeom prst="downArrow">
            <a:avLst>
              <a:gd name="adj1" fmla="val 0"/>
              <a:gd name="adj2" fmla="val 50000"/>
            </a:avLst>
          </a:prstGeom>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dirty="0"/>
          </a:p>
        </p:txBody>
      </p:sp>
      <p:graphicFrame>
        <p:nvGraphicFramePr>
          <p:cNvPr id="7" name="Table 6">
            <a:extLst>
              <a:ext uri="{FF2B5EF4-FFF2-40B4-BE49-F238E27FC236}">
                <a16:creationId xmlns:a16="http://schemas.microsoft.com/office/drawing/2014/main" id="{74CBC82B-C03C-E149-787A-BC21DFAF29BD}"/>
              </a:ext>
            </a:extLst>
          </p:cNvPr>
          <p:cNvGraphicFramePr>
            <a:graphicFrameLocks noGrp="1"/>
          </p:cNvGraphicFramePr>
          <p:nvPr>
            <p:extLst>
              <p:ext uri="{D42A27DB-BD31-4B8C-83A1-F6EECF244321}">
                <p14:modId xmlns:p14="http://schemas.microsoft.com/office/powerpoint/2010/main" val="2464042394"/>
              </p:ext>
            </p:extLst>
          </p:nvPr>
        </p:nvGraphicFramePr>
        <p:xfrm>
          <a:off x="842336" y="1697047"/>
          <a:ext cx="3050241" cy="939262"/>
        </p:xfrm>
        <a:graphic>
          <a:graphicData uri="http://schemas.openxmlformats.org/drawingml/2006/table">
            <a:tbl>
              <a:tblPr>
                <a:tableStyleId>{5C22544A-7EE6-4342-B048-85BDC9FD1C3A}</a:tableStyleId>
              </a:tblPr>
              <a:tblGrid>
                <a:gridCol w="3050241">
                  <a:extLst>
                    <a:ext uri="{9D8B030D-6E8A-4147-A177-3AD203B41FA5}">
                      <a16:colId xmlns:a16="http://schemas.microsoft.com/office/drawing/2014/main" val="2860684736"/>
                    </a:ext>
                  </a:extLst>
                </a:gridCol>
              </a:tblGrid>
              <a:tr h="333960">
                <a:tc>
                  <a:txBody>
                    <a:bodyPr/>
                    <a:lstStyle/>
                    <a:p>
                      <a:pPr algn="ctr" fontAlgn="b">
                        <a:buNone/>
                      </a:pPr>
                      <a:r>
                        <a:rPr lang="en-US" sz="1400" b="1" u="none" strike="noStrike" dirty="0">
                          <a:effectLst/>
                        </a:rPr>
                        <a:t>After BI failure</a:t>
                      </a:r>
                    </a:p>
                  </a:txBody>
                  <a:tcPr marL="6350" marR="6350" marT="6350" marB="0" anchor="b"/>
                </a:tc>
                <a:extLst>
                  <a:ext uri="{0D108BD9-81ED-4DB2-BD59-A6C34878D82A}">
                    <a16:rowId xmlns:a16="http://schemas.microsoft.com/office/drawing/2014/main" val="3059188839"/>
                  </a:ext>
                </a:extLst>
              </a:tr>
              <a:tr h="302651">
                <a:tc>
                  <a:txBody>
                    <a:bodyPr/>
                    <a:lstStyle/>
                    <a:p>
                      <a:pPr algn="ctr" fontAlgn="ctr">
                        <a:buNone/>
                      </a:pPr>
                      <a:r>
                        <a:rPr lang="en-US" sz="1200" u="none" strike="noStrike" dirty="0">
                          <a:effectLst/>
                        </a:rPr>
                        <a:t>HbA1c &lt; 2%</a:t>
                      </a:r>
                      <a:endParaRPr lang="en-US" sz="1200" b="1" i="0" u="none" strike="noStrike" dirty="0">
                        <a:solidFill>
                          <a:srgbClr val="000000"/>
                        </a:solidFill>
                        <a:effectLst/>
                        <a:latin typeface="Verdana" panose="020B0604030504040204" pitchFamily="34" charset="0"/>
                      </a:endParaRPr>
                    </a:p>
                  </a:txBody>
                  <a:tcPr marL="6350" marR="6350" marT="6350" marB="0" anchor="ctr"/>
                </a:tc>
                <a:extLst>
                  <a:ext uri="{0D108BD9-81ED-4DB2-BD59-A6C34878D82A}">
                    <a16:rowId xmlns:a16="http://schemas.microsoft.com/office/drawing/2014/main" val="403911312"/>
                  </a:ext>
                </a:extLst>
              </a:tr>
              <a:tr h="302651">
                <a:tc>
                  <a:txBody>
                    <a:bodyPr/>
                    <a:lstStyle/>
                    <a:p>
                      <a:pPr algn="ctr" rtl="0" fontAlgn="ctr">
                        <a:buNone/>
                      </a:pPr>
                      <a:r>
                        <a:rPr lang="en-US" sz="1200" u="none" strike="noStrike" dirty="0">
                          <a:effectLst/>
                        </a:rPr>
                        <a:t>BMI ≤ 30</a:t>
                      </a:r>
                      <a:endParaRPr lang="en-US" sz="1200" b="1" i="0" u="none" strike="noStrike" dirty="0">
                        <a:solidFill>
                          <a:srgbClr val="000000"/>
                        </a:solidFill>
                        <a:effectLst/>
                        <a:latin typeface="Verdana" panose="020B0604030504040204" pitchFamily="34" charset="0"/>
                      </a:endParaRPr>
                    </a:p>
                  </a:txBody>
                  <a:tcPr marL="6350" marR="6350" marT="6350" marB="0" anchor="ctr"/>
                </a:tc>
                <a:extLst>
                  <a:ext uri="{0D108BD9-81ED-4DB2-BD59-A6C34878D82A}">
                    <a16:rowId xmlns:a16="http://schemas.microsoft.com/office/drawing/2014/main" val="4187702267"/>
                  </a:ext>
                </a:extLst>
              </a:tr>
            </a:tbl>
          </a:graphicData>
        </a:graphic>
      </p:graphicFrame>
      <p:pic>
        <p:nvPicPr>
          <p:cNvPr id="8" name="Picture 7">
            <a:extLst>
              <a:ext uri="{FF2B5EF4-FFF2-40B4-BE49-F238E27FC236}">
                <a16:creationId xmlns:a16="http://schemas.microsoft.com/office/drawing/2014/main" id="{0CB1D9A7-B463-4505-46AE-D89A6347F910}"/>
              </a:ext>
            </a:extLst>
          </p:cNvPr>
          <p:cNvPicPr>
            <a:picLocks noChangeAspect="1"/>
          </p:cNvPicPr>
          <p:nvPr/>
        </p:nvPicPr>
        <p:blipFill>
          <a:blip r:embed="rId3"/>
          <a:srcRect l="4272" t="21902" r="58070" b="38113"/>
          <a:stretch>
            <a:fillRect/>
          </a:stretch>
        </p:blipFill>
        <p:spPr>
          <a:xfrm>
            <a:off x="842336" y="3043056"/>
            <a:ext cx="3174521" cy="2106730"/>
          </a:xfrm>
          <a:prstGeom prst="rect">
            <a:avLst/>
          </a:prstGeom>
        </p:spPr>
      </p:pic>
      <p:sp>
        <p:nvSpPr>
          <p:cNvPr id="9" name="Rectangle: Rounded Corners 8">
            <a:extLst>
              <a:ext uri="{FF2B5EF4-FFF2-40B4-BE49-F238E27FC236}">
                <a16:creationId xmlns:a16="http://schemas.microsoft.com/office/drawing/2014/main" id="{CC66897C-3C54-7AD4-C6BD-8F9D11D688AE}"/>
              </a:ext>
            </a:extLst>
          </p:cNvPr>
          <p:cNvSpPr/>
          <p:nvPr/>
        </p:nvSpPr>
        <p:spPr>
          <a:xfrm>
            <a:off x="644272" y="2751642"/>
            <a:ext cx="1781814" cy="2681798"/>
          </a:xfrm>
          <a:prstGeom prst="round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Rounded Corners 9">
            <a:extLst>
              <a:ext uri="{FF2B5EF4-FFF2-40B4-BE49-F238E27FC236}">
                <a16:creationId xmlns:a16="http://schemas.microsoft.com/office/drawing/2014/main" id="{6651BC99-831B-72C0-CF65-9BA03836EA9E}"/>
              </a:ext>
            </a:extLst>
          </p:cNvPr>
          <p:cNvSpPr/>
          <p:nvPr/>
        </p:nvSpPr>
        <p:spPr>
          <a:xfrm>
            <a:off x="2719042" y="4623565"/>
            <a:ext cx="563222" cy="944874"/>
          </a:xfrm>
          <a:prstGeom prst="roundRect">
            <a:avLst/>
          </a:prstGeom>
          <a:solidFill>
            <a:schemeClr val="bg1"/>
          </a:solidFill>
          <a:ln w="317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953E6104-75CB-E448-4C71-E52F68B6BF9F}"/>
              </a:ext>
            </a:extLst>
          </p:cNvPr>
          <p:cNvSpPr/>
          <p:nvPr/>
        </p:nvSpPr>
        <p:spPr>
          <a:xfrm>
            <a:off x="8801510" y="658762"/>
            <a:ext cx="3302000" cy="459658"/>
          </a:xfrm>
          <a:prstGeom prst="ellipse">
            <a:avLst/>
          </a:prstGeom>
          <a:noFill/>
          <a:ln>
            <a:solidFill>
              <a:schemeClr val="accent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fontAlgn="t">
              <a:defRPr/>
            </a:pPr>
            <a:r>
              <a:rPr lang="en-US" sz="1050" dirty="0">
                <a:solidFill>
                  <a:schemeClr val="tx1"/>
                </a:solidFill>
              </a:rPr>
              <a:t>BI + GLP‑1 RA (FRC) (when standalone GLP‑1 RA is not accessible, or not tolerated)</a:t>
            </a:r>
          </a:p>
        </p:txBody>
      </p:sp>
    </p:spTree>
    <p:extLst>
      <p:ext uri="{BB962C8B-B14F-4D97-AF65-F5344CB8AC3E}">
        <p14:creationId xmlns:p14="http://schemas.microsoft.com/office/powerpoint/2010/main" val="10725172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781FA10-FC54-DE69-CE8F-5EA570279E6B}"/>
              </a:ext>
            </a:extLst>
          </p:cNvPr>
          <p:cNvPicPr>
            <a:picLocks noChangeAspect="1"/>
          </p:cNvPicPr>
          <p:nvPr/>
        </p:nvPicPr>
        <p:blipFill>
          <a:blip r:embed="rId2"/>
          <a:srcRect l="15770" r="16757"/>
          <a:stretch>
            <a:fillRect/>
          </a:stretch>
        </p:blipFill>
        <p:spPr>
          <a:xfrm>
            <a:off x="4660489" y="0"/>
            <a:ext cx="7403691" cy="6858000"/>
          </a:xfrm>
          <a:prstGeom prst="rect">
            <a:avLst/>
          </a:prstGeom>
        </p:spPr>
      </p:pic>
      <p:sp>
        <p:nvSpPr>
          <p:cNvPr id="5" name="Oval 4">
            <a:extLst>
              <a:ext uri="{FF2B5EF4-FFF2-40B4-BE49-F238E27FC236}">
                <a16:creationId xmlns:a16="http://schemas.microsoft.com/office/drawing/2014/main" id="{C27AE0FA-537C-717D-1B53-6E6DD82911E3}"/>
              </a:ext>
            </a:extLst>
          </p:cNvPr>
          <p:cNvSpPr/>
          <p:nvPr/>
        </p:nvSpPr>
        <p:spPr>
          <a:xfrm>
            <a:off x="10687663" y="462116"/>
            <a:ext cx="560440" cy="324464"/>
          </a:xfrm>
          <a:prstGeom prst="ellipse">
            <a:avLst/>
          </a:prstGeom>
          <a:noFill/>
          <a:ln>
            <a:solidFill>
              <a:schemeClr val="accent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6" name="Table 5">
            <a:extLst>
              <a:ext uri="{FF2B5EF4-FFF2-40B4-BE49-F238E27FC236}">
                <a16:creationId xmlns:a16="http://schemas.microsoft.com/office/drawing/2014/main" id="{0943E322-3F29-EAF4-C617-9A01450C176B}"/>
              </a:ext>
            </a:extLst>
          </p:cNvPr>
          <p:cNvGraphicFramePr>
            <a:graphicFrameLocks noGrp="1"/>
          </p:cNvGraphicFramePr>
          <p:nvPr>
            <p:extLst>
              <p:ext uri="{D42A27DB-BD31-4B8C-83A1-F6EECF244321}">
                <p14:modId xmlns:p14="http://schemas.microsoft.com/office/powerpoint/2010/main" val="341497727"/>
              </p:ext>
            </p:extLst>
          </p:nvPr>
        </p:nvGraphicFramePr>
        <p:xfrm>
          <a:off x="745175" y="2591782"/>
          <a:ext cx="3050241" cy="939262"/>
        </p:xfrm>
        <a:graphic>
          <a:graphicData uri="http://schemas.openxmlformats.org/drawingml/2006/table">
            <a:tbl>
              <a:tblPr>
                <a:tableStyleId>{5C22544A-7EE6-4342-B048-85BDC9FD1C3A}</a:tableStyleId>
              </a:tblPr>
              <a:tblGrid>
                <a:gridCol w="3050241">
                  <a:extLst>
                    <a:ext uri="{9D8B030D-6E8A-4147-A177-3AD203B41FA5}">
                      <a16:colId xmlns:a16="http://schemas.microsoft.com/office/drawing/2014/main" val="2860684736"/>
                    </a:ext>
                  </a:extLst>
                </a:gridCol>
              </a:tblGrid>
              <a:tr h="333960">
                <a:tc>
                  <a:txBody>
                    <a:bodyPr/>
                    <a:lstStyle/>
                    <a:p>
                      <a:pPr algn="ctr" fontAlgn="b">
                        <a:buNone/>
                      </a:pPr>
                      <a:r>
                        <a:rPr lang="en-US" sz="1400" b="1" u="none" strike="noStrike" dirty="0">
                          <a:effectLst/>
                        </a:rPr>
                        <a:t>After BI failure</a:t>
                      </a:r>
                    </a:p>
                  </a:txBody>
                  <a:tcPr marL="6350" marR="6350" marT="6350" marB="0" anchor="b"/>
                </a:tc>
                <a:extLst>
                  <a:ext uri="{0D108BD9-81ED-4DB2-BD59-A6C34878D82A}">
                    <a16:rowId xmlns:a16="http://schemas.microsoft.com/office/drawing/2014/main" val="3059188839"/>
                  </a:ext>
                </a:extLst>
              </a:tr>
              <a:tr h="302651">
                <a:tc>
                  <a:txBody>
                    <a:bodyPr/>
                    <a:lstStyle/>
                    <a:p>
                      <a:pPr algn="ctr" fontAlgn="ctr">
                        <a:buNone/>
                      </a:pPr>
                      <a:r>
                        <a:rPr lang="en-US" sz="1200" u="none" strike="noStrike" dirty="0">
                          <a:effectLst/>
                        </a:rPr>
                        <a:t>HbA1c &lt; 2%</a:t>
                      </a:r>
                      <a:endParaRPr lang="en-US" sz="1200" b="1" i="0" u="none" strike="noStrike" dirty="0">
                        <a:solidFill>
                          <a:srgbClr val="000000"/>
                        </a:solidFill>
                        <a:effectLst/>
                        <a:latin typeface="Verdana" panose="020B0604030504040204" pitchFamily="34" charset="0"/>
                      </a:endParaRPr>
                    </a:p>
                  </a:txBody>
                  <a:tcPr marL="6350" marR="6350" marT="6350" marB="0" anchor="ctr"/>
                </a:tc>
                <a:extLst>
                  <a:ext uri="{0D108BD9-81ED-4DB2-BD59-A6C34878D82A}">
                    <a16:rowId xmlns:a16="http://schemas.microsoft.com/office/drawing/2014/main" val="403911312"/>
                  </a:ext>
                </a:extLst>
              </a:tr>
              <a:tr h="302651">
                <a:tc>
                  <a:txBody>
                    <a:bodyPr/>
                    <a:lstStyle/>
                    <a:p>
                      <a:pPr algn="ctr" rtl="0" fontAlgn="ctr">
                        <a:buNone/>
                      </a:pPr>
                      <a:r>
                        <a:rPr lang="en-US" sz="1200" u="none" strike="noStrike" dirty="0">
                          <a:effectLst/>
                        </a:rPr>
                        <a:t>BMI &gt; 30</a:t>
                      </a:r>
                      <a:endParaRPr lang="en-US" sz="1200" b="1" i="0" u="none" strike="noStrike" dirty="0">
                        <a:solidFill>
                          <a:srgbClr val="000000"/>
                        </a:solidFill>
                        <a:effectLst/>
                        <a:latin typeface="Verdana" panose="020B0604030504040204" pitchFamily="34" charset="0"/>
                      </a:endParaRPr>
                    </a:p>
                  </a:txBody>
                  <a:tcPr marL="6350" marR="6350" marT="6350" marB="0" anchor="ctr"/>
                </a:tc>
                <a:extLst>
                  <a:ext uri="{0D108BD9-81ED-4DB2-BD59-A6C34878D82A}">
                    <a16:rowId xmlns:a16="http://schemas.microsoft.com/office/drawing/2014/main" val="4187702267"/>
                  </a:ext>
                </a:extLst>
              </a:tr>
            </a:tbl>
          </a:graphicData>
        </a:graphic>
      </p:graphicFrame>
      <p:sp>
        <p:nvSpPr>
          <p:cNvPr id="8" name="TextBox 7">
            <a:extLst>
              <a:ext uri="{FF2B5EF4-FFF2-40B4-BE49-F238E27FC236}">
                <a16:creationId xmlns:a16="http://schemas.microsoft.com/office/drawing/2014/main" id="{926140E7-374B-A779-1B1E-D697D4B061FB}"/>
              </a:ext>
            </a:extLst>
          </p:cNvPr>
          <p:cNvSpPr txBox="1"/>
          <p:nvPr/>
        </p:nvSpPr>
        <p:spPr>
          <a:xfrm>
            <a:off x="9588911" y="1908903"/>
            <a:ext cx="2467897" cy="682879"/>
          </a:xfrm>
          <a:prstGeom prst="rect">
            <a:avLst/>
          </a:prstGeom>
          <a:noFill/>
          <a:ln>
            <a:solidFill>
              <a:schemeClr val="accent2"/>
            </a:solidFill>
          </a:ln>
        </p:spPr>
        <p:txBody>
          <a:bodyPr wrap="square">
            <a:spAutoFit/>
          </a:bodyPr>
          <a:lstStyle/>
          <a:p>
            <a:pPr fontAlgn="t">
              <a:lnSpc>
                <a:spcPts val="1500"/>
              </a:lnSpc>
              <a:buNone/>
            </a:pPr>
            <a:r>
              <a:rPr lang="en-US" sz="1400" b="0" i="0" dirty="0">
                <a:effectLst/>
                <a:latin typeface="Segoe UI" panose="020B0502040204020203" pitchFamily="34" charset="0"/>
              </a:rPr>
              <a:t>BMI and weight considerations favor GLP‑1 RA–based combinations</a:t>
            </a:r>
          </a:p>
        </p:txBody>
      </p:sp>
      <p:sp>
        <p:nvSpPr>
          <p:cNvPr id="9" name="Oval 8">
            <a:extLst>
              <a:ext uri="{FF2B5EF4-FFF2-40B4-BE49-F238E27FC236}">
                <a16:creationId xmlns:a16="http://schemas.microsoft.com/office/drawing/2014/main" id="{06B669EC-0396-3D67-E870-C4D1B80D6AA8}"/>
              </a:ext>
            </a:extLst>
          </p:cNvPr>
          <p:cNvSpPr/>
          <p:nvPr/>
        </p:nvSpPr>
        <p:spPr>
          <a:xfrm>
            <a:off x="9050588" y="1686234"/>
            <a:ext cx="560440" cy="324464"/>
          </a:xfrm>
          <a:prstGeom prst="ellipse">
            <a:avLst/>
          </a:prstGeom>
          <a:noFill/>
          <a:ln>
            <a:solidFill>
              <a:schemeClr val="accent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6562769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2956D97-B928-570F-57E8-A4EAA1FDC006}"/>
              </a:ext>
            </a:extLst>
          </p:cNvPr>
          <p:cNvPicPr>
            <a:picLocks noChangeAspect="1"/>
          </p:cNvPicPr>
          <p:nvPr/>
        </p:nvPicPr>
        <p:blipFill>
          <a:blip r:embed="rId2"/>
          <a:srcRect l="15861" r="17294"/>
          <a:stretch>
            <a:fillRect/>
          </a:stretch>
        </p:blipFill>
        <p:spPr>
          <a:xfrm>
            <a:off x="4699819" y="2"/>
            <a:ext cx="7334864" cy="6858000"/>
          </a:xfrm>
          <a:prstGeom prst="rect">
            <a:avLst/>
          </a:prstGeom>
        </p:spPr>
      </p:pic>
      <p:graphicFrame>
        <p:nvGraphicFramePr>
          <p:cNvPr id="4" name="Table 3">
            <a:extLst>
              <a:ext uri="{FF2B5EF4-FFF2-40B4-BE49-F238E27FC236}">
                <a16:creationId xmlns:a16="http://schemas.microsoft.com/office/drawing/2014/main" id="{99F86461-DA38-9DFF-F869-59605AB83470}"/>
              </a:ext>
            </a:extLst>
          </p:cNvPr>
          <p:cNvGraphicFramePr>
            <a:graphicFrameLocks noGrp="1"/>
          </p:cNvGraphicFramePr>
          <p:nvPr>
            <p:extLst>
              <p:ext uri="{D42A27DB-BD31-4B8C-83A1-F6EECF244321}">
                <p14:modId xmlns:p14="http://schemas.microsoft.com/office/powerpoint/2010/main" val="2827968276"/>
              </p:ext>
            </p:extLst>
          </p:nvPr>
        </p:nvGraphicFramePr>
        <p:xfrm>
          <a:off x="745175" y="2591782"/>
          <a:ext cx="3050241" cy="939262"/>
        </p:xfrm>
        <a:graphic>
          <a:graphicData uri="http://schemas.openxmlformats.org/drawingml/2006/table">
            <a:tbl>
              <a:tblPr>
                <a:tableStyleId>{5C22544A-7EE6-4342-B048-85BDC9FD1C3A}</a:tableStyleId>
              </a:tblPr>
              <a:tblGrid>
                <a:gridCol w="3050241">
                  <a:extLst>
                    <a:ext uri="{9D8B030D-6E8A-4147-A177-3AD203B41FA5}">
                      <a16:colId xmlns:a16="http://schemas.microsoft.com/office/drawing/2014/main" val="2860684736"/>
                    </a:ext>
                  </a:extLst>
                </a:gridCol>
              </a:tblGrid>
              <a:tr h="333960">
                <a:tc>
                  <a:txBody>
                    <a:bodyPr/>
                    <a:lstStyle/>
                    <a:p>
                      <a:pPr algn="ctr" fontAlgn="b">
                        <a:buNone/>
                      </a:pPr>
                      <a:r>
                        <a:rPr lang="en-US" sz="1400" b="1" u="none" strike="noStrike" dirty="0">
                          <a:effectLst/>
                        </a:rPr>
                        <a:t>After BI failure</a:t>
                      </a:r>
                    </a:p>
                  </a:txBody>
                  <a:tcPr marL="6350" marR="6350" marT="6350" marB="0" anchor="b"/>
                </a:tc>
                <a:extLst>
                  <a:ext uri="{0D108BD9-81ED-4DB2-BD59-A6C34878D82A}">
                    <a16:rowId xmlns:a16="http://schemas.microsoft.com/office/drawing/2014/main" val="3059188839"/>
                  </a:ext>
                </a:extLst>
              </a:tr>
              <a:tr h="302651">
                <a:tc>
                  <a:txBody>
                    <a:bodyPr/>
                    <a:lstStyle/>
                    <a:p>
                      <a:pPr algn="ctr" fontAlgn="ctr">
                        <a:buNone/>
                      </a:pPr>
                      <a:r>
                        <a:rPr lang="en-US" sz="1200" u="none" strike="noStrike" dirty="0">
                          <a:effectLst/>
                        </a:rPr>
                        <a:t>HbA1c &lt; 2%</a:t>
                      </a:r>
                      <a:endParaRPr lang="en-US" sz="1200" b="1" i="0" u="none" strike="noStrike" dirty="0">
                        <a:solidFill>
                          <a:srgbClr val="000000"/>
                        </a:solidFill>
                        <a:effectLst/>
                        <a:latin typeface="Verdana" panose="020B0604030504040204" pitchFamily="34" charset="0"/>
                      </a:endParaRPr>
                    </a:p>
                  </a:txBody>
                  <a:tcPr marL="6350" marR="6350" marT="6350" marB="0" anchor="ctr"/>
                </a:tc>
                <a:extLst>
                  <a:ext uri="{0D108BD9-81ED-4DB2-BD59-A6C34878D82A}">
                    <a16:rowId xmlns:a16="http://schemas.microsoft.com/office/drawing/2014/main" val="403911312"/>
                  </a:ext>
                </a:extLst>
              </a:tr>
              <a:tr h="302651">
                <a:tc>
                  <a:txBody>
                    <a:bodyPr/>
                    <a:lstStyle/>
                    <a:p>
                      <a:pPr algn="ctr" rtl="0" fontAlgn="ctr">
                        <a:buNone/>
                      </a:pPr>
                      <a:r>
                        <a:rPr lang="en-US" sz="1200" u="none" strike="noStrike" dirty="0">
                          <a:effectLst/>
                        </a:rPr>
                        <a:t>BMI &gt; 30</a:t>
                      </a:r>
                      <a:endParaRPr lang="en-US" sz="1200" b="1" i="0" u="none" strike="noStrike" dirty="0">
                        <a:solidFill>
                          <a:srgbClr val="000000"/>
                        </a:solidFill>
                        <a:effectLst/>
                        <a:latin typeface="Verdana" panose="020B0604030504040204" pitchFamily="34" charset="0"/>
                      </a:endParaRPr>
                    </a:p>
                  </a:txBody>
                  <a:tcPr marL="6350" marR="6350" marT="6350" marB="0" anchor="ctr"/>
                </a:tc>
                <a:extLst>
                  <a:ext uri="{0D108BD9-81ED-4DB2-BD59-A6C34878D82A}">
                    <a16:rowId xmlns:a16="http://schemas.microsoft.com/office/drawing/2014/main" val="4187702267"/>
                  </a:ext>
                </a:extLst>
              </a:tr>
            </a:tbl>
          </a:graphicData>
        </a:graphic>
      </p:graphicFrame>
      <p:sp>
        <p:nvSpPr>
          <p:cNvPr id="5" name="TextBox 4">
            <a:extLst>
              <a:ext uri="{FF2B5EF4-FFF2-40B4-BE49-F238E27FC236}">
                <a16:creationId xmlns:a16="http://schemas.microsoft.com/office/drawing/2014/main" id="{9AC51CCB-0787-3877-C58A-D00EA6FE18C1}"/>
              </a:ext>
            </a:extLst>
          </p:cNvPr>
          <p:cNvSpPr txBox="1"/>
          <p:nvPr/>
        </p:nvSpPr>
        <p:spPr>
          <a:xfrm>
            <a:off x="718056" y="5548774"/>
            <a:ext cx="3174521" cy="369332"/>
          </a:xfrm>
          <a:prstGeom prst="rect">
            <a:avLst/>
          </a:prstGeom>
          <a:noFill/>
        </p:spPr>
        <p:txBody>
          <a:bodyPr wrap="square">
            <a:spAutoFit/>
          </a:bodyPr>
          <a:lstStyle/>
          <a:p>
            <a:pPr algn="ctr" fontAlgn="b">
              <a:buNone/>
            </a:pPr>
            <a:r>
              <a:rPr lang="en-US" sz="1800" b="1" u="none" strike="noStrike" dirty="0">
                <a:effectLst/>
              </a:rPr>
              <a:t>No access to GLP1-RA</a:t>
            </a:r>
            <a:endParaRPr lang="en-US" sz="1800" b="1" i="1" u="none" strike="noStrike" dirty="0">
              <a:solidFill>
                <a:srgbClr val="1A2233"/>
              </a:solidFill>
              <a:effectLst/>
              <a:latin typeface="Segoe UI" panose="020B0502040204020203" pitchFamily="34" charset="0"/>
            </a:endParaRPr>
          </a:p>
        </p:txBody>
      </p:sp>
      <p:sp>
        <p:nvSpPr>
          <p:cNvPr id="6" name="Arrow: Down 5">
            <a:extLst>
              <a:ext uri="{FF2B5EF4-FFF2-40B4-BE49-F238E27FC236}">
                <a16:creationId xmlns:a16="http://schemas.microsoft.com/office/drawing/2014/main" id="{F01C6E9B-D69E-3BEA-1510-F5BFD2F32D9C}"/>
              </a:ext>
            </a:extLst>
          </p:cNvPr>
          <p:cNvSpPr/>
          <p:nvPr/>
        </p:nvSpPr>
        <p:spPr>
          <a:xfrm rot="14121686" flipH="1">
            <a:off x="4160725" y="4434677"/>
            <a:ext cx="308288" cy="1371848"/>
          </a:xfrm>
          <a:prstGeom prst="downArrow">
            <a:avLst>
              <a:gd name="adj1" fmla="val 0"/>
              <a:gd name="adj2" fmla="val 50000"/>
            </a:avLst>
          </a:prstGeom>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7BEB28B2-0649-B941-C965-DED9B5749223}"/>
              </a:ext>
            </a:extLst>
          </p:cNvPr>
          <p:cNvSpPr/>
          <p:nvPr/>
        </p:nvSpPr>
        <p:spPr>
          <a:xfrm>
            <a:off x="8801510" y="658762"/>
            <a:ext cx="3302000" cy="459658"/>
          </a:xfrm>
          <a:prstGeom prst="ellipse">
            <a:avLst/>
          </a:prstGeom>
          <a:noFill/>
          <a:ln>
            <a:solidFill>
              <a:schemeClr val="accent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fontAlgn="t">
              <a:defRPr/>
            </a:pPr>
            <a:r>
              <a:rPr lang="en-US" sz="1050" dirty="0">
                <a:solidFill>
                  <a:schemeClr val="tx1"/>
                </a:solidFill>
              </a:rPr>
              <a:t>BI + GLP‑1 RA (FRC) (when standalone GLP‑1 RA is not accessible, or not tolerated)</a:t>
            </a:r>
          </a:p>
        </p:txBody>
      </p:sp>
    </p:spTree>
    <p:extLst>
      <p:ext uri="{BB962C8B-B14F-4D97-AF65-F5344CB8AC3E}">
        <p14:creationId xmlns:p14="http://schemas.microsoft.com/office/powerpoint/2010/main" val="2983897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E6C07D-619B-0481-B01D-8F78C8AA4D28}"/>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9879A778-7ABB-8F63-A949-EAA631DC4F53}"/>
              </a:ext>
            </a:extLst>
          </p:cNvPr>
          <p:cNvGraphicFramePr>
            <a:graphicFrameLocks noGrp="1"/>
          </p:cNvGraphicFramePr>
          <p:nvPr/>
        </p:nvGraphicFramePr>
        <p:xfrm>
          <a:off x="3191035" y="2133898"/>
          <a:ext cx="5809927" cy="647221"/>
        </p:xfrm>
        <a:graphic>
          <a:graphicData uri="http://schemas.openxmlformats.org/drawingml/2006/table">
            <a:tbl>
              <a:tblPr>
                <a:tableStyleId>{5C22544A-7EE6-4342-B048-85BDC9FD1C3A}</a:tableStyleId>
              </a:tblPr>
              <a:tblGrid>
                <a:gridCol w="5809927">
                  <a:extLst>
                    <a:ext uri="{9D8B030D-6E8A-4147-A177-3AD203B41FA5}">
                      <a16:colId xmlns:a16="http://schemas.microsoft.com/office/drawing/2014/main" val="2860684736"/>
                    </a:ext>
                  </a:extLst>
                </a:gridCol>
              </a:tblGrid>
              <a:tr h="647221">
                <a:tc>
                  <a:txBody>
                    <a:bodyPr/>
                    <a:lstStyle/>
                    <a:p>
                      <a:pPr algn="ctr" fontAlgn="b">
                        <a:buNone/>
                      </a:pPr>
                      <a:r>
                        <a:rPr lang="en-US" sz="2000" b="1" u="none" strike="noStrike" dirty="0">
                          <a:effectLst/>
                        </a:rPr>
                        <a:t>After GLP1-RA Failure</a:t>
                      </a:r>
                    </a:p>
                  </a:txBody>
                  <a:tcPr marL="6350" marR="6350" marT="6350" marB="0" anchor="b"/>
                </a:tc>
                <a:extLst>
                  <a:ext uri="{0D108BD9-81ED-4DB2-BD59-A6C34878D82A}">
                    <a16:rowId xmlns:a16="http://schemas.microsoft.com/office/drawing/2014/main" val="3059188839"/>
                  </a:ext>
                </a:extLst>
              </a:tr>
            </a:tbl>
          </a:graphicData>
        </a:graphic>
      </p:graphicFrame>
      <p:sp>
        <p:nvSpPr>
          <p:cNvPr id="5" name="Rectangle: Rounded Corners 4">
            <a:extLst>
              <a:ext uri="{FF2B5EF4-FFF2-40B4-BE49-F238E27FC236}">
                <a16:creationId xmlns:a16="http://schemas.microsoft.com/office/drawing/2014/main" id="{453B5CB3-9E82-9732-4EC8-D8BF658B7DA0}"/>
              </a:ext>
            </a:extLst>
          </p:cNvPr>
          <p:cNvSpPr/>
          <p:nvPr/>
        </p:nvSpPr>
        <p:spPr>
          <a:xfrm>
            <a:off x="7006709" y="5599494"/>
            <a:ext cx="513875" cy="1228026"/>
          </a:xfrm>
          <a:prstGeom prst="roundRect">
            <a:avLst/>
          </a:prstGeom>
          <a:solidFill>
            <a:schemeClr val="bg1"/>
          </a:solidFill>
          <a:ln w="317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Verdana"/>
              <a:ea typeface="+mn-ea"/>
              <a:cs typeface="+mn-cs"/>
            </a:endParaRPr>
          </a:p>
        </p:txBody>
      </p:sp>
      <p:sp>
        <p:nvSpPr>
          <p:cNvPr id="7" name="TextBox 6">
            <a:extLst>
              <a:ext uri="{FF2B5EF4-FFF2-40B4-BE49-F238E27FC236}">
                <a16:creationId xmlns:a16="http://schemas.microsoft.com/office/drawing/2014/main" id="{C5C9BDCD-B0B2-15FF-5393-985A150B4920}"/>
              </a:ext>
            </a:extLst>
          </p:cNvPr>
          <p:cNvSpPr txBox="1"/>
          <p:nvPr/>
        </p:nvSpPr>
        <p:spPr>
          <a:xfrm>
            <a:off x="3047999" y="268757"/>
            <a:ext cx="6096000"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Verdana"/>
                <a:ea typeface="+mn-ea"/>
                <a:cs typeface="+mn-cs"/>
                <a:hlinkClick r:id="rId2"/>
              </a:rPr>
              <a:t>T2D Injectable Therapy CDS</a:t>
            </a:r>
            <a:endParaRPr kumimoji="0" lang="en-US" sz="1800" b="0" i="0" u="none" strike="noStrike" kern="1200" cap="none" spc="0" normalizeH="0" baseline="0" noProof="0" dirty="0">
              <a:ln>
                <a:noFill/>
              </a:ln>
              <a:solidFill>
                <a:prstClr val="black"/>
              </a:solidFill>
              <a:effectLst/>
              <a:uLnTx/>
              <a:uFillTx/>
              <a:latin typeface="Verdana"/>
              <a:ea typeface="+mn-ea"/>
              <a:cs typeface="+mn-cs"/>
            </a:endParaRPr>
          </a:p>
        </p:txBody>
      </p:sp>
    </p:spTree>
    <p:extLst>
      <p:ext uri="{BB962C8B-B14F-4D97-AF65-F5344CB8AC3E}">
        <p14:creationId xmlns:p14="http://schemas.microsoft.com/office/powerpoint/2010/main" val="38238577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F9ED5273-7C26-B1ED-D622-2A10F12AA664}"/>
              </a:ext>
            </a:extLst>
          </p:cNvPr>
          <p:cNvGraphicFramePr>
            <a:graphicFrameLocks noGrp="1"/>
          </p:cNvGraphicFramePr>
          <p:nvPr/>
        </p:nvGraphicFramePr>
        <p:xfrm>
          <a:off x="186813" y="2622300"/>
          <a:ext cx="4330641" cy="920750"/>
        </p:xfrm>
        <a:graphic>
          <a:graphicData uri="http://schemas.openxmlformats.org/drawingml/2006/table">
            <a:tbl>
              <a:tblPr>
                <a:tableStyleId>{5C22544A-7EE6-4342-B048-85BDC9FD1C3A}</a:tableStyleId>
              </a:tblPr>
              <a:tblGrid>
                <a:gridCol w="4330641">
                  <a:extLst>
                    <a:ext uri="{9D8B030D-6E8A-4147-A177-3AD203B41FA5}">
                      <a16:colId xmlns:a16="http://schemas.microsoft.com/office/drawing/2014/main" val="2860684736"/>
                    </a:ext>
                  </a:extLst>
                </a:gridCol>
              </a:tblGrid>
              <a:tr h="647221">
                <a:tc>
                  <a:txBody>
                    <a:bodyPr/>
                    <a:lstStyle/>
                    <a:p>
                      <a:pPr algn="ctr" fontAlgn="b">
                        <a:buNone/>
                      </a:pPr>
                      <a:r>
                        <a:rPr lang="en-US" sz="2000" b="1" u="none" strike="noStrike" dirty="0">
                          <a:effectLst/>
                        </a:rPr>
                        <a:t>After GLP1-RA failure</a:t>
                      </a:r>
                    </a:p>
                    <a:p>
                      <a:pPr algn="ctr" fontAlgn="b">
                        <a:buNone/>
                      </a:pPr>
                      <a:r>
                        <a:rPr lang="en-US" sz="2000" b="0" u="none" strike="noStrike" dirty="0">
                          <a:effectLst/>
                        </a:rPr>
                        <a:t>Regardless of HbA1c &amp; BMI</a:t>
                      </a:r>
                    </a:p>
                    <a:p>
                      <a:pPr algn="ctr" fontAlgn="b">
                        <a:buNone/>
                      </a:pPr>
                      <a:r>
                        <a:rPr lang="en-US" sz="2000" b="0" u="none" strike="noStrike" dirty="0">
                          <a:effectLst/>
                        </a:rPr>
                        <a:t>(depends on access to GLP1 RA)</a:t>
                      </a:r>
                    </a:p>
                  </a:txBody>
                  <a:tcPr marL="6350" marR="6350" marT="6350" marB="0" anchor="b"/>
                </a:tc>
                <a:extLst>
                  <a:ext uri="{0D108BD9-81ED-4DB2-BD59-A6C34878D82A}">
                    <a16:rowId xmlns:a16="http://schemas.microsoft.com/office/drawing/2014/main" val="3059188839"/>
                  </a:ext>
                </a:extLst>
              </a:tr>
            </a:tbl>
          </a:graphicData>
        </a:graphic>
      </p:graphicFrame>
      <p:pic>
        <p:nvPicPr>
          <p:cNvPr id="9" name="Picture 8">
            <a:extLst>
              <a:ext uri="{FF2B5EF4-FFF2-40B4-BE49-F238E27FC236}">
                <a16:creationId xmlns:a16="http://schemas.microsoft.com/office/drawing/2014/main" id="{F59CD0D0-7DA7-80F4-08E9-ADE6863AB44B}"/>
              </a:ext>
            </a:extLst>
          </p:cNvPr>
          <p:cNvPicPr>
            <a:picLocks noChangeAspect="1"/>
          </p:cNvPicPr>
          <p:nvPr/>
        </p:nvPicPr>
        <p:blipFill>
          <a:blip r:embed="rId2"/>
          <a:srcRect l="15770" r="16757"/>
          <a:stretch>
            <a:fillRect/>
          </a:stretch>
        </p:blipFill>
        <p:spPr>
          <a:xfrm>
            <a:off x="4788309" y="0"/>
            <a:ext cx="7403691" cy="6858000"/>
          </a:xfrm>
          <a:prstGeom prst="rect">
            <a:avLst/>
          </a:prstGeom>
        </p:spPr>
      </p:pic>
      <p:sp>
        <p:nvSpPr>
          <p:cNvPr id="11" name="Oval 10">
            <a:extLst>
              <a:ext uri="{FF2B5EF4-FFF2-40B4-BE49-F238E27FC236}">
                <a16:creationId xmlns:a16="http://schemas.microsoft.com/office/drawing/2014/main" id="{C595342A-93DB-C218-6996-354D81804BE1}"/>
              </a:ext>
            </a:extLst>
          </p:cNvPr>
          <p:cNvSpPr/>
          <p:nvPr/>
        </p:nvSpPr>
        <p:spPr>
          <a:xfrm>
            <a:off x="10805650" y="324465"/>
            <a:ext cx="560440" cy="324464"/>
          </a:xfrm>
          <a:prstGeom prst="ellipse">
            <a:avLst/>
          </a:prstGeom>
          <a:noFill/>
          <a:ln>
            <a:solidFill>
              <a:schemeClr val="accent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Verdana"/>
              <a:ea typeface="+mn-ea"/>
              <a:cs typeface="+mn-cs"/>
            </a:endParaRPr>
          </a:p>
        </p:txBody>
      </p:sp>
      <p:sp>
        <p:nvSpPr>
          <p:cNvPr id="12" name="Oval 11">
            <a:extLst>
              <a:ext uri="{FF2B5EF4-FFF2-40B4-BE49-F238E27FC236}">
                <a16:creationId xmlns:a16="http://schemas.microsoft.com/office/drawing/2014/main" id="{0FA2ADE9-9C13-C24F-F878-090173AA1642}"/>
              </a:ext>
            </a:extLst>
          </p:cNvPr>
          <p:cNvSpPr/>
          <p:nvPr/>
        </p:nvSpPr>
        <p:spPr>
          <a:xfrm>
            <a:off x="9139082" y="1676401"/>
            <a:ext cx="560440" cy="324464"/>
          </a:xfrm>
          <a:prstGeom prst="ellipse">
            <a:avLst/>
          </a:prstGeom>
          <a:noFill/>
          <a:ln>
            <a:solidFill>
              <a:schemeClr val="accent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Verdana"/>
              <a:ea typeface="+mn-ea"/>
              <a:cs typeface="+mn-cs"/>
            </a:endParaRPr>
          </a:p>
        </p:txBody>
      </p:sp>
      <p:sp>
        <p:nvSpPr>
          <p:cNvPr id="13" name="Oval 12">
            <a:extLst>
              <a:ext uri="{FF2B5EF4-FFF2-40B4-BE49-F238E27FC236}">
                <a16:creationId xmlns:a16="http://schemas.microsoft.com/office/drawing/2014/main" id="{81EB5D5A-6715-41F0-7DA1-2A052139AF28}"/>
              </a:ext>
            </a:extLst>
          </p:cNvPr>
          <p:cNvSpPr/>
          <p:nvPr/>
        </p:nvSpPr>
        <p:spPr>
          <a:xfrm>
            <a:off x="9788011" y="2000865"/>
            <a:ext cx="762002" cy="324464"/>
          </a:xfrm>
          <a:prstGeom prst="ellipse">
            <a:avLst/>
          </a:prstGeom>
          <a:noFill/>
          <a:ln>
            <a:solidFill>
              <a:schemeClr val="accent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Verdana"/>
              <a:ea typeface="+mn-ea"/>
              <a:cs typeface="+mn-cs"/>
            </a:endParaRPr>
          </a:p>
        </p:txBody>
      </p:sp>
    </p:spTree>
    <p:extLst>
      <p:ext uri="{BB962C8B-B14F-4D97-AF65-F5344CB8AC3E}">
        <p14:creationId xmlns:p14="http://schemas.microsoft.com/office/powerpoint/2010/main" val="11317243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5C719EF-FD9B-2C46-CD2B-94C2CF0F9963}"/>
              </a:ext>
            </a:extLst>
          </p:cNvPr>
          <p:cNvPicPr>
            <a:picLocks noChangeAspect="1"/>
          </p:cNvPicPr>
          <p:nvPr/>
        </p:nvPicPr>
        <p:blipFill>
          <a:blip r:embed="rId2"/>
          <a:srcRect l="15950" t="1004" r="17473"/>
          <a:stretch>
            <a:fillRect/>
          </a:stretch>
        </p:blipFill>
        <p:spPr>
          <a:xfrm>
            <a:off x="4660491" y="0"/>
            <a:ext cx="7305368" cy="6789174"/>
          </a:xfrm>
          <a:prstGeom prst="rect">
            <a:avLst/>
          </a:prstGeom>
        </p:spPr>
      </p:pic>
      <p:sp>
        <p:nvSpPr>
          <p:cNvPr id="5" name="TextBox 4">
            <a:extLst>
              <a:ext uri="{FF2B5EF4-FFF2-40B4-BE49-F238E27FC236}">
                <a16:creationId xmlns:a16="http://schemas.microsoft.com/office/drawing/2014/main" id="{CFE86D11-2FF4-03D3-2701-DD66297F2EDA}"/>
              </a:ext>
            </a:extLst>
          </p:cNvPr>
          <p:cNvSpPr txBox="1"/>
          <p:nvPr/>
        </p:nvSpPr>
        <p:spPr>
          <a:xfrm>
            <a:off x="718056" y="5361960"/>
            <a:ext cx="3174521" cy="369332"/>
          </a:xfrm>
          <a:prstGeom prst="rect">
            <a:avLst/>
          </a:prstGeom>
          <a:noFill/>
        </p:spPr>
        <p:txBody>
          <a:bodyPr wrap="square">
            <a:spAutoFit/>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Verdana"/>
                <a:ea typeface="+mn-ea"/>
                <a:cs typeface="+mn-cs"/>
              </a:rPr>
              <a:t>No access to GLP1-RA</a:t>
            </a:r>
            <a:endParaRPr kumimoji="0" lang="en-US" sz="1800" b="1" i="1" u="none" strike="noStrike" kern="1200" cap="none" spc="0" normalizeH="0" baseline="0" noProof="0" dirty="0">
              <a:ln>
                <a:noFill/>
              </a:ln>
              <a:solidFill>
                <a:srgbClr val="1A2233"/>
              </a:solidFill>
              <a:effectLst/>
              <a:uLnTx/>
              <a:uFillTx/>
              <a:latin typeface="Segoe UI" panose="020B0502040204020203" pitchFamily="34" charset="0"/>
              <a:ea typeface="+mn-ea"/>
              <a:cs typeface="+mn-cs"/>
            </a:endParaRPr>
          </a:p>
        </p:txBody>
      </p:sp>
      <p:sp>
        <p:nvSpPr>
          <p:cNvPr id="6" name="Arrow: Down 5">
            <a:extLst>
              <a:ext uri="{FF2B5EF4-FFF2-40B4-BE49-F238E27FC236}">
                <a16:creationId xmlns:a16="http://schemas.microsoft.com/office/drawing/2014/main" id="{D8481FAC-A22E-D975-16FD-012E0488D58C}"/>
              </a:ext>
            </a:extLst>
          </p:cNvPr>
          <p:cNvSpPr/>
          <p:nvPr/>
        </p:nvSpPr>
        <p:spPr>
          <a:xfrm rot="14121686" flipH="1">
            <a:off x="4160725" y="4247863"/>
            <a:ext cx="308288" cy="1371848"/>
          </a:xfrm>
          <a:prstGeom prst="downArrow">
            <a:avLst>
              <a:gd name="adj1" fmla="val 0"/>
              <a:gd name="adj2" fmla="val 50000"/>
            </a:avLst>
          </a:prstGeom>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Verdana"/>
              <a:ea typeface="+mn-ea"/>
              <a:cs typeface="+mn-cs"/>
            </a:endParaRPr>
          </a:p>
        </p:txBody>
      </p:sp>
      <p:graphicFrame>
        <p:nvGraphicFramePr>
          <p:cNvPr id="7" name="Table 6">
            <a:extLst>
              <a:ext uri="{FF2B5EF4-FFF2-40B4-BE49-F238E27FC236}">
                <a16:creationId xmlns:a16="http://schemas.microsoft.com/office/drawing/2014/main" id="{594883AE-199E-4ECB-3B7E-320A3814E5FD}"/>
              </a:ext>
            </a:extLst>
          </p:cNvPr>
          <p:cNvGraphicFramePr>
            <a:graphicFrameLocks noGrp="1"/>
          </p:cNvGraphicFramePr>
          <p:nvPr/>
        </p:nvGraphicFramePr>
        <p:xfrm>
          <a:off x="186813" y="2622300"/>
          <a:ext cx="4330641" cy="920750"/>
        </p:xfrm>
        <a:graphic>
          <a:graphicData uri="http://schemas.openxmlformats.org/drawingml/2006/table">
            <a:tbl>
              <a:tblPr>
                <a:tableStyleId>{5C22544A-7EE6-4342-B048-85BDC9FD1C3A}</a:tableStyleId>
              </a:tblPr>
              <a:tblGrid>
                <a:gridCol w="4330641">
                  <a:extLst>
                    <a:ext uri="{9D8B030D-6E8A-4147-A177-3AD203B41FA5}">
                      <a16:colId xmlns:a16="http://schemas.microsoft.com/office/drawing/2014/main" val="2860684736"/>
                    </a:ext>
                  </a:extLst>
                </a:gridCol>
              </a:tblGrid>
              <a:tr h="647221">
                <a:tc>
                  <a:txBody>
                    <a:bodyPr/>
                    <a:lstStyle/>
                    <a:p>
                      <a:pPr algn="ctr" fontAlgn="b">
                        <a:buNone/>
                      </a:pPr>
                      <a:r>
                        <a:rPr lang="en-US" sz="2000" b="1" u="none" strike="noStrike" dirty="0">
                          <a:effectLst/>
                        </a:rPr>
                        <a:t>After GLP1-RA failure</a:t>
                      </a:r>
                    </a:p>
                    <a:p>
                      <a:pPr algn="ctr" fontAlgn="b">
                        <a:buNone/>
                      </a:pPr>
                      <a:r>
                        <a:rPr lang="en-US" sz="2000" b="0" u="none" strike="noStrike" dirty="0">
                          <a:effectLst/>
                        </a:rPr>
                        <a:t>Regardless of HbA1c &amp; BMI</a:t>
                      </a:r>
                    </a:p>
                    <a:p>
                      <a:pPr algn="ctr" fontAlgn="b">
                        <a:buNone/>
                      </a:pPr>
                      <a:r>
                        <a:rPr lang="en-US" sz="2000" b="0" u="none" strike="noStrike" dirty="0">
                          <a:effectLst/>
                        </a:rPr>
                        <a:t>(depends on access to GLP1 RA)</a:t>
                      </a:r>
                    </a:p>
                  </a:txBody>
                  <a:tcPr marL="6350" marR="6350" marT="6350" marB="0" anchor="b"/>
                </a:tc>
                <a:extLst>
                  <a:ext uri="{0D108BD9-81ED-4DB2-BD59-A6C34878D82A}">
                    <a16:rowId xmlns:a16="http://schemas.microsoft.com/office/drawing/2014/main" val="3059188839"/>
                  </a:ext>
                </a:extLst>
              </a:tr>
            </a:tbl>
          </a:graphicData>
        </a:graphic>
      </p:graphicFrame>
    </p:spTree>
    <p:extLst>
      <p:ext uri="{BB962C8B-B14F-4D97-AF65-F5344CB8AC3E}">
        <p14:creationId xmlns:p14="http://schemas.microsoft.com/office/powerpoint/2010/main" val="10900704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CF83260-0F4C-917D-C736-C6902B5096CD}"/>
              </a:ext>
            </a:extLst>
          </p:cNvPr>
          <p:cNvPicPr>
            <a:picLocks noChangeAspect="1"/>
          </p:cNvPicPr>
          <p:nvPr/>
        </p:nvPicPr>
        <p:blipFill>
          <a:blip r:embed="rId3"/>
          <a:srcRect l="15873" r="17384"/>
          <a:stretch>
            <a:fillRect/>
          </a:stretch>
        </p:blipFill>
        <p:spPr>
          <a:xfrm>
            <a:off x="4868372" y="21771"/>
            <a:ext cx="7323628" cy="6858000"/>
          </a:xfrm>
          <a:prstGeom prst="rect">
            <a:avLst/>
          </a:prstGeom>
        </p:spPr>
      </p:pic>
      <p:graphicFrame>
        <p:nvGraphicFramePr>
          <p:cNvPr id="4" name="Table 3">
            <a:extLst>
              <a:ext uri="{FF2B5EF4-FFF2-40B4-BE49-F238E27FC236}">
                <a16:creationId xmlns:a16="http://schemas.microsoft.com/office/drawing/2014/main" id="{7411F850-BEC4-EB6F-6384-951D5DE79213}"/>
              </a:ext>
            </a:extLst>
          </p:cNvPr>
          <p:cNvGraphicFramePr>
            <a:graphicFrameLocks noGrp="1"/>
          </p:cNvGraphicFramePr>
          <p:nvPr>
            <p:extLst>
              <p:ext uri="{D42A27DB-BD31-4B8C-83A1-F6EECF244321}">
                <p14:modId xmlns:p14="http://schemas.microsoft.com/office/powerpoint/2010/main" val="3177052576"/>
              </p:ext>
            </p:extLst>
          </p:nvPr>
        </p:nvGraphicFramePr>
        <p:xfrm>
          <a:off x="195007" y="1053074"/>
          <a:ext cx="4516047" cy="1225550"/>
        </p:xfrm>
        <a:graphic>
          <a:graphicData uri="http://schemas.openxmlformats.org/drawingml/2006/table">
            <a:tbl>
              <a:tblPr>
                <a:tableStyleId>{5C22544A-7EE6-4342-B048-85BDC9FD1C3A}</a:tableStyleId>
              </a:tblPr>
              <a:tblGrid>
                <a:gridCol w="4516047">
                  <a:extLst>
                    <a:ext uri="{9D8B030D-6E8A-4147-A177-3AD203B41FA5}">
                      <a16:colId xmlns:a16="http://schemas.microsoft.com/office/drawing/2014/main" val="2860684736"/>
                    </a:ext>
                  </a:extLst>
                </a:gridCol>
              </a:tblGrid>
              <a:tr h="647221">
                <a:tc>
                  <a:txBody>
                    <a:bodyPr/>
                    <a:lstStyle/>
                    <a:p>
                      <a:pPr algn="ctr" fontAlgn="b">
                        <a:buNone/>
                      </a:pPr>
                      <a:r>
                        <a:rPr lang="en-US" sz="2000" b="1" u="none" strike="noStrike" dirty="0">
                          <a:effectLst/>
                        </a:rPr>
                        <a:t>After </a:t>
                      </a:r>
                      <a:br>
                        <a:rPr lang="en-US" sz="2000" dirty="0"/>
                      </a:br>
                      <a:r>
                        <a:rPr lang="en-US" sz="2000" b="1" u="none" strike="noStrike" kern="1200" dirty="0">
                          <a:solidFill>
                            <a:schemeClr val="dk1"/>
                          </a:solidFill>
                          <a:effectLst/>
                          <a:latin typeface="+mn-lt"/>
                          <a:ea typeface="+mn-ea"/>
                          <a:cs typeface="+mn-cs"/>
                        </a:rPr>
                        <a:t>BI + GLP-1 RA </a:t>
                      </a:r>
                    </a:p>
                    <a:p>
                      <a:pPr algn="ctr" fontAlgn="b">
                        <a:buNone/>
                      </a:pPr>
                      <a:r>
                        <a:rPr lang="en-US" sz="2000" b="1" u="none" strike="noStrike" kern="1200" dirty="0">
                          <a:solidFill>
                            <a:schemeClr val="dk1"/>
                          </a:solidFill>
                          <a:effectLst/>
                          <a:latin typeface="+mn-lt"/>
                          <a:ea typeface="+mn-ea"/>
                          <a:cs typeface="+mn-cs"/>
                        </a:rPr>
                        <a:t>(FRC or separately) Failure</a:t>
                      </a:r>
                    </a:p>
                    <a:p>
                      <a:pPr marL="0" marR="0" lvl="0" indent="0" algn="ctr" defTabSz="914377" rtl="0" eaLnBrk="1" fontAlgn="b" latinLnBrk="0" hangingPunct="1">
                        <a:lnSpc>
                          <a:spcPct val="100000"/>
                        </a:lnSpc>
                        <a:spcBef>
                          <a:spcPts val="0"/>
                        </a:spcBef>
                        <a:spcAft>
                          <a:spcPts val="0"/>
                        </a:spcAft>
                        <a:buClrTx/>
                        <a:buSzTx/>
                        <a:buFontTx/>
                        <a:buNone/>
                        <a:tabLst/>
                        <a:defRPr/>
                      </a:pPr>
                      <a:r>
                        <a:rPr lang="en-US" sz="2000" b="0" u="none" strike="noStrike" dirty="0">
                          <a:effectLst/>
                        </a:rPr>
                        <a:t>Regardless of HbA1c &amp; BMI</a:t>
                      </a:r>
                    </a:p>
                  </a:txBody>
                  <a:tcPr marL="6350" marR="6350" marT="6350" marB="0" anchor="b"/>
                </a:tc>
                <a:extLst>
                  <a:ext uri="{0D108BD9-81ED-4DB2-BD59-A6C34878D82A}">
                    <a16:rowId xmlns:a16="http://schemas.microsoft.com/office/drawing/2014/main" val="3059188839"/>
                  </a:ext>
                </a:extLst>
              </a:tr>
            </a:tbl>
          </a:graphicData>
        </a:graphic>
      </p:graphicFrame>
      <p:pic>
        <p:nvPicPr>
          <p:cNvPr id="6" name="Picture 5">
            <a:extLst>
              <a:ext uri="{FF2B5EF4-FFF2-40B4-BE49-F238E27FC236}">
                <a16:creationId xmlns:a16="http://schemas.microsoft.com/office/drawing/2014/main" id="{131F720F-A4C0-681F-895B-2E9CB85B5634}"/>
              </a:ext>
            </a:extLst>
          </p:cNvPr>
          <p:cNvPicPr>
            <a:picLocks noChangeAspect="1"/>
          </p:cNvPicPr>
          <p:nvPr/>
        </p:nvPicPr>
        <p:blipFill>
          <a:blip r:embed="rId4"/>
          <a:srcRect l="17562" t="20931" r="6905" b="30179"/>
          <a:stretch>
            <a:fillRect/>
          </a:stretch>
        </p:blipFill>
        <p:spPr>
          <a:xfrm>
            <a:off x="22533" y="2694036"/>
            <a:ext cx="4860994" cy="1966452"/>
          </a:xfrm>
          <a:prstGeom prst="rect">
            <a:avLst/>
          </a:prstGeom>
        </p:spPr>
      </p:pic>
      <p:sp>
        <p:nvSpPr>
          <p:cNvPr id="7" name="Arrow: Down 6">
            <a:extLst>
              <a:ext uri="{FF2B5EF4-FFF2-40B4-BE49-F238E27FC236}">
                <a16:creationId xmlns:a16="http://schemas.microsoft.com/office/drawing/2014/main" id="{18C236D1-999C-AD24-F2F8-BBA59D5D86A6}"/>
              </a:ext>
            </a:extLst>
          </p:cNvPr>
          <p:cNvSpPr/>
          <p:nvPr/>
        </p:nvSpPr>
        <p:spPr>
          <a:xfrm rot="19027133">
            <a:off x="1403119" y="3952269"/>
            <a:ext cx="449252" cy="557506"/>
          </a:xfrm>
          <a:prstGeom prst="downArrow">
            <a:avLst>
              <a:gd name="adj1" fmla="val 40403"/>
              <a:gd name="adj2" fmla="val 50000"/>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FF0000"/>
                </a:solidFill>
              </a:ln>
            </a:endParaRPr>
          </a:p>
        </p:txBody>
      </p:sp>
      <p:sp>
        <p:nvSpPr>
          <p:cNvPr id="8" name="Oval 7">
            <a:extLst>
              <a:ext uri="{FF2B5EF4-FFF2-40B4-BE49-F238E27FC236}">
                <a16:creationId xmlns:a16="http://schemas.microsoft.com/office/drawing/2014/main" id="{F269E0A5-0478-CD58-26C6-721C284AAC35}"/>
              </a:ext>
            </a:extLst>
          </p:cNvPr>
          <p:cNvSpPr/>
          <p:nvPr/>
        </p:nvSpPr>
        <p:spPr>
          <a:xfrm>
            <a:off x="9188244" y="2491760"/>
            <a:ext cx="1391266" cy="408755"/>
          </a:xfrm>
          <a:prstGeom prst="ellipse">
            <a:avLst/>
          </a:prstGeom>
          <a:noFill/>
          <a:ln>
            <a:solidFill>
              <a:schemeClr val="accent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Verdana"/>
              <a:ea typeface="+mn-ea"/>
              <a:cs typeface="+mn-cs"/>
            </a:endParaRPr>
          </a:p>
        </p:txBody>
      </p:sp>
      <p:sp>
        <p:nvSpPr>
          <p:cNvPr id="9" name="Oval 8">
            <a:extLst>
              <a:ext uri="{FF2B5EF4-FFF2-40B4-BE49-F238E27FC236}">
                <a16:creationId xmlns:a16="http://schemas.microsoft.com/office/drawing/2014/main" id="{0185F074-AB04-5DCB-0ED7-D31886DD6D3C}"/>
              </a:ext>
            </a:extLst>
          </p:cNvPr>
          <p:cNvSpPr/>
          <p:nvPr/>
        </p:nvSpPr>
        <p:spPr>
          <a:xfrm>
            <a:off x="10579510" y="2045110"/>
            <a:ext cx="1391266" cy="1048877"/>
          </a:xfrm>
          <a:prstGeom prst="ellipse">
            <a:avLst/>
          </a:prstGeom>
          <a:noFill/>
          <a:ln>
            <a:solidFill>
              <a:schemeClr val="accent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chemeClr val="tx1"/>
                </a:solidFill>
                <a:effectLst/>
                <a:uLnTx/>
                <a:uFillTx/>
                <a:latin typeface="Verdana"/>
                <a:ea typeface="+mn-ea"/>
                <a:cs typeface="+mn-cs"/>
              </a:rPr>
              <a:t>Because GLP1 is not accessible, it should remain on FRC</a:t>
            </a:r>
          </a:p>
        </p:txBody>
      </p:sp>
      <p:sp>
        <p:nvSpPr>
          <p:cNvPr id="2" name="TextBox 1">
            <a:extLst>
              <a:ext uri="{FF2B5EF4-FFF2-40B4-BE49-F238E27FC236}">
                <a16:creationId xmlns:a16="http://schemas.microsoft.com/office/drawing/2014/main" id="{99531322-E6A5-041F-8395-BDEFA85B9EB0}"/>
              </a:ext>
            </a:extLst>
          </p:cNvPr>
          <p:cNvSpPr txBox="1"/>
          <p:nvPr/>
        </p:nvSpPr>
        <p:spPr>
          <a:xfrm>
            <a:off x="875373" y="5538940"/>
            <a:ext cx="3174521" cy="369332"/>
          </a:xfrm>
          <a:prstGeom prst="rect">
            <a:avLst/>
          </a:prstGeom>
          <a:noFill/>
        </p:spPr>
        <p:txBody>
          <a:bodyPr wrap="square">
            <a:spAutoFit/>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Verdana"/>
                <a:ea typeface="+mn-ea"/>
                <a:cs typeface="+mn-cs"/>
              </a:rPr>
              <a:t>No access to GLP1-RA</a:t>
            </a:r>
            <a:endParaRPr kumimoji="0" lang="en-US" sz="1800" b="1" i="1" u="none" strike="noStrike" kern="1200" cap="none" spc="0" normalizeH="0" baseline="0" noProof="0" dirty="0">
              <a:ln>
                <a:noFill/>
              </a:ln>
              <a:solidFill>
                <a:srgbClr val="1A2233"/>
              </a:solidFill>
              <a:effectLst/>
              <a:uLnTx/>
              <a:uFillTx/>
              <a:latin typeface="Segoe UI" panose="020B0502040204020203" pitchFamily="34" charset="0"/>
              <a:ea typeface="+mn-ea"/>
              <a:cs typeface="+mn-cs"/>
            </a:endParaRPr>
          </a:p>
        </p:txBody>
      </p:sp>
      <p:sp>
        <p:nvSpPr>
          <p:cNvPr id="5" name="Arrow: Down 4">
            <a:extLst>
              <a:ext uri="{FF2B5EF4-FFF2-40B4-BE49-F238E27FC236}">
                <a16:creationId xmlns:a16="http://schemas.microsoft.com/office/drawing/2014/main" id="{C78ADD70-662F-A257-738E-74229E7A4E66}"/>
              </a:ext>
            </a:extLst>
          </p:cNvPr>
          <p:cNvSpPr/>
          <p:nvPr/>
        </p:nvSpPr>
        <p:spPr>
          <a:xfrm rot="14121686" flipH="1">
            <a:off x="4318042" y="4424843"/>
            <a:ext cx="308288" cy="1371848"/>
          </a:xfrm>
          <a:prstGeom prst="downArrow">
            <a:avLst>
              <a:gd name="adj1" fmla="val 0"/>
              <a:gd name="adj2" fmla="val 50000"/>
            </a:avLst>
          </a:prstGeom>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Verdana"/>
              <a:ea typeface="+mn-ea"/>
              <a:cs typeface="+mn-cs"/>
            </a:endParaRPr>
          </a:p>
        </p:txBody>
      </p:sp>
      <p:sp>
        <p:nvSpPr>
          <p:cNvPr id="10" name="Oval 9">
            <a:extLst>
              <a:ext uri="{FF2B5EF4-FFF2-40B4-BE49-F238E27FC236}">
                <a16:creationId xmlns:a16="http://schemas.microsoft.com/office/drawing/2014/main" id="{5ED6E571-14E5-D47F-D738-BD6F9AE90E0D}"/>
              </a:ext>
            </a:extLst>
          </p:cNvPr>
          <p:cNvSpPr/>
          <p:nvPr/>
        </p:nvSpPr>
        <p:spPr>
          <a:xfrm>
            <a:off x="8198902" y="2384119"/>
            <a:ext cx="1391266" cy="408755"/>
          </a:xfrm>
          <a:prstGeom prst="ellipse">
            <a:avLst/>
          </a:prstGeom>
          <a:noFill/>
          <a:ln>
            <a:solidFill>
              <a:schemeClr val="accent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chemeClr val="tx1"/>
                </a:solidFill>
                <a:effectLst/>
                <a:uLnTx/>
                <a:uFillTx/>
                <a:latin typeface="Verdana"/>
                <a:ea typeface="+mn-ea"/>
                <a:cs typeface="+mn-cs"/>
              </a:rPr>
              <a:t>Stepwise addition of rapid…</a:t>
            </a:r>
          </a:p>
        </p:txBody>
      </p:sp>
    </p:spTree>
    <p:extLst>
      <p:ext uri="{BB962C8B-B14F-4D97-AF65-F5344CB8AC3E}">
        <p14:creationId xmlns:p14="http://schemas.microsoft.com/office/powerpoint/2010/main" val="17265061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AF3F519-8505-BB40-5B84-5C0585F38D59}"/>
              </a:ext>
            </a:extLst>
          </p:cNvPr>
          <p:cNvPicPr>
            <a:picLocks noChangeAspect="1"/>
          </p:cNvPicPr>
          <p:nvPr/>
        </p:nvPicPr>
        <p:blipFill>
          <a:blip r:embed="rId2"/>
          <a:srcRect l="16577" r="17384"/>
          <a:stretch>
            <a:fillRect/>
          </a:stretch>
        </p:blipFill>
        <p:spPr>
          <a:xfrm>
            <a:off x="4817806" y="0"/>
            <a:ext cx="7246374" cy="6858000"/>
          </a:xfrm>
          <a:prstGeom prst="rect">
            <a:avLst/>
          </a:prstGeom>
        </p:spPr>
      </p:pic>
      <p:graphicFrame>
        <p:nvGraphicFramePr>
          <p:cNvPr id="4" name="Table 3">
            <a:extLst>
              <a:ext uri="{FF2B5EF4-FFF2-40B4-BE49-F238E27FC236}">
                <a16:creationId xmlns:a16="http://schemas.microsoft.com/office/drawing/2014/main" id="{7BF3610F-1A95-58DB-BA14-A2E84F7FC1F5}"/>
              </a:ext>
            </a:extLst>
          </p:cNvPr>
          <p:cNvGraphicFramePr>
            <a:graphicFrameLocks noGrp="1"/>
          </p:cNvGraphicFramePr>
          <p:nvPr>
            <p:extLst>
              <p:ext uri="{D42A27DB-BD31-4B8C-83A1-F6EECF244321}">
                <p14:modId xmlns:p14="http://schemas.microsoft.com/office/powerpoint/2010/main" val="3756515684"/>
              </p:ext>
            </p:extLst>
          </p:nvPr>
        </p:nvGraphicFramePr>
        <p:xfrm>
          <a:off x="106519" y="2311603"/>
          <a:ext cx="4516047" cy="1225550"/>
        </p:xfrm>
        <a:graphic>
          <a:graphicData uri="http://schemas.openxmlformats.org/drawingml/2006/table">
            <a:tbl>
              <a:tblPr>
                <a:tableStyleId>{5C22544A-7EE6-4342-B048-85BDC9FD1C3A}</a:tableStyleId>
              </a:tblPr>
              <a:tblGrid>
                <a:gridCol w="4516047">
                  <a:extLst>
                    <a:ext uri="{9D8B030D-6E8A-4147-A177-3AD203B41FA5}">
                      <a16:colId xmlns:a16="http://schemas.microsoft.com/office/drawing/2014/main" val="2860684736"/>
                    </a:ext>
                  </a:extLst>
                </a:gridCol>
              </a:tblGrid>
              <a:tr h="551358">
                <a:tc>
                  <a:txBody>
                    <a:bodyPr/>
                    <a:lstStyle/>
                    <a:p>
                      <a:pPr algn="ctr" fontAlgn="b">
                        <a:buNone/>
                      </a:pPr>
                      <a:r>
                        <a:rPr lang="en-US" sz="2000" b="1" u="none" strike="noStrike" dirty="0">
                          <a:effectLst/>
                        </a:rPr>
                        <a:t>After </a:t>
                      </a:r>
                      <a:br>
                        <a:rPr lang="en-US" sz="2000" dirty="0"/>
                      </a:br>
                      <a:r>
                        <a:rPr lang="en-US" sz="2000" b="1" u="none" strike="noStrike" kern="1200" dirty="0">
                          <a:solidFill>
                            <a:schemeClr val="dk1"/>
                          </a:solidFill>
                          <a:effectLst/>
                          <a:latin typeface="+mn-lt"/>
                          <a:ea typeface="+mn-ea"/>
                          <a:cs typeface="+mn-cs"/>
                        </a:rPr>
                        <a:t>BI + GLP-1 RA +</a:t>
                      </a:r>
                      <a:r>
                        <a:rPr lang="en-US" sz="2000" b="1" u="none" strike="noStrike" kern="1200" noProof="0" dirty="0">
                          <a:solidFill>
                            <a:schemeClr val="dk1"/>
                          </a:solidFill>
                          <a:effectLst/>
                          <a:latin typeface="+mn-lt"/>
                          <a:ea typeface="+mn-ea"/>
                          <a:cs typeface="+mn-cs"/>
                        </a:rPr>
                        <a:t>Rapid Acting Insulin </a:t>
                      </a:r>
                      <a:r>
                        <a:rPr lang="en-US" sz="2000" b="1" u="none" strike="noStrike" kern="1200" dirty="0">
                          <a:solidFill>
                            <a:schemeClr val="dk1"/>
                          </a:solidFill>
                          <a:effectLst/>
                          <a:latin typeface="+mn-lt"/>
                          <a:ea typeface="+mn-ea"/>
                          <a:cs typeface="+mn-cs"/>
                        </a:rPr>
                        <a:t>Failure</a:t>
                      </a:r>
                    </a:p>
                    <a:p>
                      <a:pPr marL="0" marR="0" lvl="0" indent="0" algn="ctr" defTabSz="914377" rtl="0" eaLnBrk="1" fontAlgn="b" latinLnBrk="0" hangingPunct="1">
                        <a:lnSpc>
                          <a:spcPct val="100000"/>
                        </a:lnSpc>
                        <a:spcBef>
                          <a:spcPts val="0"/>
                        </a:spcBef>
                        <a:spcAft>
                          <a:spcPts val="0"/>
                        </a:spcAft>
                        <a:buClrTx/>
                        <a:buSzTx/>
                        <a:buFontTx/>
                        <a:buNone/>
                        <a:tabLst/>
                        <a:defRPr/>
                      </a:pPr>
                      <a:r>
                        <a:rPr lang="en-US" sz="2000" b="0" u="none" strike="noStrike" dirty="0">
                          <a:effectLst/>
                        </a:rPr>
                        <a:t>(depends on meal pattern)</a:t>
                      </a:r>
                    </a:p>
                  </a:txBody>
                  <a:tcPr marL="6350" marR="6350" marT="6350" marB="0" anchor="b"/>
                </a:tc>
                <a:extLst>
                  <a:ext uri="{0D108BD9-81ED-4DB2-BD59-A6C34878D82A}">
                    <a16:rowId xmlns:a16="http://schemas.microsoft.com/office/drawing/2014/main" val="3059188839"/>
                  </a:ext>
                </a:extLst>
              </a:tr>
            </a:tbl>
          </a:graphicData>
        </a:graphic>
      </p:graphicFrame>
      <p:pic>
        <p:nvPicPr>
          <p:cNvPr id="6" name="Picture 5">
            <a:extLst>
              <a:ext uri="{FF2B5EF4-FFF2-40B4-BE49-F238E27FC236}">
                <a16:creationId xmlns:a16="http://schemas.microsoft.com/office/drawing/2014/main" id="{B6EDCEE8-A68F-CCCC-CABE-FB9F45732525}"/>
              </a:ext>
            </a:extLst>
          </p:cNvPr>
          <p:cNvPicPr>
            <a:picLocks noChangeAspect="1"/>
          </p:cNvPicPr>
          <p:nvPr/>
        </p:nvPicPr>
        <p:blipFill>
          <a:blip r:embed="rId3"/>
          <a:srcRect l="13262" t="64373" r="20699" b="15556"/>
          <a:stretch>
            <a:fillRect/>
          </a:stretch>
        </p:blipFill>
        <p:spPr>
          <a:xfrm>
            <a:off x="61800" y="4504414"/>
            <a:ext cx="4600094" cy="873831"/>
          </a:xfrm>
          <a:prstGeom prst="rect">
            <a:avLst/>
          </a:prstGeom>
        </p:spPr>
      </p:pic>
      <p:sp>
        <p:nvSpPr>
          <p:cNvPr id="2" name="Rectangle 1">
            <a:extLst>
              <a:ext uri="{FF2B5EF4-FFF2-40B4-BE49-F238E27FC236}">
                <a16:creationId xmlns:a16="http://schemas.microsoft.com/office/drawing/2014/main" id="{7B86A83D-7E20-59D9-D7BE-EDBB9A9C5116}"/>
              </a:ext>
            </a:extLst>
          </p:cNvPr>
          <p:cNvSpPr/>
          <p:nvPr/>
        </p:nvSpPr>
        <p:spPr>
          <a:xfrm>
            <a:off x="9045677" y="2664542"/>
            <a:ext cx="1750142" cy="324464"/>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8614737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81EE2D3-2E78-8EA8-7621-86D8243DC716}"/>
              </a:ext>
            </a:extLst>
          </p:cNvPr>
          <p:cNvPicPr>
            <a:picLocks noChangeAspect="1"/>
          </p:cNvPicPr>
          <p:nvPr/>
        </p:nvPicPr>
        <p:blipFill>
          <a:blip r:embed="rId3"/>
          <a:srcRect l="15950" r="17205"/>
          <a:stretch>
            <a:fillRect/>
          </a:stretch>
        </p:blipFill>
        <p:spPr>
          <a:xfrm>
            <a:off x="4621162" y="0"/>
            <a:ext cx="7334864" cy="6858000"/>
          </a:xfrm>
          <a:prstGeom prst="rect">
            <a:avLst/>
          </a:prstGeom>
        </p:spPr>
      </p:pic>
      <p:graphicFrame>
        <p:nvGraphicFramePr>
          <p:cNvPr id="4" name="Table 3">
            <a:extLst>
              <a:ext uri="{FF2B5EF4-FFF2-40B4-BE49-F238E27FC236}">
                <a16:creationId xmlns:a16="http://schemas.microsoft.com/office/drawing/2014/main" id="{1AFA383C-9BB8-9C0C-1879-16083F1A78E7}"/>
              </a:ext>
            </a:extLst>
          </p:cNvPr>
          <p:cNvGraphicFramePr>
            <a:graphicFrameLocks noGrp="1"/>
          </p:cNvGraphicFramePr>
          <p:nvPr>
            <p:extLst>
              <p:ext uri="{D42A27DB-BD31-4B8C-83A1-F6EECF244321}">
                <p14:modId xmlns:p14="http://schemas.microsoft.com/office/powerpoint/2010/main" val="3190245657"/>
              </p:ext>
            </p:extLst>
          </p:nvPr>
        </p:nvGraphicFramePr>
        <p:xfrm>
          <a:off x="106519" y="1357874"/>
          <a:ext cx="4516047" cy="1225550"/>
        </p:xfrm>
        <a:graphic>
          <a:graphicData uri="http://schemas.openxmlformats.org/drawingml/2006/table">
            <a:tbl>
              <a:tblPr>
                <a:tableStyleId>{5C22544A-7EE6-4342-B048-85BDC9FD1C3A}</a:tableStyleId>
              </a:tblPr>
              <a:tblGrid>
                <a:gridCol w="4516047">
                  <a:extLst>
                    <a:ext uri="{9D8B030D-6E8A-4147-A177-3AD203B41FA5}">
                      <a16:colId xmlns:a16="http://schemas.microsoft.com/office/drawing/2014/main" val="2860684736"/>
                    </a:ext>
                  </a:extLst>
                </a:gridCol>
              </a:tblGrid>
              <a:tr h="551358">
                <a:tc>
                  <a:txBody>
                    <a:bodyPr/>
                    <a:lstStyle/>
                    <a:p>
                      <a:pPr algn="ctr" fontAlgn="b">
                        <a:buNone/>
                      </a:pPr>
                      <a:r>
                        <a:rPr lang="en-US" sz="2000" b="1" u="none" strike="noStrike" dirty="0">
                          <a:effectLst/>
                        </a:rPr>
                        <a:t>After </a:t>
                      </a:r>
                      <a:br>
                        <a:rPr lang="en-US" sz="2000" dirty="0"/>
                      </a:br>
                      <a:r>
                        <a:rPr lang="en-US" sz="2000" b="1" u="none" strike="noStrike" kern="1200" dirty="0">
                          <a:solidFill>
                            <a:schemeClr val="dk1"/>
                          </a:solidFill>
                          <a:effectLst/>
                          <a:latin typeface="+mn-lt"/>
                          <a:ea typeface="+mn-ea"/>
                          <a:cs typeface="+mn-cs"/>
                        </a:rPr>
                        <a:t>BI + GLP-1 RA +</a:t>
                      </a:r>
                      <a:r>
                        <a:rPr lang="en-US" sz="2000" b="1" u="none" strike="noStrike" kern="1200" noProof="0" dirty="0">
                          <a:solidFill>
                            <a:schemeClr val="dk1"/>
                          </a:solidFill>
                          <a:effectLst/>
                          <a:latin typeface="+mn-lt"/>
                          <a:ea typeface="+mn-ea"/>
                          <a:cs typeface="+mn-cs"/>
                        </a:rPr>
                        <a:t>Rapid Acting Insulin </a:t>
                      </a:r>
                      <a:r>
                        <a:rPr lang="en-US" sz="2000" b="1" u="none" strike="noStrike" kern="1200" dirty="0">
                          <a:solidFill>
                            <a:schemeClr val="dk1"/>
                          </a:solidFill>
                          <a:effectLst/>
                          <a:latin typeface="+mn-lt"/>
                          <a:ea typeface="+mn-ea"/>
                          <a:cs typeface="+mn-cs"/>
                        </a:rPr>
                        <a:t>Failure</a:t>
                      </a:r>
                    </a:p>
                    <a:p>
                      <a:pPr marL="0" marR="0" lvl="0" indent="0" algn="ctr" defTabSz="914377" rtl="0" eaLnBrk="1" fontAlgn="b" latinLnBrk="0" hangingPunct="1">
                        <a:lnSpc>
                          <a:spcPct val="100000"/>
                        </a:lnSpc>
                        <a:spcBef>
                          <a:spcPts val="0"/>
                        </a:spcBef>
                        <a:spcAft>
                          <a:spcPts val="0"/>
                        </a:spcAft>
                        <a:buClrTx/>
                        <a:buSzTx/>
                        <a:buFontTx/>
                        <a:buNone/>
                        <a:tabLst/>
                        <a:defRPr/>
                      </a:pPr>
                      <a:r>
                        <a:rPr lang="en-US" sz="2000" b="0" u="none" strike="noStrike" dirty="0">
                          <a:effectLst/>
                        </a:rPr>
                        <a:t>(depends on meal pattern)</a:t>
                      </a:r>
                    </a:p>
                  </a:txBody>
                  <a:tcPr marL="6350" marR="6350" marT="6350" marB="0" anchor="b"/>
                </a:tc>
                <a:extLst>
                  <a:ext uri="{0D108BD9-81ED-4DB2-BD59-A6C34878D82A}">
                    <a16:rowId xmlns:a16="http://schemas.microsoft.com/office/drawing/2014/main" val="3059188839"/>
                  </a:ext>
                </a:extLst>
              </a:tr>
            </a:tbl>
          </a:graphicData>
        </a:graphic>
      </p:graphicFrame>
      <p:pic>
        <p:nvPicPr>
          <p:cNvPr id="5" name="Picture 4">
            <a:extLst>
              <a:ext uri="{FF2B5EF4-FFF2-40B4-BE49-F238E27FC236}">
                <a16:creationId xmlns:a16="http://schemas.microsoft.com/office/drawing/2014/main" id="{7D18BD61-552F-59B6-C96E-D12CBA75D241}"/>
              </a:ext>
            </a:extLst>
          </p:cNvPr>
          <p:cNvPicPr>
            <a:picLocks noChangeAspect="1"/>
          </p:cNvPicPr>
          <p:nvPr/>
        </p:nvPicPr>
        <p:blipFill>
          <a:blip r:embed="rId4"/>
          <a:srcRect l="13262" t="64373" r="20699" b="15556"/>
          <a:stretch>
            <a:fillRect/>
          </a:stretch>
        </p:blipFill>
        <p:spPr>
          <a:xfrm>
            <a:off x="61800" y="3550685"/>
            <a:ext cx="4600094" cy="873831"/>
          </a:xfrm>
          <a:prstGeom prst="rect">
            <a:avLst/>
          </a:prstGeom>
        </p:spPr>
      </p:pic>
      <p:sp>
        <p:nvSpPr>
          <p:cNvPr id="6" name="TextBox 5">
            <a:extLst>
              <a:ext uri="{FF2B5EF4-FFF2-40B4-BE49-F238E27FC236}">
                <a16:creationId xmlns:a16="http://schemas.microsoft.com/office/drawing/2014/main" id="{70FEFB45-4769-AB9B-B391-DD19FFAD5216}"/>
              </a:ext>
            </a:extLst>
          </p:cNvPr>
          <p:cNvSpPr txBox="1"/>
          <p:nvPr/>
        </p:nvSpPr>
        <p:spPr>
          <a:xfrm>
            <a:off x="442753" y="5696257"/>
            <a:ext cx="3174521" cy="378245"/>
          </a:xfrm>
          <a:prstGeom prst="rect">
            <a:avLst/>
          </a:prstGeom>
          <a:noFill/>
        </p:spPr>
        <p:txBody>
          <a:bodyPr wrap="square">
            <a:spAutoFit/>
          </a:bodyPr>
          <a:lstStyle/>
          <a:p>
            <a:pPr algn="ctr" fontAlgn="b">
              <a:buNone/>
            </a:pPr>
            <a:r>
              <a:rPr lang="en-US" sz="1800" b="1" u="none" strike="noStrike" dirty="0">
                <a:effectLst/>
              </a:rPr>
              <a:t>Irregular meal pattern</a:t>
            </a:r>
            <a:endParaRPr lang="en-US" sz="1800" b="1" i="1" u="none" strike="noStrike" dirty="0">
              <a:solidFill>
                <a:srgbClr val="1A2233"/>
              </a:solidFill>
              <a:effectLst/>
              <a:latin typeface="Segoe UI" panose="020B0502040204020203" pitchFamily="34" charset="0"/>
            </a:endParaRPr>
          </a:p>
        </p:txBody>
      </p:sp>
      <p:sp>
        <p:nvSpPr>
          <p:cNvPr id="7" name="Arrow: Down 6">
            <a:extLst>
              <a:ext uri="{FF2B5EF4-FFF2-40B4-BE49-F238E27FC236}">
                <a16:creationId xmlns:a16="http://schemas.microsoft.com/office/drawing/2014/main" id="{6E9D7088-19AE-AB65-0CE0-A0A4CF714023}"/>
              </a:ext>
            </a:extLst>
          </p:cNvPr>
          <p:cNvSpPr/>
          <p:nvPr/>
        </p:nvSpPr>
        <p:spPr>
          <a:xfrm rot="13390150" flipH="1">
            <a:off x="4042317" y="4276454"/>
            <a:ext cx="91794" cy="1678335"/>
          </a:xfrm>
          <a:prstGeom prst="downArrow">
            <a:avLst>
              <a:gd name="adj1" fmla="val 0"/>
              <a:gd name="adj2" fmla="val 50000"/>
            </a:avLst>
          </a:prstGeom>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407782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787CF471-6590-33D2-816E-7543BE180F0C}"/>
              </a:ext>
            </a:extLst>
          </p:cNvPr>
          <p:cNvGraphicFramePr>
            <a:graphicFrameLocks noGrp="1"/>
          </p:cNvGraphicFramePr>
          <p:nvPr>
            <p:extLst>
              <p:ext uri="{D42A27DB-BD31-4B8C-83A1-F6EECF244321}">
                <p14:modId xmlns:p14="http://schemas.microsoft.com/office/powerpoint/2010/main" val="1257805755"/>
              </p:ext>
            </p:extLst>
          </p:nvPr>
        </p:nvGraphicFramePr>
        <p:xfrm>
          <a:off x="441325" y="3377248"/>
          <a:ext cx="11304588" cy="2697480"/>
        </p:xfrm>
        <a:graphic>
          <a:graphicData uri="http://schemas.openxmlformats.org/drawingml/2006/table">
            <a:tbl>
              <a:tblPr/>
              <a:tblGrid>
                <a:gridCol w="11304588">
                  <a:extLst>
                    <a:ext uri="{9D8B030D-6E8A-4147-A177-3AD203B41FA5}">
                      <a16:colId xmlns:a16="http://schemas.microsoft.com/office/drawing/2014/main" val="1265848"/>
                    </a:ext>
                  </a:extLst>
                </a:gridCol>
              </a:tblGrid>
              <a:tr h="0">
                <a:tc>
                  <a:txBody>
                    <a:bodyPr/>
                    <a:lstStyle/>
                    <a:p>
                      <a:pPr fontAlgn="t">
                        <a:lnSpc>
                          <a:spcPts val="1500"/>
                        </a:lnSpc>
                        <a:buNone/>
                      </a:pPr>
                      <a:r>
                        <a:rPr lang="en-US" b="1" i="0" dirty="0">
                          <a:effectLst/>
                          <a:latin typeface="Segoe UI" panose="020B0502040204020203" pitchFamily="34" charset="0"/>
                        </a:rPr>
                        <a:t>Patient currently on Premix</a:t>
                      </a:r>
                    </a:p>
                    <a:p>
                      <a:pPr fontAlgn="t">
                        <a:lnSpc>
                          <a:spcPts val="1500"/>
                        </a:lnSpc>
                        <a:buNone/>
                      </a:pPr>
                      <a:endParaRPr lang="en-US" b="1" i="0" dirty="0">
                        <a:effectLst/>
                        <a:latin typeface="Segoe UI" panose="020B0502040204020203" pitchFamily="34" charset="0"/>
                      </a:endParaRPr>
                    </a:p>
                    <a:p>
                      <a:pPr fontAlgn="t">
                        <a:lnSpc>
                          <a:spcPts val="1500"/>
                        </a:lnSpc>
                        <a:buFont typeface="Arial" panose="020B0604020202020204" pitchFamily="34" charset="0"/>
                        <a:buChar char="•"/>
                      </a:pPr>
                      <a:r>
                        <a:rPr lang="en-US" b="0" i="0" dirty="0">
                          <a:effectLst/>
                          <a:latin typeface="Segoe UI" panose="020B0502040204020203" pitchFamily="34" charset="0"/>
                        </a:rPr>
                        <a:t>Irregular meals → Switch away from premix</a:t>
                      </a:r>
                    </a:p>
                    <a:p>
                      <a:pPr fontAlgn="t">
                        <a:lnSpc>
                          <a:spcPts val="1500"/>
                        </a:lnSpc>
                        <a:buFont typeface="Arial" panose="020B0604020202020204" pitchFamily="34" charset="0"/>
                        <a:buNone/>
                      </a:pPr>
                      <a:endParaRPr lang="en-US" b="0" i="0" dirty="0">
                        <a:effectLst/>
                        <a:latin typeface="Segoe UI" panose="020B0502040204020203" pitchFamily="34" charset="0"/>
                      </a:endParaRPr>
                    </a:p>
                    <a:p>
                      <a:pPr fontAlgn="t">
                        <a:lnSpc>
                          <a:spcPts val="1500"/>
                        </a:lnSpc>
                        <a:buFont typeface="Arial" panose="020B0604020202020204" pitchFamily="34" charset="0"/>
                        <a:buChar char="•"/>
                      </a:pPr>
                      <a:r>
                        <a:rPr lang="en-US" b="0" i="0" dirty="0">
                          <a:effectLst/>
                          <a:latin typeface="Segoe UI" panose="020B0502040204020203" pitchFamily="34" charset="0"/>
                        </a:rPr>
                        <a:t>BMI &gt;30 + GLP‑1 access → Basal + GLP‑1</a:t>
                      </a:r>
                    </a:p>
                    <a:p>
                      <a:pPr fontAlgn="t">
                        <a:lnSpc>
                          <a:spcPts val="1500"/>
                        </a:lnSpc>
                        <a:buFont typeface="Arial" panose="020B0604020202020204" pitchFamily="34" charset="0"/>
                        <a:buChar char="•"/>
                      </a:pPr>
                      <a:endParaRPr lang="en-US" b="0" i="0" dirty="0">
                        <a:effectLst/>
                        <a:latin typeface="Segoe UI" panose="020B0502040204020203" pitchFamily="34" charset="0"/>
                      </a:endParaRPr>
                    </a:p>
                    <a:p>
                      <a:r>
                        <a:rPr lang="en-US" sz="1800" b="0" i="0" u="none" strike="noStrike" kern="1200" baseline="0" dirty="0">
                          <a:solidFill>
                            <a:schemeClr val="tx1"/>
                          </a:solidFill>
                          <a:latin typeface="+mn-lt"/>
                          <a:ea typeface="+mn-ea"/>
                          <a:cs typeface="+mn-cs"/>
                        </a:rPr>
                        <a:t>Premix insulin sometimes requires twice daily administration, and a switch to a Basal-bolus regimen after six months</a:t>
                      </a:r>
                    </a:p>
                    <a:p>
                      <a:endParaRPr lang="en-US" b="0" i="0" dirty="0">
                        <a:effectLst/>
                        <a:latin typeface="Segoe UI" panose="020B0502040204020203" pitchFamily="34" charset="0"/>
                      </a:endParaRPr>
                    </a:p>
                    <a:p>
                      <a:r>
                        <a:rPr lang="en-US" sz="1800" b="0" i="0" u="none" strike="noStrike" kern="1200" baseline="0" dirty="0">
                          <a:solidFill>
                            <a:schemeClr val="tx1"/>
                          </a:solidFill>
                          <a:latin typeface="+mn-lt"/>
                          <a:ea typeface="+mn-ea"/>
                          <a:cs typeface="+mn-cs"/>
                        </a:rPr>
                        <a:t>In settings where simplicity and accessibility are prioritized</a:t>
                      </a:r>
                      <a:endParaRPr lang="en-US" b="0" i="0" dirty="0">
                        <a:effectLst/>
                        <a:latin typeface="Segoe UI" panose="020B0502040204020203" pitchFamily="34" charset="0"/>
                      </a:endParaRPr>
                    </a:p>
                  </a:txBody>
                  <a:tcP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3504689579"/>
                  </a:ext>
                </a:extLst>
              </a:tr>
              <a:tr h="0">
                <a:tc>
                  <a:txBody>
                    <a:bodyPr/>
                    <a:lstStyle/>
                    <a:p>
                      <a:endParaRPr lang="en-US" dirty="0"/>
                    </a:p>
                  </a:txBody>
                  <a:tcPr>
                    <a:lnT w="6350" cap="flat" cmpd="sng" algn="ctr">
                      <a:solidFill>
                        <a:srgbClr val="E6E6E6"/>
                      </a:solidFill>
                      <a:prstDash val="solid"/>
                      <a:round/>
                      <a:headEnd type="none" w="med" len="med"/>
                      <a:tailEnd type="none" w="med" len="med"/>
                    </a:lnT>
                  </a:tcPr>
                </a:tc>
                <a:extLst>
                  <a:ext uri="{0D108BD9-81ED-4DB2-BD59-A6C34878D82A}">
                    <a16:rowId xmlns:a16="http://schemas.microsoft.com/office/drawing/2014/main" val="3024764913"/>
                  </a:ext>
                </a:extLst>
              </a:tr>
            </a:tbl>
          </a:graphicData>
        </a:graphic>
      </p:graphicFrame>
      <p:graphicFrame>
        <p:nvGraphicFramePr>
          <p:cNvPr id="3" name="Table 2">
            <a:extLst>
              <a:ext uri="{FF2B5EF4-FFF2-40B4-BE49-F238E27FC236}">
                <a16:creationId xmlns:a16="http://schemas.microsoft.com/office/drawing/2014/main" id="{569DA4FE-034A-9E2C-D88E-354BDFB657E7}"/>
              </a:ext>
            </a:extLst>
          </p:cNvPr>
          <p:cNvGraphicFramePr>
            <a:graphicFrameLocks noGrp="1"/>
          </p:cNvGraphicFramePr>
          <p:nvPr>
            <p:extLst>
              <p:ext uri="{D42A27DB-BD31-4B8C-83A1-F6EECF244321}">
                <p14:modId xmlns:p14="http://schemas.microsoft.com/office/powerpoint/2010/main" val="2700153221"/>
              </p:ext>
            </p:extLst>
          </p:nvPr>
        </p:nvGraphicFramePr>
        <p:xfrm>
          <a:off x="106519" y="1357874"/>
          <a:ext cx="8998152" cy="551358"/>
        </p:xfrm>
        <a:graphic>
          <a:graphicData uri="http://schemas.openxmlformats.org/drawingml/2006/table">
            <a:tbl>
              <a:tblPr>
                <a:tableStyleId>{5C22544A-7EE6-4342-B048-85BDC9FD1C3A}</a:tableStyleId>
              </a:tblPr>
              <a:tblGrid>
                <a:gridCol w="8998152">
                  <a:extLst>
                    <a:ext uri="{9D8B030D-6E8A-4147-A177-3AD203B41FA5}">
                      <a16:colId xmlns:a16="http://schemas.microsoft.com/office/drawing/2014/main" val="2860684736"/>
                    </a:ext>
                  </a:extLst>
                </a:gridCol>
              </a:tblGrid>
              <a:tr h="551358">
                <a:tc>
                  <a:txBody>
                    <a:bodyPr/>
                    <a:lstStyle/>
                    <a:p>
                      <a:pPr algn="ctr" fontAlgn="b">
                        <a:buNone/>
                      </a:pPr>
                      <a:r>
                        <a:rPr lang="en-US" sz="2000" b="1" u="none" strike="noStrike" dirty="0">
                          <a:effectLst/>
                        </a:rPr>
                        <a:t>After </a:t>
                      </a:r>
                      <a:r>
                        <a:rPr lang="en-US" sz="2000" b="1" u="none" strike="noStrike" kern="1200" dirty="0">
                          <a:solidFill>
                            <a:schemeClr val="dk1"/>
                          </a:solidFill>
                          <a:effectLst/>
                          <a:latin typeface="+mn-lt"/>
                          <a:ea typeface="+mn-ea"/>
                          <a:cs typeface="+mn-cs"/>
                        </a:rPr>
                        <a:t>Premix Failure </a:t>
                      </a:r>
                      <a:r>
                        <a:rPr lang="en-US" sz="2000" b="1" u="none" strike="noStrike" kern="1200" dirty="0">
                          <a:solidFill>
                            <a:schemeClr val="dk1"/>
                          </a:solidFill>
                          <a:effectLst/>
                          <a:highlight>
                            <a:srgbClr val="FFFF00"/>
                          </a:highlight>
                          <a:latin typeface="+mn-lt"/>
                          <a:ea typeface="+mn-ea"/>
                          <a:cs typeface="+mn-cs"/>
                        </a:rPr>
                        <a:t>(to elaborate more)</a:t>
                      </a:r>
                    </a:p>
                  </a:txBody>
                  <a:tcPr marL="6350" marR="6350" marT="6350" marB="0" anchor="b"/>
                </a:tc>
                <a:extLst>
                  <a:ext uri="{0D108BD9-81ED-4DB2-BD59-A6C34878D82A}">
                    <a16:rowId xmlns:a16="http://schemas.microsoft.com/office/drawing/2014/main" val="3059188839"/>
                  </a:ext>
                </a:extLst>
              </a:tr>
            </a:tbl>
          </a:graphicData>
        </a:graphic>
      </p:graphicFrame>
    </p:spTree>
    <p:extLst>
      <p:ext uri="{BB962C8B-B14F-4D97-AF65-F5344CB8AC3E}">
        <p14:creationId xmlns:p14="http://schemas.microsoft.com/office/powerpoint/2010/main" val="18288947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06DB517-570F-28C9-4EC9-052FA8E1BDBC}"/>
              </a:ext>
            </a:extLst>
          </p:cNvPr>
          <p:cNvSpPr txBox="1"/>
          <p:nvPr/>
        </p:nvSpPr>
        <p:spPr>
          <a:xfrm>
            <a:off x="1740310" y="2692794"/>
            <a:ext cx="7403690" cy="923330"/>
          </a:xfrm>
          <a:prstGeom prst="rect">
            <a:avLst/>
          </a:prstGeom>
          <a:noFill/>
        </p:spPr>
        <p:txBody>
          <a:bodyPr wrap="square">
            <a:spAutoFit/>
          </a:bodyPr>
          <a:lstStyle/>
          <a:p>
            <a:r>
              <a:rPr lang="en-US" sz="1800" b="0" i="0" u="none" strike="noStrike" baseline="0" dirty="0">
                <a:latin typeface="StoneSerifStd-Medium"/>
              </a:rPr>
              <a:t>Transition considerations</a:t>
            </a:r>
            <a:r>
              <a:rPr lang="en-US" dirty="0">
                <a:latin typeface="StoneSerifStd-Medium"/>
              </a:rPr>
              <a:t> after basal bolus </a:t>
            </a:r>
            <a:r>
              <a:rPr lang="en-US" sz="1800" b="0" i="0" u="none" strike="noStrike" baseline="0" dirty="0">
                <a:latin typeface="StoneSerifStd-Medium"/>
              </a:rPr>
              <a:t>:</a:t>
            </a:r>
          </a:p>
          <a:p>
            <a:pPr algn="l"/>
            <a:r>
              <a:rPr lang="en-US" sz="1800" b="0" i="0" u="none" strike="noStrike" baseline="0" dirty="0">
                <a:latin typeface="StoneSerifStd-Medium"/>
              </a:rPr>
              <a:t>o Patients failing basal bolus may switch to premix with careful monitoring</a:t>
            </a:r>
          </a:p>
          <a:p>
            <a:pPr algn="l"/>
            <a:r>
              <a:rPr lang="en-US" sz="1800" b="0" i="0" u="none" strike="noStrike" baseline="0" dirty="0">
                <a:latin typeface="StoneSerifStd-Medium"/>
              </a:rPr>
              <a:t>o Interest exists in transitioning insulin users to FRCs of BI and GLP-1 RA</a:t>
            </a:r>
            <a:endParaRPr lang="en-US" dirty="0"/>
          </a:p>
        </p:txBody>
      </p:sp>
      <p:sp>
        <p:nvSpPr>
          <p:cNvPr id="4" name="TextBox 3">
            <a:extLst>
              <a:ext uri="{FF2B5EF4-FFF2-40B4-BE49-F238E27FC236}">
                <a16:creationId xmlns:a16="http://schemas.microsoft.com/office/drawing/2014/main" id="{5F42C020-EDB3-32E5-F87B-282F69D7B28F}"/>
              </a:ext>
            </a:extLst>
          </p:cNvPr>
          <p:cNvSpPr txBox="1"/>
          <p:nvPr/>
        </p:nvSpPr>
        <p:spPr>
          <a:xfrm>
            <a:off x="5810865" y="2680815"/>
            <a:ext cx="6096000" cy="369332"/>
          </a:xfrm>
          <a:prstGeom prst="rect">
            <a:avLst/>
          </a:prstGeom>
          <a:noFill/>
        </p:spPr>
        <p:txBody>
          <a:bodyPr wrap="square">
            <a:spAutoFit/>
          </a:bodyPr>
          <a:lstStyle/>
          <a:p>
            <a:r>
              <a:rPr lang="en-US" sz="1800" b="1" u="none" strike="noStrike" kern="1200" dirty="0">
                <a:solidFill>
                  <a:schemeClr val="dk1"/>
                </a:solidFill>
                <a:effectLst/>
                <a:highlight>
                  <a:srgbClr val="FFFF00"/>
                </a:highlight>
                <a:latin typeface="+mn-lt"/>
                <a:ea typeface="+mn-ea"/>
                <a:cs typeface="+mn-cs"/>
              </a:rPr>
              <a:t>(to elaborate more)</a:t>
            </a:r>
            <a:endParaRPr lang="en-US" dirty="0"/>
          </a:p>
        </p:txBody>
      </p:sp>
    </p:spTree>
    <p:extLst>
      <p:ext uri="{BB962C8B-B14F-4D97-AF65-F5344CB8AC3E}">
        <p14:creationId xmlns:p14="http://schemas.microsoft.com/office/powerpoint/2010/main" val="28708333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Sanofi">
  <a:themeElements>
    <a:clrScheme name="00. Sanofi">
      <a:dk1>
        <a:sysClr val="windowText" lastClr="000000"/>
      </a:dk1>
      <a:lt1>
        <a:sysClr val="window" lastClr="FFFFFF"/>
      </a:lt1>
      <a:dk2>
        <a:srgbClr val="F4F2F6"/>
      </a:dk2>
      <a:lt2>
        <a:srgbClr val="F5F5F5"/>
      </a:lt2>
      <a:accent1>
        <a:srgbClr val="23004C"/>
      </a:accent1>
      <a:accent2>
        <a:srgbClr val="7A00E6"/>
      </a:accent2>
      <a:accent3>
        <a:srgbClr val="ED6C4E"/>
      </a:accent3>
      <a:accent4>
        <a:srgbClr val="62D488"/>
      </a:accent4>
      <a:accent5>
        <a:srgbClr val="F6C243"/>
      </a:accent5>
      <a:accent6>
        <a:srgbClr val="CA99F5"/>
      </a:accent6>
      <a:hlink>
        <a:srgbClr val="62D488"/>
      </a:hlink>
      <a:folHlink>
        <a:srgbClr val="23004C"/>
      </a:folHlink>
    </a:clrScheme>
    <a:fontScheme name="00. Sanofi System">
      <a:majorFont>
        <a:latin typeface="Verdana"/>
        <a:ea typeface=""/>
        <a:cs typeface=""/>
      </a:majorFont>
      <a:minorFont>
        <a:latin typeface="Verdana"/>
        <a:ea typeface=""/>
        <a:cs typeface=""/>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Sanofi Inspirational Presentation - v1.1.potx" id="{4CFEC47B-8BBC-4C05-8510-31BC64FCFB44}" vid="{BFB14AFE-52B0-4134-93B9-0F9EF24536E7}"/>
    </a:ext>
  </a:extLst>
</a:theme>
</file>

<file path=ppt/theme/theme2.xml><?xml version="1.0" encoding="utf-8"?>
<a:theme xmlns:a="http://schemas.openxmlformats.org/drawingml/2006/main" name="Citation">
  <a:themeElements>
    <a:clrScheme name="Citation Design">
      <a:dk1>
        <a:srgbClr val="000000"/>
      </a:dk1>
      <a:lt1>
        <a:srgbClr val="FFFFFF"/>
      </a:lt1>
      <a:dk2>
        <a:srgbClr val="01375D"/>
      </a:dk2>
      <a:lt2>
        <a:srgbClr val="F3F2EF"/>
      </a:lt2>
      <a:accent1>
        <a:srgbClr val="585142"/>
      </a:accent1>
      <a:accent2>
        <a:srgbClr val="C1B4A1"/>
      </a:accent2>
      <a:accent3>
        <a:srgbClr val="815B42"/>
      </a:accent3>
      <a:accent4>
        <a:srgbClr val="73582F"/>
      </a:accent4>
      <a:accent5>
        <a:srgbClr val="58393C"/>
      </a:accent5>
      <a:accent6>
        <a:srgbClr val="85584E"/>
      </a:accent6>
      <a:hlink>
        <a:srgbClr val="E05C37"/>
      </a:hlink>
      <a:folHlink>
        <a:srgbClr val="2E9884"/>
      </a:folHlink>
    </a:clrScheme>
    <a:fontScheme name="Custom 62">
      <a:majorFont>
        <a:latin typeface="Franklin Gothic Heavy"/>
        <a:ea typeface=""/>
        <a:cs typeface=""/>
      </a:majorFont>
      <a:minorFont>
        <a:latin typeface="Selaw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itation design_CoPilot Updates_win32_EF_v8" id="{9DEE9FBB-DC1C-45AA-8B67-111DE4A99BF2}" vid="{E71669C5-CDD3-48AC-A69A-CB015CAC44A0}"/>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d9088468-0951-4aef-9cc3-0a346e475ddc}" enabled="1" method="Privileged" siteId="{aca3c8d6-aa71-4e1a-a10e-03572fc58c0b}" removed="0"/>
</clbl:labelList>
</file>

<file path=docProps/app.xml><?xml version="1.0" encoding="utf-8"?>
<Properties xmlns="http://schemas.openxmlformats.org/officeDocument/2006/extended-properties" xmlns:vt="http://schemas.openxmlformats.org/officeDocument/2006/docPropsVTypes">
  <TotalTime>1056</TotalTime>
  <Words>1810</Words>
  <Application>Microsoft Office PowerPoint</Application>
  <PresentationFormat>Widescreen</PresentationFormat>
  <Paragraphs>206</Paragraphs>
  <Slides>32</Slides>
  <Notes>7</Notes>
  <HiddenSlides>0</HiddenSlides>
  <MMClips>0</MMClips>
  <ScaleCrop>false</ScaleCrop>
  <HeadingPairs>
    <vt:vector size="8" baseType="variant">
      <vt:variant>
        <vt:lpstr>Fonts Used</vt:lpstr>
      </vt:variant>
      <vt:variant>
        <vt:i4>12</vt:i4>
      </vt:variant>
      <vt:variant>
        <vt:lpstr>Theme</vt:lpstr>
      </vt:variant>
      <vt:variant>
        <vt:i4>2</vt:i4>
      </vt:variant>
      <vt:variant>
        <vt:lpstr>Embedded OLE Servers</vt:lpstr>
      </vt:variant>
      <vt:variant>
        <vt:i4>2</vt:i4>
      </vt:variant>
      <vt:variant>
        <vt:lpstr>Slide Titles</vt:lpstr>
      </vt:variant>
      <vt:variant>
        <vt:i4>32</vt:i4>
      </vt:variant>
    </vt:vector>
  </HeadingPairs>
  <TitlesOfParts>
    <vt:vector size="48" baseType="lpstr">
      <vt:lpstr>Aptos</vt:lpstr>
      <vt:lpstr>Arial</vt:lpstr>
      <vt:lpstr>Calibri</vt:lpstr>
      <vt:lpstr>Franklin Gothic Heavy</vt:lpstr>
      <vt:lpstr>Franklin Gothic Medium</vt:lpstr>
      <vt:lpstr>Georgia</vt:lpstr>
      <vt:lpstr>Sanofi Sans 3 Regular</vt:lpstr>
      <vt:lpstr>Segoe UI</vt:lpstr>
      <vt:lpstr>Selawik</vt:lpstr>
      <vt:lpstr>StoneSerifStd-Medium</vt:lpstr>
      <vt:lpstr>Times New Roman</vt:lpstr>
      <vt:lpstr>Verdana</vt:lpstr>
      <vt:lpstr>Sanofi</vt:lpstr>
      <vt:lpstr>Citation</vt:lpstr>
      <vt:lpstr>think-cell Slide</vt:lpstr>
      <vt:lpstr>Diapositive think-cell</vt:lpstr>
      <vt:lpstr>PowerPoint Presentation</vt:lpstr>
      <vt:lpstr>One-Glance Decision Flow for Initiating and Intensifying Injectables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Tarpinian, Sarine /JO</dc:creator>
  <cp:lastModifiedBy>Tarpinian, Sarine /JO</cp:lastModifiedBy>
  <cp:revision>3</cp:revision>
  <dcterms:created xsi:type="dcterms:W3CDTF">2025-05-18T19:46:16Z</dcterms:created>
  <dcterms:modified xsi:type="dcterms:W3CDTF">2026-04-22T12:23:36Z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9088468-0951-4aef-9cc3-0a346e475ddc_Enabled">
    <vt:lpwstr>true</vt:lpwstr>
  </property>
  <property fmtid="{D5CDD505-2E9C-101B-9397-08002B2CF9AE}" pid="3" name="MSIP_Label_d9088468-0951-4aef-9cc3-0a346e475ddc_SetDate">
    <vt:lpwstr>2025-05-18T20:30:01Z</vt:lpwstr>
  </property>
  <property fmtid="{D5CDD505-2E9C-101B-9397-08002B2CF9AE}" pid="4" name="MSIP_Label_d9088468-0951-4aef-9cc3-0a346e475ddc_Method">
    <vt:lpwstr>Privileged</vt:lpwstr>
  </property>
  <property fmtid="{D5CDD505-2E9C-101B-9397-08002B2CF9AE}" pid="5" name="MSIP_Label_d9088468-0951-4aef-9cc3-0a346e475ddc_Name">
    <vt:lpwstr>Public</vt:lpwstr>
  </property>
  <property fmtid="{D5CDD505-2E9C-101B-9397-08002B2CF9AE}" pid="6" name="MSIP_Label_d9088468-0951-4aef-9cc3-0a346e475ddc_SiteId">
    <vt:lpwstr>aca3c8d6-aa71-4e1a-a10e-03572fc58c0b</vt:lpwstr>
  </property>
  <property fmtid="{D5CDD505-2E9C-101B-9397-08002B2CF9AE}" pid="7" name="MSIP_Label_d9088468-0951-4aef-9cc3-0a346e475ddc_ActionId">
    <vt:lpwstr>abaf4555-5ab5-4819-a921-5bdd22e05ac6</vt:lpwstr>
  </property>
  <property fmtid="{D5CDD505-2E9C-101B-9397-08002B2CF9AE}" pid="8" name="MSIP_Label_d9088468-0951-4aef-9cc3-0a346e475ddc_ContentBits">
    <vt:lpwstr>0</vt:lpwstr>
  </property>
</Properties>
</file>