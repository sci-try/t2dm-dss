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theme/theme2.xml" ContentType="application/vnd.openxmlformats-officedocument.theme+xml"/>
  <Override PartName="/ppt/slideLayouts/slideLayout10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712" r:id="rId2"/>
    <p:sldMasterId id="2147483781" r:id="rId3"/>
  </p:sldMasterIdLst>
  <p:notesMasterIdLst>
    <p:notesMasterId r:id="rId69"/>
  </p:notesMasterIdLst>
  <p:sldIdLst>
    <p:sldId id="2147483437" r:id="rId4"/>
    <p:sldId id="2147483588" r:id="rId5"/>
    <p:sldId id="2563" r:id="rId6"/>
    <p:sldId id="2147483551" r:id="rId7"/>
    <p:sldId id="2147483443" r:id="rId8"/>
    <p:sldId id="2147483584" r:id="rId9"/>
    <p:sldId id="2147483518" r:id="rId10"/>
    <p:sldId id="2147483519" r:id="rId11"/>
    <p:sldId id="2147483520" r:id="rId12"/>
    <p:sldId id="2147483442" r:id="rId13"/>
    <p:sldId id="2147483585" r:id="rId14"/>
    <p:sldId id="2147483555" r:id="rId15"/>
    <p:sldId id="2147483556" r:id="rId16"/>
    <p:sldId id="2147483557" r:id="rId17"/>
    <p:sldId id="2147483446" r:id="rId18"/>
    <p:sldId id="2147483586" r:id="rId19"/>
    <p:sldId id="2147483559" r:id="rId20"/>
    <p:sldId id="2147483560" r:id="rId21"/>
    <p:sldId id="2147483563" r:id="rId22"/>
    <p:sldId id="2147483450" r:id="rId23"/>
    <p:sldId id="2147483562" r:id="rId24"/>
    <p:sldId id="2147483564" r:id="rId25"/>
    <p:sldId id="2147483565" r:id="rId26"/>
    <p:sldId id="2147483566" r:id="rId27"/>
    <p:sldId id="2147483463" r:id="rId28"/>
    <p:sldId id="2147483577" r:id="rId29"/>
    <p:sldId id="2147483544" r:id="rId30"/>
    <p:sldId id="2147483536" r:id="rId31"/>
    <p:sldId id="2147483578" r:id="rId32"/>
    <p:sldId id="2147483579" r:id="rId33"/>
    <p:sldId id="2147483580" r:id="rId34"/>
    <p:sldId id="2147483581" r:id="rId35"/>
    <p:sldId id="2147483582" r:id="rId36"/>
    <p:sldId id="2147483593" r:id="rId37"/>
    <p:sldId id="2147483594" r:id="rId38"/>
    <p:sldId id="2147483595" r:id="rId39"/>
    <p:sldId id="2147483596" r:id="rId40"/>
    <p:sldId id="2147483461" r:id="rId41"/>
    <p:sldId id="2147483572" r:id="rId42"/>
    <p:sldId id="2147483573" r:id="rId43"/>
    <p:sldId id="2147483575" r:id="rId44"/>
    <p:sldId id="2147483570" r:id="rId45"/>
    <p:sldId id="2147483598" r:id="rId46"/>
    <p:sldId id="2147483599" r:id="rId47"/>
    <p:sldId id="2147483600" r:id="rId48"/>
    <p:sldId id="2147483601" r:id="rId49"/>
    <p:sldId id="2147483602" r:id="rId50"/>
    <p:sldId id="2147483603" r:id="rId51"/>
    <p:sldId id="2147483604" r:id="rId52"/>
    <p:sldId id="2147483605" r:id="rId53"/>
    <p:sldId id="2147483515" r:id="rId54"/>
    <p:sldId id="2147483589" r:id="rId55"/>
    <p:sldId id="2147483508" r:id="rId56"/>
    <p:sldId id="2147483511" r:id="rId57"/>
    <p:sldId id="2147483590" r:id="rId58"/>
    <p:sldId id="2147483465" r:id="rId59"/>
    <p:sldId id="2147483510" r:id="rId60"/>
    <p:sldId id="2147483514" r:id="rId61"/>
    <p:sldId id="2147483513" r:id="rId62"/>
    <p:sldId id="2147483576" r:id="rId63"/>
    <p:sldId id="2147483549" r:id="rId64"/>
    <p:sldId id="2147483550" r:id="rId65"/>
    <p:sldId id="2147483571" r:id="rId66"/>
    <p:sldId id="2147483470" r:id="rId67"/>
    <p:sldId id="2147483587" r:id="rId6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907A392C-8405-4AB2-8874-8A986B78F757}">
          <p14:sldIdLst>
            <p14:sldId id="2147483437"/>
            <p14:sldId id="2147483588"/>
            <p14:sldId id="2563"/>
            <p14:sldId id="2147483551"/>
          </p14:sldIdLst>
        </p14:section>
        <p14:section name="No injectable | HbA1c &lt;2% | BMI ≤30" id="{6E457282-EFC0-45A9-81EE-65D39C592A85}">
          <p14:sldIdLst>
            <p14:sldId id="2147483443"/>
            <p14:sldId id="2147483584"/>
            <p14:sldId id="2147483518"/>
            <p14:sldId id="2147483519"/>
            <p14:sldId id="2147483520"/>
          </p14:sldIdLst>
        </p14:section>
        <p14:section name="No injectable | HbA1c &lt;2% | BMI &gt;30" id="{5A28C759-25C6-4D8D-AC97-91D34E9A4A51}">
          <p14:sldIdLst>
            <p14:sldId id="2147483442"/>
            <p14:sldId id="2147483585"/>
            <p14:sldId id="2147483555"/>
            <p14:sldId id="2147483556"/>
            <p14:sldId id="2147483557"/>
          </p14:sldIdLst>
        </p14:section>
        <p14:section name="No injectable | HbA1c ≥2% | BMI ≤30" id="{76A666A9-47FF-4C06-9AF6-0B5F03DDD913}">
          <p14:sldIdLst>
            <p14:sldId id="2147483446"/>
            <p14:sldId id="2147483586"/>
            <p14:sldId id="2147483559"/>
            <p14:sldId id="2147483560"/>
            <p14:sldId id="2147483563"/>
          </p14:sldIdLst>
        </p14:section>
        <p14:section name="No injectable | HbA1c ≥2% | BMI &gt;30" id="{954619C3-6B13-4649-8305-36668FC779DD}">
          <p14:sldIdLst>
            <p14:sldId id="2147483450"/>
            <p14:sldId id="2147483562"/>
            <p14:sldId id="2147483564"/>
            <p14:sldId id="2147483565"/>
            <p14:sldId id="2147483566"/>
          </p14:sldIdLst>
        </p14:section>
        <p14:section name="After BI Failure HbA1c &lt;2% above target | All BMIs" id="{E20FB68C-F497-4A44-8B6F-8BF5B3CEF928}">
          <p14:sldIdLst>
            <p14:sldId id="2147483463"/>
            <p14:sldId id="2147483577"/>
            <p14:sldId id="2147483544"/>
            <p14:sldId id="2147483536"/>
            <p14:sldId id="2147483578"/>
          </p14:sldIdLst>
        </p14:section>
        <p14:section name="After BI HbA1c ≥2% above target | BMI ≤30" id="{72E7CE98-35D3-4612-A1C9-EBA29940256F}">
          <p14:sldIdLst>
            <p14:sldId id="2147483579"/>
            <p14:sldId id="2147483580"/>
            <p14:sldId id="2147483581"/>
            <p14:sldId id="2147483582"/>
          </p14:sldIdLst>
        </p14:section>
        <p14:section name="After BI HbA1c ≥2% above target | BMI &gt;30" id="{63EA64CA-530E-4414-BBDD-7D2A271502F0}">
          <p14:sldIdLst>
            <p14:sldId id="2147483593"/>
            <p14:sldId id="2147483594"/>
            <p14:sldId id="2147483595"/>
            <p14:sldId id="2147483596"/>
          </p14:sldIdLst>
        </p14:section>
        <p14:section name="After GLP1-RA Failure" id="{436D6CC1-9E30-48C0-9547-B6463B394D8B}">
          <p14:sldIdLst>
            <p14:sldId id="2147483461"/>
            <p14:sldId id="2147483572"/>
            <p14:sldId id="2147483573"/>
            <p14:sldId id="2147483575"/>
            <p14:sldId id="2147483570"/>
          </p14:sldIdLst>
        </p14:section>
        <p14:section name="After GLP-1 RA HbA1c ≥2% above target | BMI ≤30" id="{0DCD54E5-A986-42C8-A559-37C51BFE6F0F}">
          <p14:sldIdLst>
            <p14:sldId id="2147483598"/>
            <p14:sldId id="2147483599"/>
            <p14:sldId id="2147483600"/>
            <p14:sldId id="2147483601"/>
          </p14:sldIdLst>
        </p14:section>
        <p14:section name="After GLP-1 RA HbA1c ≥2% above target | BMI &gt;30" id="{51BDB791-B51A-41C4-9630-E8FB237DD3FE}">
          <p14:sldIdLst>
            <p14:sldId id="2147483602"/>
            <p14:sldId id="2147483603"/>
            <p14:sldId id="2147483604"/>
            <p14:sldId id="2147483605"/>
          </p14:sldIdLst>
        </p14:section>
        <p14:section name="After BI+GLP1-RA Failure" id="{1A871720-61A7-43F5-9E22-766160B2A1E7}">
          <p14:sldIdLst>
            <p14:sldId id="2147483515"/>
            <p14:sldId id="2147483589"/>
            <p14:sldId id="2147483508"/>
            <p14:sldId id="2147483511"/>
            <p14:sldId id="2147483590"/>
          </p14:sldIdLst>
        </p14:section>
        <p14:section name="After BI+GLP1 RA+RAI failure" id="{43BECAE7-533C-48D3-9A80-7D146BC235C6}">
          <p14:sldIdLst>
            <p14:sldId id="2147483465"/>
            <p14:sldId id="2147483510"/>
            <p14:sldId id="2147483514"/>
            <p14:sldId id="2147483513"/>
            <p14:sldId id="2147483576"/>
          </p14:sldIdLst>
        </p14:section>
        <p14:section name="After PMX failure" id="{C775081C-422E-4039-A7A4-87B09E62AB85}">
          <p14:sldIdLst>
            <p14:sldId id="2147483549"/>
          </p14:sldIdLst>
        </p14:section>
        <p14:section name="After Basal Bolus failure" id="{475AC69F-8586-4AC7-ADF2-B1FE7B05DE5F}">
          <p14:sldIdLst>
            <p14:sldId id="2147483550"/>
            <p14:sldId id="2147483571"/>
            <p14:sldId id="2147483470"/>
            <p14:sldId id="214748358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2214" autoAdjust="0"/>
  </p:normalViewPr>
  <p:slideViewPr>
    <p:cSldViewPr snapToGrid="0">
      <p:cViewPr varScale="1">
        <p:scale>
          <a:sx n="68" d="100"/>
          <a:sy n="68" d="100"/>
        </p:scale>
        <p:origin x="61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slide" Target="slides/slide60.xml"/><Relationship Id="rId68" Type="http://schemas.openxmlformats.org/officeDocument/2006/relationships/slide" Target="slides/slide6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66" Type="http://schemas.openxmlformats.org/officeDocument/2006/relationships/slide" Target="slides/slide63.xml"/><Relationship Id="rId74" Type="http://schemas.microsoft.com/office/2016/11/relationships/changesInfo" Target="changesInfos/changesInfo1.xml"/><Relationship Id="rId5" Type="http://schemas.openxmlformats.org/officeDocument/2006/relationships/slide" Target="slides/slide2.xml"/><Relationship Id="rId61" Type="http://schemas.openxmlformats.org/officeDocument/2006/relationships/slide" Target="slides/slide58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slide" Target="slides/slide61.xml"/><Relationship Id="rId69" Type="http://schemas.openxmlformats.org/officeDocument/2006/relationships/notesMaster" Target="notesMasters/notesMaster1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openxmlformats.org/officeDocument/2006/relationships/slide" Target="slides/slide64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slide" Target="slides/slide59.xml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slide" Target="slides/slide62.xml"/><Relationship Id="rId73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" Type="http://schemas.openxmlformats.org/officeDocument/2006/relationships/slide" Target="slides/slide4.xml"/><Relationship Id="rId7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rpinian, Sarine /JO" userId="42c76afc-7428-4a8d-91b2-9d08dca57af0" providerId="ADAL" clId="{2AA51CB8-08D2-491E-B92D-A89224229E06}"/>
    <pc:docChg chg="undo redo custSel addSld delSld modSld sldOrd delMainMaster addSection delSection modSection">
      <pc:chgData name="Tarpinian, Sarine /JO" userId="42c76afc-7428-4a8d-91b2-9d08dca57af0" providerId="ADAL" clId="{2AA51CB8-08D2-491E-B92D-A89224229E06}" dt="2026-06-01T12:47:19.740" v="38933" actId="729"/>
      <pc:docMkLst>
        <pc:docMk/>
      </pc:docMkLst>
      <pc:sldChg chg="modSp add mod modShow modNotesTx">
        <pc:chgData name="Tarpinian, Sarine /JO" userId="42c76afc-7428-4a8d-91b2-9d08dca57af0" providerId="ADAL" clId="{2AA51CB8-08D2-491E-B92D-A89224229E06}" dt="2026-06-01T12:47:17.640" v="38932" actId="729"/>
        <pc:sldMkLst>
          <pc:docMk/>
          <pc:sldMk cId="2940138417" sldId="2563"/>
        </pc:sldMkLst>
      </pc:sldChg>
      <pc:sldChg chg="mod ord modShow modNotesTx">
        <pc:chgData name="Tarpinian, Sarine /JO" userId="42c76afc-7428-4a8d-91b2-9d08dca57af0" providerId="ADAL" clId="{2AA51CB8-08D2-491E-B92D-A89224229E06}" dt="2026-05-29T13:50:59.861" v="36375" actId="34476"/>
        <pc:sldMkLst>
          <pc:docMk/>
          <pc:sldMk cId="2038900928" sldId="2147483437"/>
        </pc:sldMkLst>
      </pc:sldChg>
      <pc:sldChg chg="mod modShow">
        <pc:chgData name="Tarpinian, Sarine /JO" userId="42c76afc-7428-4a8d-91b2-9d08dca57af0" providerId="ADAL" clId="{2AA51CB8-08D2-491E-B92D-A89224229E06}" dt="2026-05-29T13:50:59.861" v="36375" actId="34476"/>
        <pc:sldMkLst>
          <pc:docMk/>
          <pc:sldMk cId="2742188812" sldId="2147483442"/>
        </pc:sldMkLst>
      </pc:sldChg>
      <pc:sldChg chg="addSp delSp modSp mod modShow">
        <pc:chgData name="Tarpinian, Sarine /JO" userId="42c76afc-7428-4a8d-91b2-9d08dca57af0" providerId="ADAL" clId="{2AA51CB8-08D2-491E-B92D-A89224229E06}" dt="2026-05-29T13:50:59.861" v="36375" actId="34476"/>
        <pc:sldMkLst>
          <pc:docMk/>
          <pc:sldMk cId="3637464053" sldId="2147483443"/>
        </pc:sldMkLst>
        <pc:spChg chg="add mod">
          <ac:chgData name="Tarpinian, Sarine /JO" userId="42c76afc-7428-4a8d-91b2-9d08dca57af0" providerId="ADAL" clId="{2AA51CB8-08D2-491E-B92D-A89224229E06}" dt="2026-05-15T12:41:34.867" v="1566" actId="1076"/>
          <ac:spMkLst>
            <pc:docMk/>
            <pc:sldMk cId="3637464053" sldId="2147483443"/>
            <ac:spMk id="8" creationId="{84BD2CAC-A545-FA97-5B5D-585D721EB5D1}"/>
          </ac:spMkLst>
        </pc:spChg>
      </pc:sldChg>
      <pc:sldChg chg="mod ord modShow">
        <pc:chgData name="Tarpinian, Sarine /JO" userId="42c76afc-7428-4a8d-91b2-9d08dca57af0" providerId="ADAL" clId="{2AA51CB8-08D2-491E-B92D-A89224229E06}" dt="2026-05-29T13:50:59.861" v="36375" actId="34476"/>
        <pc:sldMkLst>
          <pc:docMk/>
          <pc:sldMk cId="2582327097" sldId="2147483446"/>
        </pc:sldMkLst>
      </pc:sldChg>
      <pc:sldChg chg="mod modShow">
        <pc:chgData name="Tarpinian, Sarine /JO" userId="42c76afc-7428-4a8d-91b2-9d08dca57af0" providerId="ADAL" clId="{2AA51CB8-08D2-491E-B92D-A89224229E06}" dt="2026-05-29T08:23:03.507" v="34618" actId="34476"/>
        <pc:sldMkLst>
          <pc:docMk/>
          <pc:sldMk cId="3101028879" sldId="2147483450"/>
        </pc:sldMkLst>
      </pc:sldChg>
      <pc:sldChg chg="addSp delSp modSp add del mod modShow">
        <pc:chgData name="Tarpinian, Sarine /JO" userId="42c76afc-7428-4a8d-91b2-9d08dca57af0" providerId="ADAL" clId="{2AA51CB8-08D2-491E-B92D-A89224229E06}" dt="2026-05-30T19:55:04.920" v="38847" actId="34476"/>
        <pc:sldMkLst>
          <pc:docMk/>
          <pc:sldMk cId="3823857739" sldId="2147483461"/>
        </pc:sldMkLst>
        <pc:spChg chg="mod">
          <ac:chgData name="Tarpinian, Sarine /JO" userId="42c76afc-7428-4a8d-91b2-9d08dca57af0" providerId="ADAL" clId="{2AA51CB8-08D2-491E-B92D-A89224229E06}" dt="2026-05-19T13:48:11.548" v="9431" actId="1035"/>
          <ac:spMkLst>
            <pc:docMk/>
            <pc:sldMk cId="3823857739" sldId="2147483461"/>
            <ac:spMk id="5" creationId="{453B5CB3-9E82-9732-4EC8-D8BF658B7DA0}"/>
          </ac:spMkLst>
        </pc:spChg>
        <pc:spChg chg="add mod">
          <ac:chgData name="Tarpinian, Sarine /JO" userId="42c76afc-7428-4a8d-91b2-9d08dca57af0" providerId="ADAL" clId="{2AA51CB8-08D2-491E-B92D-A89224229E06}" dt="2026-05-19T13:48:11.548" v="9431" actId="1035"/>
          <ac:spMkLst>
            <pc:docMk/>
            <pc:sldMk cId="3823857739" sldId="2147483461"/>
            <ac:spMk id="10" creationId="{12ED02FA-F2D4-211A-7AC4-4A3E5DDFDFDB}"/>
          </ac:spMkLst>
        </pc:spChg>
        <pc:graphicFrameChg chg="mod modGraphic">
          <ac:chgData name="Tarpinian, Sarine /JO" userId="42c76afc-7428-4a8d-91b2-9d08dca57af0" providerId="ADAL" clId="{2AA51CB8-08D2-491E-B92D-A89224229E06}" dt="2026-05-19T13:48:16.818" v="9448" actId="1038"/>
          <ac:graphicFrameMkLst>
            <pc:docMk/>
            <pc:sldMk cId="3823857739" sldId="2147483461"/>
            <ac:graphicFrameMk id="2" creationId="{9879A778-7ABB-8F63-A949-EAA631DC4F53}"/>
          </ac:graphicFrameMkLst>
        </pc:graphicFrameChg>
        <pc:picChg chg="add mod modCrop">
          <ac:chgData name="Tarpinian, Sarine /JO" userId="42c76afc-7428-4a8d-91b2-9d08dca57af0" providerId="ADAL" clId="{2AA51CB8-08D2-491E-B92D-A89224229E06}" dt="2026-05-19T13:48:11.548" v="9431" actId="1035"/>
          <ac:picMkLst>
            <pc:docMk/>
            <pc:sldMk cId="3823857739" sldId="2147483461"/>
            <ac:picMk id="9" creationId="{566FEFC5-C084-66B0-632A-E82DBF036974}"/>
          </ac:picMkLst>
        </pc:picChg>
      </pc:sldChg>
      <pc:sldChg chg="addSp delSp modSp mod ord modShow">
        <pc:chgData name="Tarpinian, Sarine /JO" userId="42c76afc-7428-4a8d-91b2-9d08dca57af0" providerId="ADAL" clId="{2AA51CB8-08D2-491E-B92D-A89224229E06}" dt="2026-05-30T12:11:58.640" v="38068"/>
        <pc:sldMkLst>
          <pc:docMk/>
          <pc:sldMk cId="458500518" sldId="2147483463"/>
        </pc:sldMkLst>
        <pc:spChg chg="add del mod">
          <ac:chgData name="Tarpinian, Sarine /JO" userId="42c76afc-7428-4a8d-91b2-9d08dca57af0" providerId="ADAL" clId="{2AA51CB8-08D2-491E-B92D-A89224229E06}" dt="2026-05-23T21:26:41.140" v="24379" actId="14100"/>
          <ac:spMkLst>
            <pc:docMk/>
            <pc:sldMk cId="458500518" sldId="2147483463"/>
            <ac:spMk id="4" creationId="{E118BE61-8215-5B8A-2B0A-DB01136EE920}"/>
          </ac:spMkLst>
        </pc:spChg>
        <pc:spChg chg="mod">
          <ac:chgData name="Tarpinian, Sarine /JO" userId="42c76afc-7428-4a8d-91b2-9d08dca57af0" providerId="ADAL" clId="{2AA51CB8-08D2-491E-B92D-A89224229E06}" dt="2026-05-29T15:30:25.474" v="36931" actId="1035"/>
          <ac:spMkLst>
            <pc:docMk/>
            <pc:sldMk cId="458500518" sldId="2147483463"/>
            <ac:spMk id="5" creationId="{E1B0412D-0DBC-A7AE-5676-3B04B737E746}"/>
          </ac:spMkLst>
        </pc:spChg>
        <pc:spChg chg="add mod">
          <ac:chgData name="Tarpinian, Sarine /JO" userId="42c76afc-7428-4a8d-91b2-9d08dca57af0" providerId="ADAL" clId="{2AA51CB8-08D2-491E-B92D-A89224229E06}" dt="2026-05-29T15:30:46.565" v="36938" actId="208"/>
          <ac:spMkLst>
            <pc:docMk/>
            <pc:sldMk cId="458500518" sldId="2147483463"/>
            <ac:spMk id="6" creationId="{26E09272-B6B4-2C5C-2A11-241B298C2DA1}"/>
          </ac:spMkLst>
        </pc:spChg>
        <pc:graphicFrameChg chg="mod modGraphic">
          <ac:chgData name="Tarpinian, Sarine /JO" userId="42c76afc-7428-4a8d-91b2-9d08dca57af0" providerId="ADAL" clId="{2AA51CB8-08D2-491E-B92D-A89224229E06}" dt="2026-05-18T21:17:59.653" v="6673" actId="20577"/>
          <ac:graphicFrameMkLst>
            <pc:docMk/>
            <pc:sldMk cId="458500518" sldId="2147483463"/>
            <ac:graphicFrameMk id="2" creationId="{26D51519-0A77-E37C-B147-2934761606A5}"/>
          </ac:graphicFrameMkLst>
        </pc:graphicFrameChg>
        <pc:picChg chg="add del mod">
          <ac:chgData name="Tarpinian, Sarine /JO" userId="42c76afc-7428-4a8d-91b2-9d08dca57af0" providerId="ADAL" clId="{2AA51CB8-08D2-491E-B92D-A89224229E06}" dt="2026-05-23T21:26:32.727" v="24378" actId="478"/>
          <ac:picMkLst>
            <pc:docMk/>
            <pc:sldMk cId="458500518" sldId="2147483463"/>
            <ac:picMk id="3" creationId="{042D9903-CF19-1E3E-58E6-345FD464241E}"/>
          </ac:picMkLst>
        </pc:picChg>
      </pc:sldChg>
      <pc:sldChg chg="addSp delSp modSp new mod ord modShow">
        <pc:chgData name="Tarpinian, Sarine /JO" userId="42c76afc-7428-4a8d-91b2-9d08dca57af0" providerId="ADAL" clId="{2AA51CB8-08D2-491E-B92D-A89224229E06}" dt="2026-05-29T13:46:57.799" v="36306" actId="34476"/>
        <pc:sldMkLst>
          <pc:docMk/>
          <pc:sldMk cId="1861473782" sldId="2147483465"/>
        </pc:sldMkLst>
        <pc:graphicFrameChg chg="add mod modGraphic">
          <ac:chgData name="Tarpinian, Sarine /JO" userId="42c76afc-7428-4a8d-91b2-9d08dca57af0" providerId="ADAL" clId="{2AA51CB8-08D2-491E-B92D-A89224229E06}" dt="2026-05-19T09:29:50.228" v="8661" actId="20577"/>
          <ac:graphicFrameMkLst>
            <pc:docMk/>
            <pc:sldMk cId="1861473782" sldId="2147483465"/>
            <ac:graphicFrameMk id="5" creationId="{8D5F7C19-58E0-0149-29E4-0AC64AD0E154}"/>
          </ac:graphicFrameMkLst>
        </pc:graphicFrameChg>
        <pc:picChg chg="mod">
          <ac:chgData name="Tarpinian, Sarine /JO" userId="42c76afc-7428-4a8d-91b2-9d08dca57af0" providerId="ADAL" clId="{2AA51CB8-08D2-491E-B92D-A89224229E06}" dt="2026-05-19T10:33:49.415" v="9149" actId="1076"/>
          <ac:picMkLst>
            <pc:docMk/>
            <pc:sldMk cId="1861473782" sldId="2147483465"/>
            <ac:picMk id="6" creationId="{B6EDCEE8-A68F-CCCC-CABE-FB9F45732525}"/>
          </ac:picMkLst>
        </pc:picChg>
      </pc:sldChg>
      <pc:sldChg chg="delSp add del mod setBg modShow">
        <pc:chgData name="Tarpinian, Sarine /JO" userId="42c76afc-7428-4a8d-91b2-9d08dca57af0" providerId="ADAL" clId="{2AA51CB8-08D2-491E-B92D-A89224229E06}" dt="2026-05-30T20:12:50.240" v="38931" actId="478"/>
        <pc:sldMkLst>
          <pc:docMk/>
          <pc:sldMk cId="0" sldId="2147483470"/>
        </pc:sldMkLst>
      </pc:sldChg>
      <pc:sldChg chg="addSp delSp modSp add mod modShow">
        <pc:chgData name="Tarpinian, Sarine /JO" userId="42c76afc-7428-4a8d-91b2-9d08dca57af0" providerId="ADAL" clId="{2AA51CB8-08D2-491E-B92D-A89224229E06}" dt="2026-05-30T12:18:17.674" v="38096" actId="1076"/>
        <pc:sldMkLst>
          <pc:docMk/>
          <pc:sldMk cId="2156460779" sldId="2147483508"/>
        </pc:sldMkLst>
        <pc:spChg chg="add mod">
          <ac:chgData name="Tarpinian, Sarine /JO" userId="42c76afc-7428-4a8d-91b2-9d08dca57af0" providerId="ADAL" clId="{2AA51CB8-08D2-491E-B92D-A89224229E06}" dt="2026-05-30T12:18:13.824" v="38095" actId="14100"/>
          <ac:spMkLst>
            <pc:docMk/>
            <pc:sldMk cId="2156460779" sldId="2147483508"/>
            <ac:spMk id="3" creationId="{AF8F66DC-C22F-7323-5A8F-80357A63703D}"/>
          </ac:spMkLst>
        </pc:spChg>
        <pc:spChg chg="add mod">
          <ac:chgData name="Tarpinian, Sarine /JO" userId="42c76afc-7428-4a8d-91b2-9d08dca57af0" providerId="ADAL" clId="{2AA51CB8-08D2-491E-B92D-A89224229E06}" dt="2026-05-27T14:58:56.420" v="31813" actId="1076"/>
          <ac:spMkLst>
            <pc:docMk/>
            <pc:sldMk cId="2156460779" sldId="2147483508"/>
            <ac:spMk id="4" creationId="{08CD8D6F-13FF-8ED2-FCAC-6242FC9A2E51}"/>
          </ac:spMkLst>
        </pc:spChg>
        <pc:picChg chg="add mod modCrop">
          <ac:chgData name="Tarpinian, Sarine /JO" userId="42c76afc-7428-4a8d-91b2-9d08dca57af0" providerId="ADAL" clId="{2AA51CB8-08D2-491E-B92D-A89224229E06}" dt="2026-05-30T12:18:17.674" v="38096" actId="1076"/>
          <ac:picMkLst>
            <pc:docMk/>
            <pc:sldMk cId="2156460779" sldId="2147483508"/>
            <ac:picMk id="5" creationId="{07D04273-F29E-8C87-46B7-D25A7BD82B24}"/>
          </ac:picMkLst>
        </pc:picChg>
      </pc:sldChg>
      <pc:sldChg chg="addSp delSp modSp add mod ord modShow modNotesTx">
        <pc:chgData name="Tarpinian, Sarine /JO" userId="42c76afc-7428-4a8d-91b2-9d08dca57af0" providerId="ADAL" clId="{2AA51CB8-08D2-491E-B92D-A89224229E06}" dt="2026-05-30T12:25:29.409" v="38143" actId="14100"/>
        <pc:sldMkLst>
          <pc:docMk/>
          <pc:sldMk cId="1781047429" sldId="2147483510"/>
        </pc:sldMkLst>
        <pc:spChg chg="add mod">
          <ac:chgData name="Tarpinian, Sarine /JO" userId="42c76afc-7428-4a8d-91b2-9d08dca57af0" providerId="ADAL" clId="{2AA51CB8-08D2-491E-B92D-A89224229E06}" dt="2026-05-27T15:40:40.384" v="31882" actId="1076"/>
          <ac:spMkLst>
            <pc:docMk/>
            <pc:sldMk cId="1781047429" sldId="2147483510"/>
            <ac:spMk id="7" creationId="{C44EDF2F-00A5-A29E-2101-165F64ADC91A}"/>
          </ac:spMkLst>
        </pc:spChg>
        <pc:spChg chg="add mod">
          <ac:chgData name="Tarpinian, Sarine /JO" userId="42c76afc-7428-4a8d-91b2-9d08dca57af0" providerId="ADAL" clId="{2AA51CB8-08D2-491E-B92D-A89224229E06}" dt="2026-05-30T12:25:26.009" v="38142" actId="14100"/>
          <ac:spMkLst>
            <pc:docMk/>
            <pc:sldMk cId="1781047429" sldId="2147483510"/>
            <ac:spMk id="27" creationId="{6DC291DF-6FF4-E22F-3486-21F127506115}"/>
          </ac:spMkLst>
        </pc:spChg>
        <pc:picChg chg="add mod modCrop">
          <ac:chgData name="Tarpinian, Sarine /JO" userId="42c76afc-7428-4a8d-91b2-9d08dca57af0" providerId="ADAL" clId="{2AA51CB8-08D2-491E-B92D-A89224229E06}" dt="2026-05-30T12:25:29.409" v="38143" actId="14100"/>
          <ac:picMkLst>
            <pc:docMk/>
            <pc:sldMk cId="1781047429" sldId="2147483510"/>
            <ac:picMk id="3" creationId="{AF079444-5B65-9975-29FE-16FCA561DA21}"/>
          </ac:picMkLst>
        </pc:picChg>
      </pc:sldChg>
      <pc:sldChg chg="addSp delSp modSp add mod modShow">
        <pc:chgData name="Tarpinian, Sarine /JO" userId="42c76afc-7428-4a8d-91b2-9d08dca57af0" providerId="ADAL" clId="{2AA51CB8-08D2-491E-B92D-A89224229E06}" dt="2026-05-30T12:20:01.495" v="38105" actId="14100"/>
        <pc:sldMkLst>
          <pc:docMk/>
          <pc:sldMk cId="3608116060" sldId="2147483511"/>
        </pc:sldMkLst>
        <pc:spChg chg="add mod">
          <ac:chgData name="Tarpinian, Sarine /JO" userId="42c76afc-7428-4a8d-91b2-9d08dca57af0" providerId="ADAL" clId="{2AA51CB8-08D2-491E-B92D-A89224229E06}" dt="2026-05-30T12:18:21.722" v="38097" actId="14100"/>
          <ac:spMkLst>
            <pc:docMk/>
            <pc:sldMk cId="3608116060" sldId="2147483511"/>
            <ac:spMk id="2" creationId="{E14D8E31-502B-1DA1-0A28-FC3203DA8925}"/>
          </ac:spMkLst>
        </pc:spChg>
        <pc:spChg chg="add mod">
          <ac:chgData name="Tarpinian, Sarine /JO" userId="42c76afc-7428-4a8d-91b2-9d08dca57af0" providerId="ADAL" clId="{2AA51CB8-08D2-491E-B92D-A89224229E06}" dt="2026-05-27T14:59:13.581" v="31817" actId="1076"/>
          <ac:spMkLst>
            <pc:docMk/>
            <pc:sldMk cId="3608116060" sldId="2147483511"/>
            <ac:spMk id="4" creationId="{F93A1231-A7EE-8369-D0FD-71CB23658BAB}"/>
          </ac:spMkLst>
        </pc:spChg>
        <pc:picChg chg="add mod modCrop">
          <ac:chgData name="Tarpinian, Sarine /JO" userId="42c76afc-7428-4a8d-91b2-9d08dca57af0" providerId="ADAL" clId="{2AA51CB8-08D2-491E-B92D-A89224229E06}" dt="2026-05-30T12:20:01.495" v="38105" actId="14100"/>
          <ac:picMkLst>
            <pc:docMk/>
            <pc:sldMk cId="3608116060" sldId="2147483511"/>
            <ac:picMk id="5" creationId="{C79F7B8F-A456-6412-F68E-F7164284A135}"/>
          </ac:picMkLst>
        </pc:picChg>
      </pc:sldChg>
      <pc:sldChg chg="addSp delSp modSp add mod modShow">
        <pc:chgData name="Tarpinian, Sarine /JO" userId="42c76afc-7428-4a8d-91b2-9d08dca57af0" providerId="ADAL" clId="{2AA51CB8-08D2-491E-B92D-A89224229E06}" dt="2026-05-30T12:26:37.354" v="38156" actId="14100"/>
        <pc:sldMkLst>
          <pc:docMk/>
          <pc:sldMk cId="2366429101" sldId="2147483513"/>
        </pc:sldMkLst>
        <pc:spChg chg="add mod">
          <ac:chgData name="Tarpinian, Sarine /JO" userId="42c76afc-7428-4a8d-91b2-9d08dca57af0" providerId="ADAL" clId="{2AA51CB8-08D2-491E-B92D-A89224229E06}" dt="2026-05-30T12:25:20.192" v="38141" actId="14100"/>
          <ac:spMkLst>
            <pc:docMk/>
            <pc:sldMk cId="2366429101" sldId="2147483513"/>
            <ac:spMk id="2" creationId="{01566741-B04F-95D0-8FB9-BA64557C95B3}"/>
          </ac:spMkLst>
        </pc:spChg>
        <pc:spChg chg="add mod">
          <ac:chgData name="Tarpinian, Sarine /JO" userId="42c76afc-7428-4a8d-91b2-9d08dca57af0" providerId="ADAL" clId="{2AA51CB8-08D2-491E-B92D-A89224229E06}" dt="2026-05-27T10:05:01.615" v="31619" actId="1076"/>
          <ac:spMkLst>
            <pc:docMk/>
            <pc:sldMk cId="2366429101" sldId="2147483513"/>
            <ac:spMk id="4" creationId="{600EF822-213F-2915-38A5-37754DCFED4C}"/>
          </ac:spMkLst>
        </pc:spChg>
        <pc:picChg chg="add mod modCrop">
          <ac:chgData name="Tarpinian, Sarine /JO" userId="42c76afc-7428-4a8d-91b2-9d08dca57af0" providerId="ADAL" clId="{2AA51CB8-08D2-491E-B92D-A89224229E06}" dt="2026-05-30T12:26:37.354" v="38156" actId="14100"/>
          <ac:picMkLst>
            <pc:docMk/>
            <pc:sldMk cId="2366429101" sldId="2147483513"/>
            <ac:picMk id="5" creationId="{BBE2F6E4-99D4-7541-9BB4-E5B37697B78C}"/>
          </ac:picMkLst>
        </pc:picChg>
      </pc:sldChg>
      <pc:sldChg chg="addSp delSp modSp add mod ord modShow">
        <pc:chgData name="Tarpinian, Sarine /JO" userId="42c76afc-7428-4a8d-91b2-9d08dca57af0" providerId="ADAL" clId="{2AA51CB8-08D2-491E-B92D-A89224229E06}" dt="2026-05-30T12:25:36.299" v="38147" actId="1036"/>
        <pc:sldMkLst>
          <pc:docMk/>
          <pc:sldMk cId="1902190547" sldId="2147483514"/>
        </pc:sldMkLst>
        <pc:spChg chg="add mod">
          <ac:chgData name="Tarpinian, Sarine /JO" userId="42c76afc-7428-4a8d-91b2-9d08dca57af0" providerId="ADAL" clId="{2AA51CB8-08D2-491E-B92D-A89224229E06}" dt="2026-05-30T12:25:32.697" v="38144" actId="14100"/>
          <ac:spMkLst>
            <pc:docMk/>
            <pc:sldMk cId="1902190547" sldId="2147483514"/>
            <ac:spMk id="2" creationId="{9D20833C-C6E4-8D2B-083D-D758D1CF5D98}"/>
          </ac:spMkLst>
        </pc:spChg>
        <pc:spChg chg="add mod">
          <ac:chgData name="Tarpinian, Sarine /JO" userId="42c76afc-7428-4a8d-91b2-9d08dca57af0" providerId="ADAL" clId="{2AA51CB8-08D2-491E-B92D-A89224229E06}" dt="2026-05-27T10:04:38.294" v="31610" actId="1076"/>
          <ac:spMkLst>
            <pc:docMk/>
            <pc:sldMk cId="1902190547" sldId="2147483514"/>
            <ac:spMk id="5" creationId="{4F6C590C-BC6F-7615-4D3A-EED168F8AD5C}"/>
          </ac:spMkLst>
        </pc:spChg>
        <pc:picChg chg="add mod modCrop">
          <ac:chgData name="Tarpinian, Sarine /JO" userId="42c76afc-7428-4a8d-91b2-9d08dca57af0" providerId="ADAL" clId="{2AA51CB8-08D2-491E-B92D-A89224229E06}" dt="2026-05-30T12:25:36.299" v="38147" actId="1036"/>
          <ac:picMkLst>
            <pc:docMk/>
            <pc:sldMk cId="1902190547" sldId="2147483514"/>
            <ac:picMk id="4" creationId="{48786F4D-B71E-4CE2-FD95-6F4091FD4CF9}"/>
          </ac:picMkLst>
        </pc:picChg>
      </pc:sldChg>
      <pc:sldChg chg="delSp modSp add mod ord modShow">
        <pc:chgData name="Tarpinian, Sarine /JO" userId="42c76afc-7428-4a8d-91b2-9d08dca57af0" providerId="ADAL" clId="{2AA51CB8-08D2-491E-B92D-A89224229E06}" dt="2026-05-29T08:23:03.507" v="34618" actId="34476"/>
        <pc:sldMkLst>
          <pc:docMk/>
          <pc:sldMk cId="1773443068" sldId="2147483515"/>
        </pc:sldMkLst>
        <pc:spChg chg="mod">
          <ac:chgData name="Tarpinian, Sarine /JO" userId="42c76afc-7428-4a8d-91b2-9d08dca57af0" providerId="ADAL" clId="{2AA51CB8-08D2-491E-B92D-A89224229E06}" dt="2026-05-19T10:31:07.136" v="9138" actId="1076"/>
          <ac:spMkLst>
            <pc:docMk/>
            <pc:sldMk cId="1773443068" sldId="2147483515"/>
            <ac:spMk id="7" creationId="{1EF9D451-4CCF-B691-04CF-1EE1C22C68C1}"/>
          </ac:spMkLst>
        </pc:spChg>
        <pc:graphicFrameChg chg="mod modGraphic">
          <ac:chgData name="Tarpinian, Sarine /JO" userId="42c76afc-7428-4a8d-91b2-9d08dca57af0" providerId="ADAL" clId="{2AA51CB8-08D2-491E-B92D-A89224229E06}" dt="2026-05-19T10:31:30.838" v="9143" actId="1076"/>
          <ac:graphicFrameMkLst>
            <pc:docMk/>
            <pc:sldMk cId="1773443068" sldId="2147483515"/>
            <ac:graphicFrameMk id="4" creationId="{B01D5B4F-AC22-0725-5EC9-F69B763299EF}"/>
          </ac:graphicFrameMkLst>
        </pc:graphicFrameChg>
        <pc:picChg chg="mod">
          <ac:chgData name="Tarpinian, Sarine /JO" userId="42c76afc-7428-4a8d-91b2-9d08dca57af0" providerId="ADAL" clId="{2AA51CB8-08D2-491E-B92D-A89224229E06}" dt="2026-05-19T10:31:07.136" v="9138" actId="1076"/>
          <ac:picMkLst>
            <pc:docMk/>
            <pc:sldMk cId="1773443068" sldId="2147483515"/>
            <ac:picMk id="6" creationId="{C59C49F4-0BEB-F5AE-CC90-3368591A8D38}"/>
          </ac:picMkLst>
        </pc:picChg>
      </pc:sldChg>
      <pc:sldChg chg="addSp delSp modSp add mod modShow">
        <pc:chgData name="Tarpinian, Sarine /JO" userId="42c76afc-7428-4a8d-91b2-9d08dca57af0" providerId="ADAL" clId="{2AA51CB8-08D2-491E-B92D-A89224229E06}" dt="2026-05-30T12:57:48.381" v="38251" actId="21"/>
        <pc:sldMkLst>
          <pc:docMk/>
          <pc:sldMk cId="1432138323" sldId="2147483518"/>
        </pc:sldMkLst>
        <pc:spChg chg="add mod">
          <ac:chgData name="Tarpinian, Sarine /JO" userId="42c76afc-7428-4a8d-91b2-9d08dca57af0" providerId="ADAL" clId="{2AA51CB8-08D2-491E-B92D-A89224229E06}" dt="2026-05-29T08:25:15.588" v="34652" actId="14100"/>
          <ac:spMkLst>
            <pc:docMk/>
            <pc:sldMk cId="1432138323" sldId="2147483518"/>
            <ac:spMk id="2" creationId="{2D9336E5-DC8A-6CDB-F07D-8BD09E8D0AF8}"/>
          </ac:spMkLst>
        </pc:spChg>
        <pc:spChg chg="add mod">
          <ac:chgData name="Tarpinian, Sarine /JO" userId="42c76afc-7428-4a8d-91b2-9d08dca57af0" providerId="ADAL" clId="{2AA51CB8-08D2-491E-B92D-A89224229E06}" dt="2026-05-30T10:09:02.485" v="37866" actId="1076"/>
          <ac:spMkLst>
            <pc:docMk/>
            <pc:sldMk cId="1432138323" sldId="2147483518"/>
            <ac:spMk id="3" creationId="{AC92EDD5-CEDF-34C4-4B52-5213B650D6B3}"/>
          </ac:spMkLst>
        </pc:spChg>
        <pc:picChg chg="add del mod">
          <ac:chgData name="Tarpinian, Sarine /JO" userId="42c76afc-7428-4a8d-91b2-9d08dca57af0" providerId="ADAL" clId="{2AA51CB8-08D2-491E-B92D-A89224229E06}" dt="2026-05-30T10:08:59.569" v="37865" actId="1076"/>
          <ac:picMkLst>
            <pc:docMk/>
            <pc:sldMk cId="1432138323" sldId="2147483518"/>
            <ac:picMk id="13" creationId="{DE572BF8-426D-97B1-E439-BAF6A5CE2BAE}"/>
          </ac:picMkLst>
        </pc:picChg>
      </pc:sldChg>
      <pc:sldChg chg="addSp delSp modSp add mod modShow modNotesTx">
        <pc:chgData name="Tarpinian, Sarine /JO" userId="42c76afc-7428-4a8d-91b2-9d08dca57af0" providerId="ADAL" clId="{2AA51CB8-08D2-491E-B92D-A89224229E06}" dt="2026-05-30T10:21:22.072" v="37907" actId="1076"/>
        <pc:sldMkLst>
          <pc:docMk/>
          <pc:sldMk cId="556322901" sldId="2147483519"/>
        </pc:sldMkLst>
        <pc:spChg chg="add mod">
          <ac:chgData name="Tarpinian, Sarine /JO" userId="42c76afc-7428-4a8d-91b2-9d08dca57af0" providerId="ADAL" clId="{2AA51CB8-08D2-491E-B92D-A89224229E06}" dt="2026-05-24T19:15:27.033" v="24972" actId="207"/>
          <ac:spMkLst>
            <pc:docMk/>
            <pc:sldMk cId="556322901" sldId="2147483519"/>
            <ac:spMk id="2" creationId="{EF15B945-8399-E957-38E1-83BAA1B3283A}"/>
          </ac:spMkLst>
        </pc:spChg>
        <pc:spChg chg="add mod">
          <ac:chgData name="Tarpinian, Sarine /JO" userId="42c76afc-7428-4a8d-91b2-9d08dca57af0" providerId="ADAL" clId="{2AA51CB8-08D2-491E-B92D-A89224229E06}" dt="2026-05-30T10:21:14.885" v="37904" actId="14100"/>
          <ac:spMkLst>
            <pc:docMk/>
            <pc:sldMk cId="556322901" sldId="2147483519"/>
            <ac:spMk id="3" creationId="{C631F55D-5EC4-45E0-4091-6F69BE0BA22B}"/>
          </ac:spMkLst>
        </pc:spChg>
        <pc:spChg chg="mod">
          <ac:chgData name="Tarpinian, Sarine /JO" userId="42c76afc-7428-4a8d-91b2-9d08dca57af0" providerId="ADAL" clId="{2AA51CB8-08D2-491E-B92D-A89224229E06}" dt="2026-05-20T22:10:38.480" v="14585" actId="21"/>
          <ac:spMkLst>
            <pc:docMk/>
            <pc:sldMk cId="556322901" sldId="2147483519"/>
            <ac:spMk id="4" creationId="{2CEC9A76-73F9-6CFF-BFE7-6F8DFC216C18}"/>
          </ac:spMkLst>
        </pc:spChg>
        <pc:spChg chg="add mod">
          <ac:chgData name="Tarpinian, Sarine /JO" userId="42c76afc-7428-4a8d-91b2-9d08dca57af0" providerId="ADAL" clId="{2AA51CB8-08D2-491E-B92D-A89224229E06}" dt="2026-05-30T10:21:22.072" v="37907" actId="1076"/>
          <ac:spMkLst>
            <pc:docMk/>
            <pc:sldMk cId="556322901" sldId="2147483519"/>
            <ac:spMk id="11" creationId="{843611B7-152C-72B0-72C6-C0C273360CD4}"/>
          </ac:spMkLst>
        </pc:spChg>
        <pc:picChg chg="add mod modCrop">
          <ac:chgData name="Tarpinian, Sarine /JO" userId="42c76afc-7428-4a8d-91b2-9d08dca57af0" providerId="ADAL" clId="{2AA51CB8-08D2-491E-B92D-A89224229E06}" dt="2026-05-30T10:21:19.366" v="37906" actId="1076"/>
          <ac:picMkLst>
            <pc:docMk/>
            <pc:sldMk cId="556322901" sldId="2147483519"/>
            <ac:picMk id="6" creationId="{E53548EA-44B6-112C-E0E9-9B38FC2EC96D}"/>
          </ac:picMkLst>
        </pc:picChg>
      </pc:sldChg>
      <pc:sldChg chg="addSp delSp modSp add mod modShow">
        <pc:chgData name="Tarpinian, Sarine /JO" userId="42c76afc-7428-4a8d-91b2-9d08dca57af0" providerId="ADAL" clId="{2AA51CB8-08D2-491E-B92D-A89224229E06}" dt="2026-05-30T10:21:11.231" v="37903" actId="1076"/>
        <pc:sldMkLst>
          <pc:docMk/>
          <pc:sldMk cId="3837035672" sldId="2147483520"/>
        </pc:sldMkLst>
        <pc:spChg chg="add mod">
          <ac:chgData name="Tarpinian, Sarine /JO" userId="42c76afc-7428-4a8d-91b2-9d08dca57af0" providerId="ADAL" clId="{2AA51CB8-08D2-491E-B92D-A89224229E06}" dt="2026-05-24T19:15:40.671" v="24990" actId="1038"/>
          <ac:spMkLst>
            <pc:docMk/>
            <pc:sldMk cId="3837035672" sldId="2147483520"/>
            <ac:spMk id="2" creationId="{40111821-DA0D-4442-E295-C1796019A020}"/>
          </ac:spMkLst>
        </pc:spChg>
        <pc:spChg chg="add mod">
          <ac:chgData name="Tarpinian, Sarine /JO" userId="42c76afc-7428-4a8d-91b2-9d08dca57af0" providerId="ADAL" clId="{2AA51CB8-08D2-491E-B92D-A89224229E06}" dt="2026-05-30T10:21:09.019" v="37902" actId="1076"/>
          <ac:spMkLst>
            <pc:docMk/>
            <pc:sldMk cId="3837035672" sldId="2147483520"/>
            <ac:spMk id="3" creationId="{485E3171-D7AC-2F15-4B37-6B356DD05997}"/>
          </ac:spMkLst>
        </pc:spChg>
        <pc:spChg chg="add mod">
          <ac:chgData name="Tarpinian, Sarine /JO" userId="42c76afc-7428-4a8d-91b2-9d08dca57af0" providerId="ADAL" clId="{2AA51CB8-08D2-491E-B92D-A89224229E06}" dt="2026-05-30T10:21:11.231" v="37903" actId="1076"/>
          <ac:spMkLst>
            <pc:docMk/>
            <pc:sldMk cId="3837035672" sldId="2147483520"/>
            <ac:spMk id="5" creationId="{46676DAB-DD60-0280-899E-B367B0B2EC1C}"/>
          </ac:spMkLst>
        </pc:spChg>
        <pc:picChg chg="add mod modCrop">
          <ac:chgData name="Tarpinian, Sarine /JO" userId="42c76afc-7428-4a8d-91b2-9d08dca57af0" providerId="ADAL" clId="{2AA51CB8-08D2-491E-B92D-A89224229E06}" dt="2026-05-30T10:21:06.298" v="37901" actId="1076"/>
          <ac:picMkLst>
            <pc:docMk/>
            <pc:sldMk cId="3837035672" sldId="2147483520"/>
            <ac:picMk id="6" creationId="{7A6EB71A-739C-E058-BD56-1C64E44D5E47}"/>
          </ac:picMkLst>
        </pc:picChg>
      </pc:sldChg>
      <pc:sldChg chg="addSp delSp modSp add mod modShow">
        <pc:chgData name="Tarpinian, Sarine /JO" userId="42c76afc-7428-4a8d-91b2-9d08dca57af0" providerId="ADAL" clId="{2AA51CB8-08D2-491E-B92D-A89224229E06}" dt="2026-05-30T18:35:14.929" v="38430" actId="1076"/>
        <pc:sldMkLst>
          <pc:docMk/>
          <pc:sldMk cId="744342508" sldId="2147483536"/>
        </pc:sldMkLst>
        <pc:spChg chg="add del mod">
          <ac:chgData name="Tarpinian, Sarine /JO" userId="42c76afc-7428-4a8d-91b2-9d08dca57af0" providerId="ADAL" clId="{2AA51CB8-08D2-491E-B92D-A89224229E06}" dt="2026-05-30T18:31:28.568" v="38419" actId="20577"/>
          <ac:spMkLst>
            <pc:docMk/>
            <pc:sldMk cId="744342508" sldId="2147483536"/>
            <ac:spMk id="2" creationId="{D565B6FC-5279-EF8F-3722-111DF52C3540}"/>
          </ac:spMkLst>
        </pc:spChg>
        <pc:spChg chg="add mod">
          <ac:chgData name="Tarpinian, Sarine /JO" userId="42c76afc-7428-4a8d-91b2-9d08dca57af0" providerId="ADAL" clId="{2AA51CB8-08D2-491E-B92D-A89224229E06}" dt="2026-05-24T19:21:12.425" v="25018" actId="1035"/>
          <ac:spMkLst>
            <pc:docMk/>
            <pc:sldMk cId="744342508" sldId="2147483536"/>
            <ac:spMk id="3" creationId="{5659DC64-37EB-D4BB-6F78-2F7381CBDCCF}"/>
          </ac:spMkLst>
        </pc:spChg>
        <pc:spChg chg="add mod">
          <ac:chgData name="Tarpinian, Sarine /JO" userId="42c76afc-7428-4a8d-91b2-9d08dca57af0" providerId="ADAL" clId="{2AA51CB8-08D2-491E-B92D-A89224229E06}" dt="2026-05-30T18:35:14.929" v="38430" actId="1076"/>
          <ac:spMkLst>
            <pc:docMk/>
            <pc:sldMk cId="744342508" sldId="2147483536"/>
            <ac:spMk id="4" creationId="{01BECC54-C889-2398-918A-7C59C3964CDC}"/>
          </ac:spMkLst>
        </pc:spChg>
        <pc:picChg chg="add mod modCrop">
          <ac:chgData name="Tarpinian, Sarine /JO" userId="42c76afc-7428-4a8d-91b2-9d08dca57af0" providerId="ADAL" clId="{2AA51CB8-08D2-491E-B92D-A89224229E06}" dt="2026-05-30T18:35:11.758" v="38429" actId="1076"/>
          <ac:picMkLst>
            <pc:docMk/>
            <pc:sldMk cId="744342508" sldId="2147483536"/>
            <ac:picMk id="6" creationId="{AFBAFC8C-D12C-2106-7892-3D760414907D}"/>
          </ac:picMkLst>
        </pc:picChg>
      </pc:sldChg>
      <pc:sldChg chg="addSp delSp modSp add mod modShow">
        <pc:chgData name="Tarpinian, Sarine /JO" userId="42c76afc-7428-4a8d-91b2-9d08dca57af0" providerId="ADAL" clId="{2AA51CB8-08D2-491E-B92D-A89224229E06}" dt="2026-05-30T18:31:19.608" v="38417" actId="6549"/>
        <pc:sldMkLst>
          <pc:docMk/>
          <pc:sldMk cId="3166605314" sldId="2147483544"/>
        </pc:sldMkLst>
        <pc:spChg chg="mod">
          <ac:chgData name="Tarpinian, Sarine /JO" userId="42c76afc-7428-4a8d-91b2-9d08dca57af0" providerId="ADAL" clId="{2AA51CB8-08D2-491E-B92D-A89224229E06}" dt="2026-05-30T18:31:19.608" v="38417" actId="6549"/>
          <ac:spMkLst>
            <pc:docMk/>
            <pc:sldMk cId="3166605314" sldId="2147483544"/>
            <ac:spMk id="2" creationId="{8195D3BD-A537-2294-51FA-8759C28F479C}"/>
          </ac:spMkLst>
        </pc:spChg>
        <pc:spChg chg="add mod">
          <ac:chgData name="Tarpinian, Sarine /JO" userId="42c76afc-7428-4a8d-91b2-9d08dca57af0" providerId="ADAL" clId="{2AA51CB8-08D2-491E-B92D-A89224229E06}" dt="2026-05-30T18:24:02.866" v="38404" actId="14100"/>
          <ac:spMkLst>
            <pc:docMk/>
            <pc:sldMk cId="3166605314" sldId="2147483544"/>
            <ac:spMk id="6" creationId="{F55F65EB-30B3-55F6-2B04-253A8565A354}"/>
          </ac:spMkLst>
        </pc:spChg>
        <pc:picChg chg="add mod modCrop">
          <ac:chgData name="Tarpinian, Sarine /JO" userId="42c76afc-7428-4a8d-91b2-9d08dca57af0" providerId="ADAL" clId="{2AA51CB8-08D2-491E-B92D-A89224229E06}" dt="2026-05-30T18:25:35.206" v="38416" actId="1037"/>
          <ac:picMkLst>
            <pc:docMk/>
            <pc:sldMk cId="3166605314" sldId="2147483544"/>
            <ac:picMk id="4" creationId="{B1C8D943-E16D-D983-5B24-3A79B4CDDE39}"/>
          </ac:picMkLst>
        </pc:picChg>
      </pc:sldChg>
      <pc:sldChg chg="addSp delSp modSp new mod ord modShow modNotesTx">
        <pc:chgData name="Tarpinian, Sarine /JO" userId="42c76afc-7428-4a8d-91b2-9d08dca57af0" providerId="ADAL" clId="{2AA51CB8-08D2-491E-B92D-A89224229E06}" dt="2026-05-30T20:12:09.028" v="38928" actId="207"/>
        <pc:sldMkLst>
          <pc:docMk/>
          <pc:sldMk cId="3313074272" sldId="2147483549"/>
        </pc:sldMkLst>
        <pc:spChg chg="add mod">
          <ac:chgData name="Tarpinian, Sarine /JO" userId="42c76afc-7428-4a8d-91b2-9d08dca57af0" providerId="ADAL" clId="{2AA51CB8-08D2-491E-B92D-A89224229E06}" dt="2026-05-30T20:12:09.028" v="38928" actId="207"/>
          <ac:spMkLst>
            <pc:docMk/>
            <pc:sldMk cId="3313074272" sldId="2147483549"/>
            <ac:spMk id="6" creationId="{9403A330-1D38-D6B3-CAD9-A06BE7AB7336}"/>
          </ac:spMkLst>
        </pc:spChg>
        <pc:graphicFrameChg chg="add mod modGraphic">
          <ac:chgData name="Tarpinian, Sarine /JO" userId="42c76afc-7428-4a8d-91b2-9d08dca57af0" providerId="ADAL" clId="{2AA51CB8-08D2-491E-B92D-A89224229E06}" dt="2026-05-27T19:37:41.853" v="32736" actId="1076"/>
          <ac:graphicFrameMkLst>
            <pc:docMk/>
            <pc:sldMk cId="3313074272" sldId="2147483549"/>
            <ac:graphicFrameMk id="5" creationId="{FA7FC5C3-9318-DCF2-26C1-2CD84929F5DE}"/>
          </ac:graphicFrameMkLst>
        </pc:graphicFrameChg>
        <pc:picChg chg="add mod modCrop">
          <ac:chgData name="Tarpinian, Sarine /JO" userId="42c76afc-7428-4a8d-91b2-9d08dca57af0" providerId="ADAL" clId="{2AA51CB8-08D2-491E-B92D-A89224229E06}" dt="2026-05-30T12:59:40.373" v="38260" actId="14100"/>
          <ac:picMkLst>
            <pc:docMk/>
            <pc:sldMk cId="3313074272" sldId="2147483549"/>
            <ac:picMk id="9" creationId="{9AE620E9-4F81-D025-7930-16B0C6A9E87A}"/>
          </ac:picMkLst>
        </pc:picChg>
      </pc:sldChg>
      <pc:sldChg chg="addSp delSp modSp new mod modShow modNotesTx">
        <pc:chgData name="Tarpinian, Sarine /JO" userId="42c76afc-7428-4a8d-91b2-9d08dca57af0" providerId="ADAL" clId="{2AA51CB8-08D2-491E-B92D-A89224229E06}" dt="2026-05-30T20:12:19.006" v="38929" actId="207"/>
        <pc:sldMkLst>
          <pc:docMk/>
          <pc:sldMk cId="2255715053" sldId="2147483550"/>
        </pc:sldMkLst>
        <pc:spChg chg="add mod">
          <ac:chgData name="Tarpinian, Sarine /JO" userId="42c76afc-7428-4a8d-91b2-9d08dca57af0" providerId="ADAL" clId="{2AA51CB8-08D2-491E-B92D-A89224229E06}" dt="2026-05-30T20:12:19.006" v="38929" actId="207"/>
          <ac:spMkLst>
            <pc:docMk/>
            <pc:sldMk cId="2255715053" sldId="2147483550"/>
            <ac:spMk id="11" creationId="{7F9E863E-7FCD-3838-8A0C-3E5D4BB20CAE}"/>
          </ac:spMkLst>
        </pc:spChg>
        <pc:graphicFrameChg chg="add mod modGraphic">
          <ac:chgData name="Tarpinian, Sarine /JO" userId="42c76afc-7428-4a8d-91b2-9d08dca57af0" providerId="ADAL" clId="{2AA51CB8-08D2-491E-B92D-A89224229E06}" dt="2026-05-27T19:37:26.044" v="32731" actId="1076"/>
          <ac:graphicFrameMkLst>
            <pc:docMk/>
            <pc:sldMk cId="2255715053" sldId="2147483550"/>
            <ac:graphicFrameMk id="5" creationId="{5A6A8DA1-BAAE-6842-D9C4-EEB1F057B2D9}"/>
          </ac:graphicFrameMkLst>
        </pc:graphicFrameChg>
        <pc:picChg chg="add mod modCrop">
          <ac:chgData name="Tarpinian, Sarine /JO" userId="42c76afc-7428-4a8d-91b2-9d08dca57af0" providerId="ADAL" clId="{2AA51CB8-08D2-491E-B92D-A89224229E06}" dt="2026-05-30T12:57:15.553" v="38247" actId="1037"/>
          <ac:picMkLst>
            <pc:docMk/>
            <pc:sldMk cId="2255715053" sldId="2147483550"/>
            <ac:picMk id="9" creationId="{E7677D6D-2047-E090-0015-3F7A60326F9E}"/>
          </ac:picMkLst>
        </pc:picChg>
      </pc:sldChg>
      <pc:sldChg chg="addSp delSp modSp new mod modShow">
        <pc:chgData name="Tarpinian, Sarine /JO" userId="42c76afc-7428-4a8d-91b2-9d08dca57af0" providerId="ADAL" clId="{2AA51CB8-08D2-491E-B92D-A89224229E06}" dt="2026-05-29T13:50:59.861" v="36375" actId="34476"/>
        <pc:sldMkLst>
          <pc:docMk/>
          <pc:sldMk cId="1006514215" sldId="2147483551"/>
        </pc:sldMkLst>
        <pc:spChg chg="add mod">
          <ac:chgData name="Tarpinian, Sarine /JO" userId="42c76afc-7428-4a8d-91b2-9d08dca57af0" providerId="ADAL" clId="{2AA51CB8-08D2-491E-B92D-A89224229E06}" dt="2026-05-21T21:13:48.070" v="19968" actId="113"/>
          <ac:spMkLst>
            <pc:docMk/>
            <pc:sldMk cId="1006514215" sldId="2147483551"/>
            <ac:spMk id="16" creationId="{E45B60CE-A9C3-8F7E-1B2B-16CBCAB260F8}"/>
          </ac:spMkLst>
        </pc:spChg>
        <pc:graphicFrameChg chg="add mod modGraphic">
          <ac:chgData name="Tarpinian, Sarine /JO" userId="42c76afc-7428-4a8d-91b2-9d08dca57af0" providerId="ADAL" clId="{2AA51CB8-08D2-491E-B92D-A89224229E06}" dt="2026-05-24T19:22:04.917" v="25041" actId="20577"/>
          <ac:graphicFrameMkLst>
            <pc:docMk/>
            <pc:sldMk cId="1006514215" sldId="2147483551"/>
            <ac:graphicFrameMk id="3" creationId="{8168A029-48CE-F5B1-5F89-DA133232690B}"/>
          </ac:graphicFrameMkLst>
        </pc:graphicFrameChg>
        <pc:graphicFrameChg chg="add mod modGraphic">
          <ac:chgData name="Tarpinian, Sarine /JO" userId="42c76afc-7428-4a8d-91b2-9d08dca57af0" providerId="ADAL" clId="{2AA51CB8-08D2-491E-B92D-A89224229E06}" dt="2026-05-22T20:36:29.558" v="22467" actId="20577"/>
          <ac:graphicFrameMkLst>
            <pc:docMk/>
            <pc:sldMk cId="1006514215" sldId="2147483551"/>
            <ac:graphicFrameMk id="4" creationId="{4C5D2500-4C74-20D4-706F-9AF297E39113}"/>
          </ac:graphicFrameMkLst>
        </pc:graphicFrameChg>
      </pc:sldChg>
      <pc:sldChg chg="addSp delSp modSp add mod modShow modNotesTx">
        <pc:chgData name="Tarpinian, Sarine /JO" userId="42c76afc-7428-4a8d-91b2-9d08dca57af0" providerId="ADAL" clId="{2AA51CB8-08D2-491E-B92D-A89224229E06}" dt="2026-05-30T10:23:10.807" v="37918" actId="1076"/>
        <pc:sldMkLst>
          <pc:docMk/>
          <pc:sldMk cId="4140560164" sldId="2147483555"/>
        </pc:sldMkLst>
        <pc:spChg chg="add mod">
          <ac:chgData name="Tarpinian, Sarine /JO" userId="42c76afc-7428-4a8d-91b2-9d08dca57af0" providerId="ADAL" clId="{2AA51CB8-08D2-491E-B92D-A89224229E06}" dt="2026-05-30T10:21:50.320" v="37909" actId="14100"/>
          <ac:spMkLst>
            <pc:docMk/>
            <pc:sldMk cId="4140560164" sldId="2147483555"/>
            <ac:spMk id="2" creationId="{DEA0E9F9-C199-AC05-F410-D87BA8C18D8F}"/>
          </ac:spMkLst>
        </pc:spChg>
        <pc:spChg chg="add mod">
          <ac:chgData name="Tarpinian, Sarine /JO" userId="42c76afc-7428-4a8d-91b2-9d08dca57af0" providerId="ADAL" clId="{2AA51CB8-08D2-491E-B92D-A89224229E06}" dt="2026-05-29T09:22:51.971" v="35044" actId="1076"/>
          <ac:spMkLst>
            <pc:docMk/>
            <pc:sldMk cId="4140560164" sldId="2147483555"/>
            <ac:spMk id="31" creationId="{CDCAEEFD-9DF8-C682-66AA-2F0FA14EFF66}"/>
          </ac:spMkLst>
        </pc:spChg>
        <pc:picChg chg="add mod modCrop">
          <ac:chgData name="Tarpinian, Sarine /JO" userId="42c76afc-7428-4a8d-91b2-9d08dca57af0" providerId="ADAL" clId="{2AA51CB8-08D2-491E-B92D-A89224229E06}" dt="2026-05-30T10:23:10.807" v="37918" actId="1076"/>
          <ac:picMkLst>
            <pc:docMk/>
            <pc:sldMk cId="4140560164" sldId="2147483555"/>
            <ac:picMk id="4" creationId="{361203DC-50AC-B9A2-3307-F81F284664D6}"/>
          </ac:picMkLst>
        </pc:picChg>
      </pc:sldChg>
      <pc:sldChg chg="addSp delSp modSp add mod modShow">
        <pc:chgData name="Tarpinian, Sarine /JO" userId="42c76afc-7428-4a8d-91b2-9d08dca57af0" providerId="ADAL" clId="{2AA51CB8-08D2-491E-B92D-A89224229E06}" dt="2026-05-30T10:27:46.367" v="37931" actId="1076"/>
        <pc:sldMkLst>
          <pc:docMk/>
          <pc:sldMk cId="3170156153" sldId="2147483556"/>
        </pc:sldMkLst>
        <pc:spChg chg="add mod">
          <ac:chgData name="Tarpinian, Sarine /JO" userId="42c76afc-7428-4a8d-91b2-9d08dca57af0" providerId="ADAL" clId="{2AA51CB8-08D2-491E-B92D-A89224229E06}" dt="2026-05-24T19:16:22.640" v="24993" actId="14100"/>
          <ac:spMkLst>
            <pc:docMk/>
            <pc:sldMk cId="3170156153" sldId="2147483556"/>
            <ac:spMk id="2" creationId="{F1960D62-1C6B-0DBF-97FB-F91505A9DD0B}"/>
          </ac:spMkLst>
        </pc:spChg>
        <pc:spChg chg="add mod">
          <ac:chgData name="Tarpinian, Sarine /JO" userId="42c76afc-7428-4a8d-91b2-9d08dca57af0" providerId="ADAL" clId="{2AA51CB8-08D2-491E-B92D-A89224229E06}" dt="2026-05-30T10:27:33.533" v="37926" actId="14100"/>
          <ac:spMkLst>
            <pc:docMk/>
            <pc:sldMk cId="3170156153" sldId="2147483556"/>
            <ac:spMk id="3" creationId="{773E0DB8-3452-F723-7F44-CEBE32C47EAB}"/>
          </ac:spMkLst>
        </pc:spChg>
        <pc:spChg chg="add mod">
          <ac:chgData name="Tarpinian, Sarine /JO" userId="42c76afc-7428-4a8d-91b2-9d08dca57af0" providerId="ADAL" clId="{2AA51CB8-08D2-491E-B92D-A89224229E06}" dt="2026-05-22T21:25:16.838" v="22742" actId="1035"/>
          <ac:spMkLst>
            <pc:docMk/>
            <pc:sldMk cId="3170156153" sldId="2147483556"/>
            <ac:spMk id="9" creationId="{3F9E6FA0-9E51-A5E7-BD1E-37BAF8999368}"/>
          </ac:spMkLst>
        </pc:spChg>
        <pc:picChg chg="add mod modCrop">
          <ac:chgData name="Tarpinian, Sarine /JO" userId="42c76afc-7428-4a8d-91b2-9d08dca57af0" providerId="ADAL" clId="{2AA51CB8-08D2-491E-B92D-A89224229E06}" dt="2026-05-30T10:27:46.367" v="37931" actId="1076"/>
          <ac:picMkLst>
            <pc:docMk/>
            <pc:sldMk cId="3170156153" sldId="2147483556"/>
            <ac:picMk id="5" creationId="{DC654E5D-7C19-8252-CE48-0ADEB744E639}"/>
          </ac:picMkLst>
        </pc:picChg>
      </pc:sldChg>
      <pc:sldChg chg="addSp delSp modSp add mod modShow">
        <pc:chgData name="Tarpinian, Sarine /JO" userId="42c76afc-7428-4a8d-91b2-9d08dca57af0" providerId="ADAL" clId="{2AA51CB8-08D2-491E-B92D-A89224229E06}" dt="2026-05-30T10:29:32.752" v="37943" actId="1076"/>
        <pc:sldMkLst>
          <pc:docMk/>
          <pc:sldMk cId="1864178944" sldId="2147483557"/>
        </pc:sldMkLst>
        <pc:spChg chg="add mod">
          <ac:chgData name="Tarpinian, Sarine /JO" userId="42c76afc-7428-4a8d-91b2-9d08dca57af0" providerId="ADAL" clId="{2AA51CB8-08D2-491E-B92D-A89224229E06}" dt="2026-05-24T19:16:30.252" v="24995" actId="1076"/>
          <ac:spMkLst>
            <pc:docMk/>
            <pc:sldMk cId="1864178944" sldId="2147483557"/>
            <ac:spMk id="2" creationId="{5CB5DCAA-B41E-8793-1FA7-D598895D6F69}"/>
          </ac:spMkLst>
        </pc:spChg>
        <pc:spChg chg="add mod">
          <ac:chgData name="Tarpinian, Sarine /JO" userId="42c76afc-7428-4a8d-91b2-9d08dca57af0" providerId="ADAL" clId="{2AA51CB8-08D2-491E-B92D-A89224229E06}" dt="2026-05-30T10:29:32.752" v="37943" actId="1076"/>
          <ac:spMkLst>
            <pc:docMk/>
            <pc:sldMk cId="1864178944" sldId="2147483557"/>
            <ac:spMk id="4" creationId="{CD809F8C-CC67-1080-880C-187EA892BCAD}"/>
          </ac:spMkLst>
        </pc:spChg>
        <pc:spChg chg="add mod">
          <ac:chgData name="Tarpinian, Sarine /JO" userId="42c76afc-7428-4a8d-91b2-9d08dca57af0" providerId="ADAL" clId="{2AA51CB8-08D2-491E-B92D-A89224229E06}" dt="2026-05-29T09:22:58.764" v="35045" actId="1076"/>
          <ac:spMkLst>
            <pc:docMk/>
            <pc:sldMk cId="1864178944" sldId="2147483557"/>
            <ac:spMk id="8" creationId="{62389651-F534-7FEE-897D-05810BBDB5C1}"/>
          </ac:spMkLst>
        </pc:spChg>
        <pc:picChg chg="add mod modCrop">
          <ac:chgData name="Tarpinian, Sarine /JO" userId="42c76afc-7428-4a8d-91b2-9d08dca57af0" providerId="ADAL" clId="{2AA51CB8-08D2-491E-B92D-A89224229E06}" dt="2026-05-30T10:29:29.746" v="37942" actId="14100"/>
          <ac:picMkLst>
            <pc:docMk/>
            <pc:sldMk cId="1864178944" sldId="2147483557"/>
            <ac:picMk id="5" creationId="{AE32A220-37F1-C026-A5DC-C9ABA038C97D}"/>
          </ac:picMkLst>
        </pc:picChg>
      </pc:sldChg>
      <pc:sldChg chg="addSp delSp modSp add mod modShow">
        <pc:chgData name="Tarpinian, Sarine /JO" userId="42c76afc-7428-4a8d-91b2-9d08dca57af0" providerId="ADAL" clId="{2AA51CB8-08D2-491E-B92D-A89224229E06}" dt="2026-05-30T19:29:58.074" v="38732" actId="1038"/>
        <pc:sldMkLst>
          <pc:docMk/>
          <pc:sldMk cId="247333747" sldId="2147483559"/>
        </pc:sldMkLst>
        <pc:spChg chg="add mod">
          <ac:chgData name="Tarpinian, Sarine /JO" userId="42c76afc-7428-4a8d-91b2-9d08dca57af0" providerId="ADAL" clId="{2AA51CB8-08D2-491E-B92D-A89224229E06}" dt="2026-05-30T19:25:23.541" v="38698" actId="20577"/>
          <ac:spMkLst>
            <pc:docMk/>
            <pc:sldMk cId="247333747" sldId="2147483559"/>
            <ac:spMk id="3" creationId="{4BB7E43C-7B1C-9054-6646-14D909A8537A}"/>
          </ac:spMkLst>
        </pc:spChg>
        <pc:spChg chg="add mod">
          <ac:chgData name="Tarpinian, Sarine /JO" userId="42c76afc-7428-4a8d-91b2-9d08dca57af0" providerId="ADAL" clId="{2AA51CB8-08D2-491E-B92D-A89224229E06}" dt="2026-05-25T12:42:27.668" v="25737"/>
          <ac:spMkLst>
            <pc:docMk/>
            <pc:sldMk cId="247333747" sldId="2147483559"/>
            <ac:spMk id="7" creationId="{49A0B1B3-CDE1-1BCE-7BF6-0C46FC622235}"/>
          </ac:spMkLst>
        </pc:spChg>
        <pc:picChg chg="add mod modCrop">
          <ac:chgData name="Tarpinian, Sarine /JO" userId="42c76afc-7428-4a8d-91b2-9d08dca57af0" providerId="ADAL" clId="{2AA51CB8-08D2-491E-B92D-A89224229E06}" dt="2026-05-30T19:29:58.074" v="38732" actId="1038"/>
          <ac:picMkLst>
            <pc:docMk/>
            <pc:sldMk cId="247333747" sldId="2147483559"/>
            <ac:picMk id="6" creationId="{4CB6B463-A52C-7644-1756-15EDBD21D04C}"/>
          </ac:picMkLst>
        </pc:picChg>
      </pc:sldChg>
      <pc:sldChg chg="addSp delSp modSp add mod ord modShow">
        <pc:chgData name="Tarpinian, Sarine /JO" userId="42c76afc-7428-4a8d-91b2-9d08dca57af0" providerId="ADAL" clId="{2AA51CB8-08D2-491E-B92D-A89224229E06}" dt="2026-05-30T19:31:39.055" v="38739" actId="1076"/>
        <pc:sldMkLst>
          <pc:docMk/>
          <pc:sldMk cId="677767668" sldId="2147483560"/>
        </pc:sldMkLst>
        <pc:spChg chg="add mod">
          <ac:chgData name="Tarpinian, Sarine /JO" userId="42c76afc-7428-4a8d-91b2-9d08dca57af0" providerId="ADAL" clId="{2AA51CB8-08D2-491E-B92D-A89224229E06}" dt="2026-05-22T20:10:40.042" v="22232" actId="1076"/>
          <ac:spMkLst>
            <pc:docMk/>
            <pc:sldMk cId="677767668" sldId="2147483560"/>
            <ac:spMk id="3" creationId="{A9A07B71-80C5-E774-B23B-512048E30CD2}"/>
          </ac:spMkLst>
        </pc:spChg>
        <pc:spChg chg="add mod">
          <ac:chgData name="Tarpinian, Sarine /JO" userId="42c76afc-7428-4a8d-91b2-9d08dca57af0" providerId="ADAL" clId="{2AA51CB8-08D2-491E-B92D-A89224229E06}" dt="2026-05-30T19:25:27.825" v="38699"/>
          <ac:spMkLst>
            <pc:docMk/>
            <pc:sldMk cId="677767668" sldId="2147483560"/>
            <ac:spMk id="4" creationId="{C1F78B21-9D2B-138F-4493-869D97496883}"/>
          </ac:spMkLst>
        </pc:spChg>
        <pc:picChg chg="add mod modCrop">
          <ac:chgData name="Tarpinian, Sarine /JO" userId="42c76afc-7428-4a8d-91b2-9d08dca57af0" providerId="ADAL" clId="{2AA51CB8-08D2-491E-B92D-A89224229E06}" dt="2026-05-30T19:31:39.055" v="38739" actId="1076"/>
          <ac:picMkLst>
            <pc:docMk/>
            <pc:sldMk cId="677767668" sldId="2147483560"/>
            <ac:picMk id="7" creationId="{2FACAD8F-EAE5-BCB8-65BB-4226D45D386B}"/>
          </ac:picMkLst>
        </pc:picChg>
      </pc:sldChg>
      <pc:sldChg chg="addSp delSp modSp add mod modShow">
        <pc:chgData name="Tarpinian, Sarine /JO" userId="42c76afc-7428-4a8d-91b2-9d08dca57af0" providerId="ADAL" clId="{2AA51CB8-08D2-491E-B92D-A89224229E06}" dt="2026-05-30T19:36:17.532" v="38754" actId="1076"/>
        <pc:sldMkLst>
          <pc:docMk/>
          <pc:sldMk cId="2551813813" sldId="2147483562"/>
        </pc:sldMkLst>
        <pc:spChg chg="mod">
          <ac:chgData name="Tarpinian, Sarine /JO" userId="42c76afc-7428-4a8d-91b2-9d08dca57af0" providerId="ADAL" clId="{2AA51CB8-08D2-491E-B92D-A89224229E06}" dt="2026-05-22T21:03:03.187" v="22594" actId="1036"/>
          <ac:spMkLst>
            <pc:docMk/>
            <pc:sldMk cId="2551813813" sldId="2147483562"/>
            <ac:spMk id="2" creationId="{3093B063-CB83-2D87-1984-C3F5DE78477F}"/>
          </ac:spMkLst>
        </pc:spChg>
        <pc:spChg chg="add mod">
          <ac:chgData name="Tarpinian, Sarine /JO" userId="42c76afc-7428-4a8d-91b2-9d08dca57af0" providerId="ADAL" clId="{2AA51CB8-08D2-491E-B92D-A89224229E06}" dt="2026-05-30T19:25:48.092" v="38703"/>
          <ac:spMkLst>
            <pc:docMk/>
            <pc:sldMk cId="2551813813" sldId="2147483562"/>
            <ac:spMk id="7" creationId="{860126B9-68C5-E6CD-BEB1-D45C4F365F18}"/>
          </ac:spMkLst>
        </pc:spChg>
        <pc:picChg chg="add mod modCrop">
          <ac:chgData name="Tarpinian, Sarine /JO" userId="42c76afc-7428-4a8d-91b2-9d08dca57af0" providerId="ADAL" clId="{2AA51CB8-08D2-491E-B92D-A89224229E06}" dt="2026-05-30T19:36:17.532" v="38754" actId="1076"/>
          <ac:picMkLst>
            <pc:docMk/>
            <pc:sldMk cId="2551813813" sldId="2147483562"/>
            <ac:picMk id="10" creationId="{562E8A9C-E784-FE03-885F-6DB7C8B22FCE}"/>
          </ac:picMkLst>
        </pc:picChg>
      </pc:sldChg>
      <pc:sldChg chg="addSp delSp modSp add mod modShow">
        <pc:chgData name="Tarpinian, Sarine /JO" userId="42c76afc-7428-4a8d-91b2-9d08dca57af0" providerId="ADAL" clId="{2AA51CB8-08D2-491E-B92D-A89224229E06}" dt="2026-05-30T19:33:10.336" v="38746" actId="1076"/>
        <pc:sldMkLst>
          <pc:docMk/>
          <pc:sldMk cId="1665683562" sldId="2147483563"/>
        </pc:sldMkLst>
        <pc:spChg chg="add mod">
          <ac:chgData name="Tarpinian, Sarine /JO" userId="42c76afc-7428-4a8d-91b2-9d08dca57af0" providerId="ADAL" clId="{2AA51CB8-08D2-491E-B92D-A89224229E06}" dt="2026-05-30T19:25:32.813" v="38700"/>
          <ac:spMkLst>
            <pc:docMk/>
            <pc:sldMk cId="1665683562" sldId="2147483563"/>
            <ac:spMk id="3" creationId="{AFB9C322-9588-BABF-31DB-1266B6B8B1EF}"/>
          </ac:spMkLst>
        </pc:spChg>
        <pc:spChg chg="mod">
          <ac:chgData name="Tarpinian, Sarine /JO" userId="42c76afc-7428-4a8d-91b2-9d08dca57af0" providerId="ADAL" clId="{2AA51CB8-08D2-491E-B92D-A89224229E06}" dt="2026-05-25T12:42:31.201" v="25738"/>
          <ac:spMkLst>
            <pc:docMk/>
            <pc:sldMk cId="1665683562" sldId="2147483563"/>
            <ac:spMk id="7" creationId="{41E78FD2-5A4D-39DB-128D-A825C85CA431}"/>
          </ac:spMkLst>
        </pc:spChg>
        <pc:picChg chg="add mod modCrop">
          <ac:chgData name="Tarpinian, Sarine /JO" userId="42c76afc-7428-4a8d-91b2-9d08dca57af0" providerId="ADAL" clId="{2AA51CB8-08D2-491E-B92D-A89224229E06}" dt="2026-05-30T19:33:10.336" v="38746" actId="1076"/>
          <ac:picMkLst>
            <pc:docMk/>
            <pc:sldMk cId="1665683562" sldId="2147483563"/>
            <ac:picMk id="6" creationId="{F5E84994-95B8-3AFC-0CBC-958E32FBF5B2}"/>
          </ac:picMkLst>
        </pc:picChg>
      </pc:sldChg>
      <pc:sldChg chg="addSp delSp modSp add mod modShow">
        <pc:chgData name="Tarpinian, Sarine /JO" userId="42c76afc-7428-4a8d-91b2-9d08dca57af0" providerId="ADAL" clId="{2AA51CB8-08D2-491E-B92D-A89224229E06}" dt="2026-05-30T19:38:29.814" v="38764" actId="1076"/>
        <pc:sldMkLst>
          <pc:docMk/>
          <pc:sldMk cId="782395156" sldId="2147483564"/>
        </pc:sldMkLst>
        <pc:spChg chg="mod">
          <ac:chgData name="Tarpinian, Sarine /JO" userId="42c76afc-7428-4a8d-91b2-9d08dca57af0" providerId="ADAL" clId="{2AA51CB8-08D2-491E-B92D-A89224229E06}" dt="2026-05-29T16:19:12.727" v="37506"/>
          <ac:spMkLst>
            <pc:docMk/>
            <pc:sldMk cId="782395156" sldId="2147483564"/>
            <ac:spMk id="2" creationId="{3CB78A48-B2A2-A9E0-ECFE-9546D28F5C7B}"/>
          </ac:spMkLst>
        </pc:spChg>
        <pc:spChg chg="add mod">
          <ac:chgData name="Tarpinian, Sarine /JO" userId="42c76afc-7428-4a8d-91b2-9d08dca57af0" providerId="ADAL" clId="{2AA51CB8-08D2-491E-B92D-A89224229E06}" dt="2026-05-30T19:25:58.550" v="38705"/>
          <ac:spMkLst>
            <pc:docMk/>
            <pc:sldMk cId="782395156" sldId="2147483564"/>
            <ac:spMk id="3" creationId="{B9B51AB1-6C8C-6E59-B57B-A5423826D599}"/>
          </ac:spMkLst>
        </pc:spChg>
        <pc:picChg chg="add mod modCrop">
          <ac:chgData name="Tarpinian, Sarine /JO" userId="42c76afc-7428-4a8d-91b2-9d08dca57af0" providerId="ADAL" clId="{2AA51CB8-08D2-491E-B92D-A89224229E06}" dt="2026-05-30T19:38:29.814" v="38764" actId="1076"/>
          <ac:picMkLst>
            <pc:docMk/>
            <pc:sldMk cId="782395156" sldId="2147483564"/>
            <ac:picMk id="13" creationId="{9E80EB95-9B8F-303F-6A44-623AE74C9B66}"/>
          </ac:picMkLst>
        </pc:picChg>
      </pc:sldChg>
      <pc:sldChg chg="addSp delSp modSp add mod modShow">
        <pc:chgData name="Tarpinian, Sarine /JO" userId="42c76afc-7428-4a8d-91b2-9d08dca57af0" providerId="ADAL" clId="{2AA51CB8-08D2-491E-B92D-A89224229E06}" dt="2026-05-30T19:40:39.976" v="38772" actId="14100"/>
        <pc:sldMkLst>
          <pc:docMk/>
          <pc:sldMk cId="2325027748" sldId="2147483565"/>
        </pc:sldMkLst>
        <pc:spChg chg="mod">
          <ac:chgData name="Tarpinian, Sarine /JO" userId="42c76afc-7428-4a8d-91b2-9d08dca57af0" providerId="ADAL" clId="{2AA51CB8-08D2-491E-B92D-A89224229E06}" dt="2026-05-22T21:07:59.143" v="22625" actId="20577"/>
          <ac:spMkLst>
            <pc:docMk/>
            <pc:sldMk cId="2325027748" sldId="2147483565"/>
            <ac:spMk id="2" creationId="{56ECB8A5-8509-09C0-2099-25872DEBCBBE}"/>
          </ac:spMkLst>
        </pc:spChg>
        <pc:spChg chg="add mod">
          <ac:chgData name="Tarpinian, Sarine /JO" userId="42c76afc-7428-4a8d-91b2-9d08dca57af0" providerId="ADAL" clId="{2AA51CB8-08D2-491E-B92D-A89224229E06}" dt="2026-05-30T19:26:01.065" v="38706"/>
          <ac:spMkLst>
            <pc:docMk/>
            <pc:sldMk cId="2325027748" sldId="2147483565"/>
            <ac:spMk id="3" creationId="{B8A8AE62-2F61-B659-7A7A-37B4F24D943D}"/>
          </ac:spMkLst>
        </pc:spChg>
        <pc:spChg chg="add mod">
          <ac:chgData name="Tarpinian, Sarine /JO" userId="42c76afc-7428-4a8d-91b2-9d08dca57af0" providerId="ADAL" clId="{2AA51CB8-08D2-491E-B92D-A89224229E06}" dt="2026-05-24T19:17:07.085" v="25001" actId="1035"/>
          <ac:spMkLst>
            <pc:docMk/>
            <pc:sldMk cId="2325027748" sldId="2147483565"/>
            <ac:spMk id="4" creationId="{4FE737F5-32F7-616F-2C3B-B5A4F414351A}"/>
          </ac:spMkLst>
        </pc:spChg>
        <pc:picChg chg="add mod modCrop">
          <ac:chgData name="Tarpinian, Sarine /JO" userId="42c76afc-7428-4a8d-91b2-9d08dca57af0" providerId="ADAL" clId="{2AA51CB8-08D2-491E-B92D-A89224229E06}" dt="2026-05-30T19:40:39.976" v="38772" actId="14100"/>
          <ac:picMkLst>
            <pc:docMk/>
            <pc:sldMk cId="2325027748" sldId="2147483565"/>
            <ac:picMk id="8" creationId="{FF9EB864-55E6-DEA0-2272-EADD8ECFD9F9}"/>
          </ac:picMkLst>
        </pc:picChg>
      </pc:sldChg>
      <pc:sldChg chg="addSp delSp modSp add mod modShow">
        <pc:chgData name="Tarpinian, Sarine /JO" userId="42c76afc-7428-4a8d-91b2-9d08dca57af0" providerId="ADAL" clId="{2AA51CB8-08D2-491E-B92D-A89224229E06}" dt="2026-05-30T19:42:29.480" v="38779" actId="1076"/>
        <pc:sldMkLst>
          <pc:docMk/>
          <pc:sldMk cId="2610874569" sldId="2147483566"/>
        </pc:sldMkLst>
        <pc:spChg chg="mod">
          <ac:chgData name="Tarpinian, Sarine /JO" userId="42c76afc-7428-4a8d-91b2-9d08dca57af0" providerId="ADAL" clId="{2AA51CB8-08D2-491E-B92D-A89224229E06}" dt="2026-05-25T12:42:39.260" v="25740"/>
          <ac:spMkLst>
            <pc:docMk/>
            <pc:sldMk cId="2610874569" sldId="2147483566"/>
            <ac:spMk id="2" creationId="{6361CE4A-5CF1-78D2-A992-D585A4032E66}"/>
          </ac:spMkLst>
        </pc:spChg>
        <pc:spChg chg="add mod">
          <ac:chgData name="Tarpinian, Sarine /JO" userId="42c76afc-7428-4a8d-91b2-9d08dca57af0" providerId="ADAL" clId="{2AA51CB8-08D2-491E-B92D-A89224229E06}" dt="2026-05-30T19:26:03.827" v="38707"/>
          <ac:spMkLst>
            <pc:docMk/>
            <pc:sldMk cId="2610874569" sldId="2147483566"/>
            <ac:spMk id="3" creationId="{7BC2EFB3-EDA1-A562-A95D-0FCEC7A02347}"/>
          </ac:spMkLst>
        </pc:spChg>
        <pc:spChg chg="add mod">
          <ac:chgData name="Tarpinian, Sarine /JO" userId="42c76afc-7428-4a8d-91b2-9d08dca57af0" providerId="ADAL" clId="{2AA51CB8-08D2-491E-B92D-A89224229E06}" dt="2026-05-24T19:17:25.894" v="25013" actId="1035"/>
          <ac:spMkLst>
            <pc:docMk/>
            <pc:sldMk cId="2610874569" sldId="2147483566"/>
            <ac:spMk id="5" creationId="{1FC4FF10-423E-A070-DA3E-052276C63A35}"/>
          </ac:spMkLst>
        </pc:spChg>
        <pc:picChg chg="add mod modCrop">
          <ac:chgData name="Tarpinian, Sarine /JO" userId="42c76afc-7428-4a8d-91b2-9d08dca57af0" providerId="ADAL" clId="{2AA51CB8-08D2-491E-B92D-A89224229E06}" dt="2026-05-30T19:42:29.480" v="38779" actId="1076"/>
          <ac:picMkLst>
            <pc:docMk/>
            <pc:sldMk cId="2610874569" sldId="2147483566"/>
            <ac:picMk id="9" creationId="{C90DED52-4FDE-D8BD-1B8F-A000042F48F7}"/>
          </ac:picMkLst>
        </pc:picChg>
      </pc:sldChg>
      <pc:sldChg chg="addSp delSp modSp add del mod modShow">
        <pc:chgData name="Tarpinian, Sarine /JO" userId="42c76afc-7428-4a8d-91b2-9d08dca57af0" providerId="ADAL" clId="{2AA51CB8-08D2-491E-B92D-A89224229E06}" dt="2026-05-30T20:04:12.946" v="38897" actId="1076"/>
        <pc:sldMkLst>
          <pc:docMk/>
          <pc:sldMk cId="769179934" sldId="2147483570"/>
        </pc:sldMkLst>
        <pc:spChg chg="add mod">
          <ac:chgData name="Tarpinian, Sarine /JO" userId="42c76afc-7428-4a8d-91b2-9d08dca57af0" providerId="ADAL" clId="{2AA51CB8-08D2-491E-B92D-A89224229E06}" dt="2026-05-30T20:04:06.889" v="38892" actId="1037"/>
          <ac:spMkLst>
            <pc:docMk/>
            <pc:sldMk cId="769179934" sldId="2147483570"/>
            <ac:spMk id="2" creationId="{D78CDC68-8A6A-20AA-8B68-3AD0D4766711}"/>
          </ac:spMkLst>
        </pc:spChg>
        <pc:spChg chg="mod">
          <ac:chgData name="Tarpinian, Sarine /JO" userId="42c76afc-7428-4a8d-91b2-9d08dca57af0" providerId="ADAL" clId="{2AA51CB8-08D2-491E-B92D-A89224229E06}" dt="2026-05-30T20:04:12.946" v="38897" actId="1076"/>
          <ac:spMkLst>
            <pc:docMk/>
            <pc:sldMk cId="769179934" sldId="2147483570"/>
            <ac:spMk id="9" creationId="{FCDABF63-9869-0EAF-A1ED-AFC1FAD880CC}"/>
          </ac:spMkLst>
        </pc:spChg>
        <pc:picChg chg="add mod modCrop">
          <ac:chgData name="Tarpinian, Sarine /JO" userId="42c76afc-7428-4a8d-91b2-9d08dca57af0" providerId="ADAL" clId="{2AA51CB8-08D2-491E-B92D-A89224229E06}" dt="2026-05-30T20:04:08.464" v="38895" actId="1038"/>
          <ac:picMkLst>
            <pc:docMk/>
            <pc:sldMk cId="769179934" sldId="2147483570"/>
            <ac:picMk id="4" creationId="{1D086B33-ED81-3724-B18E-7242D222A216}"/>
          </ac:picMkLst>
        </pc:picChg>
      </pc:sldChg>
      <pc:sldChg chg="addSp delSp modSp add mod modShow">
        <pc:chgData name="Tarpinian, Sarine /JO" userId="42c76afc-7428-4a8d-91b2-9d08dca57af0" providerId="ADAL" clId="{2AA51CB8-08D2-491E-B92D-A89224229E06}" dt="2026-05-30T20:12:24.295" v="38930" actId="207"/>
        <pc:sldMkLst>
          <pc:docMk/>
          <pc:sldMk cId="942841069" sldId="2147483571"/>
        </pc:sldMkLst>
        <pc:spChg chg="mod">
          <ac:chgData name="Tarpinian, Sarine /JO" userId="42c76afc-7428-4a8d-91b2-9d08dca57af0" providerId="ADAL" clId="{2AA51CB8-08D2-491E-B92D-A89224229E06}" dt="2026-05-30T20:12:24.295" v="38930" actId="207"/>
          <ac:spMkLst>
            <pc:docMk/>
            <pc:sldMk cId="942841069" sldId="2147483571"/>
            <ac:spMk id="11" creationId="{2425C36D-094A-C14C-EF88-5FA155CEBB59}"/>
          </ac:spMkLst>
        </pc:spChg>
        <pc:graphicFrameChg chg="mod modGraphic">
          <ac:chgData name="Tarpinian, Sarine /JO" userId="42c76afc-7428-4a8d-91b2-9d08dca57af0" providerId="ADAL" clId="{2AA51CB8-08D2-491E-B92D-A89224229E06}" dt="2026-05-27T19:37:04.223" v="32726"/>
          <ac:graphicFrameMkLst>
            <pc:docMk/>
            <pc:sldMk cId="942841069" sldId="2147483571"/>
            <ac:graphicFrameMk id="5" creationId="{CFE8EB19-12DB-7885-5375-43C473D41B20}"/>
          </ac:graphicFrameMkLst>
        </pc:graphicFrameChg>
        <pc:picChg chg="add mod modCrop">
          <ac:chgData name="Tarpinian, Sarine /JO" userId="42c76afc-7428-4a8d-91b2-9d08dca57af0" providerId="ADAL" clId="{2AA51CB8-08D2-491E-B92D-A89224229E06}" dt="2026-05-30T12:53:59.395" v="38223" actId="14100"/>
          <ac:picMkLst>
            <pc:docMk/>
            <pc:sldMk cId="942841069" sldId="2147483571"/>
            <ac:picMk id="3" creationId="{89D28305-9952-75AF-FE05-69C3C4C76BB2}"/>
          </ac:picMkLst>
        </pc:picChg>
      </pc:sldChg>
      <pc:sldChg chg="addSp delSp modSp add del mod modShow">
        <pc:chgData name="Tarpinian, Sarine /JO" userId="42c76afc-7428-4a8d-91b2-9d08dca57af0" providerId="ADAL" clId="{2AA51CB8-08D2-491E-B92D-A89224229E06}" dt="2026-05-30T20:00:21.379" v="38871" actId="34476"/>
        <pc:sldMkLst>
          <pc:docMk/>
          <pc:sldMk cId="3803133355" sldId="2147483572"/>
        </pc:sldMkLst>
        <pc:spChg chg="add mod">
          <ac:chgData name="Tarpinian, Sarine /JO" userId="42c76afc-7428-4a8d-91b2-9d08dca57af0" providerId="ADAL" clId="{2AA51CB8-08D2-491E-B92D-A89224229E06}" dt="2026-05-30T09:26:01.941" v="37698" actId="20577"/>
          <ac:spMkLst>
            <pc:docMk/>
            <pc:sldMk cId="3803133355" sldId="2147483572"/>
            <ac:spMk id="5" creationId="{79B7064B-9144-6566-E651-374D03056253}"/>
          </ac:spMkLst>
        </pc:spChg>
        <pc:spChg chg="mod">
          <ac:chgData name="Tarpinian, Sarine /JO" userId="42c76afc-7428-4a8d-91b2-9d08dca57af0" providerId="ADAL" clId="{2AA51CB8-08D2-491E-B92D-A89224229E06}" dt="2026-05-30T19:54:02.572" v="38841"/>
          <ac:spMkLst>
            <pc:docMk/>
            <pc:sldMk cId="3803133355" sldId="2147483572"/>
            <ac:spMk id="9" creationId="{114BDE7E-94D5-B278-4920-21DC33B3F47A}"/>
          </ac:spMkLst>
        </pc:spChg>
        <pc:picChg chg="add mod">
          <ac:chgData name="Tarpinian, Sarine /JO" userId="42c76afc-7428-4a8d-91b2-9d08dca57af0" providerId="ADAL" clId="{2AA51CB8-08D2-491E-B92D-A89224229E06}" dt="2026-05-30T19:57:44.314" v="38859" actId="1076"/>
          <ac:picMkLst>
            <pc:docMk/>
            <pc:sldMk cId="3803133355" sldId="2147483572"/>
            <ac:picMk id="3" creationId="{6D9EEBFC-0DB9-C358-E0B6-08B2B79B173D}"/>
          </ac:picMkLst>
        </pc:picChg>
      </pc:sldChg>
      <pc:sldChg chg="addSp delSp modSp add del mod modShow">
        <pc:chgData name="Tarpinian, Sarine /JO" userId="42c76afc-7428-4a8d-91b2-9d08dca57af0" providerId="ADAL" clId="{2AA51CB8-08D2-491E-B92D-A89224229E06}" dt="2026-05-30T20:00:21.379" v="38871" actId="34476"/>
        <pc:sldMkLst>
          <pc:docMk/>
          <pc:sldMk cId="498948654" sldId="2147483573"/>
        </pc:sldMkLst>
        <pc:spChg chg="add mod">
          <ac:chgData name="Tarpinian, Sarine /JO" userId="42c76afc-7428-4a8d-91b2-9d08dca57af0" providerId="ADAL" clId="{2AA51CB8-08D2-491E-B92D-A89224229E06}" dt="2026-05-30T09:26:06.877" v="37702" actId="20577"/>
          <ac:spMkLst>
            <pc:docMk/>
            <pc:sldMk cId="498948654" sldId="2147483573"/>
            <ac:spMk id="2" creationId="{2F460FFF-3B71-A756-0CE2-7D5B98B8729D}"/>
          </ac:spMkLst>
        </pc:spChg>
        <pc:spChg chg="mod">
          <ac:chgData name="Tarpinian, Sarine /JO" userId="42c76afc-7428-4a8d-91b2-9d08dca57af0" providerId="ADAL" clId="{2AA51CB8-08D2-491E-B92D-A89224229E06}" dt="2026-05-30T19:54:22.885" v="38842"/>
          <ac:spMkLst>
            <pc:docMk/>
            <pc:sldMk cId="498948654" sldId="2147483573"/>
            <ac:spMk id="9" creationId="{CED20A4C-FC23-EFD1-8A87-6C8C176A9EC5}"/>
          </ac:spMkLst>
        </pc:spChg>
        <pc:picChg chg="add mod modCrop">
          <ac:chgData name="Tarpinian, Sarine /JO" userId="42c76afc-7428-4a8d-91b2-9d08dca57af0" providerId="ADAL" clId="{2AA51CB8-08D2-491E-B92D-A89224229E06}" dt="2026-05-30T19:59:37.052" v="38870" actId="1076"/>
          <ac:picMkLst>
            <pc:docMk/>
            <pc:sldMk cId="498948654" sldId="2147483573"/>
            <ac:picMk id="5" creationId="{79DC1AD9-CE9E-7A62-EF7D-42B0BB906972}"/>
          </ac:picMkLst>
        </pc:picChg>
      </pc:sldChg>
      <pc:sldChg chg="addSp delSp modSp add del mod modShow">
        <pc:chgData name="Tarpinian, Sarine /JO" userId="42c76afc-7428-4a8d-91b2-9d08dca57af0" providerId="ADAL" clId="{2AA51CB8-08D2-491E-B92D-A89224229E06}" dt="2026-05-30T20:03:13.837" v="38879" actId="34476"/>
        <pc:sldMkLst>
          <pc:docMk/>
          <pc:sldMk cId="4130741671" sldId="2147483575"/>
        </pc:sldMkLst>
        <pc:spChg chg="add mod">
          <ac:chgData name="Tarpinian, Sarine /JO" userId="42c76afc-7428-4a8d-91b2-9d08dca57af0" providerId="ADAL" clId="{2AA51CB8-08D2-491E-B92D-A89224229E06}" dt="2026-05-30T09:26:12.519" v="37706" actId="20577"/>
          <ac:spMkLst>
            <pc:docMk/>
            <pc:sldMk cId="4130741671" sldId="2147483575"/>
            <ac:spMk id="3" creationId="{F0E08D37-7032-DC1C-7269-C31A930E0BDB}"/>
          </ac:spMkLst>
        </pc:spChg>
        <pc:spChg chg="mod">
          <ac:chgData name="Tarpinian, Sarine /JO" userId="42c76afc-7428-4a8d-91b2-9d08dca57af0" providerId="ADAL" clId="{2AA51CB8-08D2-491E-B92D-A89224229E06}" dt="2026-05-30T19:54:26.977" v="38843"/>
          <ac:spMkLst>
            <pc:docMk/>
            <pc:sldMk cId="4130741671" sldId="2147483575"/>
            <ac:spMk id="4" creationId="{F63F9D2D-CE0A-0CF4-0F36-B06A564D58CD}"/>
          </ac:spMkLst>
        </pc:spChg>
        <pc:picChg chg="add mod modCrop">
          <ac:chgData name="Tarpinian, Sarine /JO" userId="42c76afc-7428-4a8d-91b2-9d08dca57af0" providerId="ADAL" clId="{2AA51CB8-08D2-491E-B92D-A89224229E06}" dt="2026-05-30T20:02:04.110" v="38877" actId="1076"/>
          <ac:picMkLst>
            <pc:docMk/>
            <pc:sldMk cId="4130741671" sldId="2147483575"/>
            <ac:picMk id="5" creationId="{84A3CD28-58EA-C2F8-B0CA-BEEB30AA797B}"/>
          </ac:picMkLst>
        </pc:picChg>
      </pc:sldChg>
      <pc:sldChg chg="addSp delSp modSp add mod modShow">
        <pc:chgData name="Tarpinian, Sarine /JO" userId="42c76afc-7428-4a8d-91b2-9d08dca57af0" providerId="ADAL" clId="{2AA51CB8-08D2-491E-B92D-A89224229E06}" dt="2026-05-30T12:28:13.424" v="38177" actId="14100"/>
        <pc:sldMkLst>
          <pc:docMk/>
          <pc:sldMk cId="500258506" sldId="2147483576"/>
        </pc:sldMkLst>
        <pc:spChg chg="add mod">
          <ac:chgData name="Tarpinian, Sarine /JO" userId="42c76afc-7428-4a8d-91b2-9d08dca57af0" providerId="ADAL" clId="{2AA51CB8-08D2-491E-B92D-A89224229E06}" dt="2026-05-30T12:28:09.224" v="38175" actId="1076"/>
          <ac:spMkLst>
            <pc:docMk/>
            <pc:sldMk cId="500258506" sldId="2147483576"/>
            <ac:spMk id="2" creationId="{84B88230-32DD-9913-00CE-2E5137AEB029}"/>
          </ac:spMkLst>
        </pc:spChg>
        <pc:spChg chg="mod">
          <ac:chgData name="Tarpinian, Sarine /JO" userId="42c76afc-7428-4a8d-91b2-9d08dca57af0" providerId="ADAL" clId="{2AA51CB8-08D2-491E-B92D-A89224229E06}" dt="2026-05-27T10:05:11.430" v="31624" actId="1076"/>
          <ac:spMkLst>
            <pc:docMk/>
            <pc:sldMk cId="500258506" sldId="2147483576"/>
            <ac:spMk id="4" creationId="{706A97C1-BD99-D24A-1EE9-AD51561F3EB5}"/>
          </ac:spMkLst>
        </pc:spChg>
        <pc:picChg chg="add mod modCrop">
          <ac:chgData name="Tarpinian, Sarine /JO" userId="42c76afc-7428-4a8d-91b2-9d08dca57af0" providerId="ADAL" clId="{2AA51CB8-08D2-491E-B92D-A89224229E06}" dt="2026-05-30T12:28:13.424" v="38177" actId="14100"/>
          <ac:picMkLst>
            <pc:docMk/>
            <pc:sldMk cId="500258506" sldId="2147483576"/>
            <ac:picMk id="5" creationId="{082AD2A9-9E4F-CD1A-6A43-048819F5F4FE}"/>
          </ac:picMkLst>
        </pc:picChg>
      </pc:sldChg>
      <pc:sldChg chg="addSp delSp modSp add mod modShow">
        <pc:chgData name="Tarpinian, Sarine /JO" userId="42c76afc-7428-4a8d-91b2-9d08dca57af0" providerId="ADAL" clId="{2AA51CB8-08D2-491E-B92D-A89224229E06}" dt="2026-05-30T18:23:29.528" v="38400" actId="14100"/>
        <pc:sldMkLst>
          <pc:docMk/>
          <pc:sldMk cId="751700467" sldId="2147483577"/>
        </pc:sldMkLst>
        <pc:spChg chg="mod">
          <ac:chgData name="Tarpinian, Sarine /JO" userId="42c76afc-7428-4a8d-91b2-9d08dca57af0" providerId="ADAL" clId="{2AA51CB8-08D2-491E-B92D-A89224229E06}" dt="2026-05-23T21:22:29.903" v="24321" actId="20578"/>
          <ac:spMkLst>
            <pc:docMk/>
            <pc:sldMk cId="751700467" sldId="2147483577"/>
            <ac:spMk id="4" creationId="{68E7C9E2-18A8-F6C9-CC32-144839E2D5B8}"/>
          </ac:spMkLst>
        </pc:spChg>
        <pc:spChg chg="add mod">
          <ac:chgData name="Tarpinian, Sarine /JO" userId="42c76afc-7428-4a8d-91b2-9d08dca57af0" providerId="ADAL" clId="{2AA51CB8-08D2-491E-B92D-A89224229E06}" dt="2026-05-30T13:18:51.165" v="38284" actId="14100"/>
          <ac:spMkLst>
            <pc:docMk/>
            <pc:sldMk cId="751700467" sldId="2147483577"/>
            <ac:spMk id="5" creationId="{37E316C9-2084-F9BE-A3BF-E527ED1F650C}"/>
          </ac:spMkLst>
        </pc:spChg>
        <pc:spChg chg="mod">
          <ac:chgData name="Tarpinian, Sarine /JO" userId="42c76afc-7428-4a8d-91b2-9d08dca57af0" providerId="ADAL" clId="{2AA51CB8-08D2-491E-B92D-A89224229E06}" dt="2026-05-30T18:21:44.144" v="38388" actId="20577"/>
          <ac:spMkLst>
            <pc:docMk/>
            <pc:sldMk cId="751700467" sldId="2147483577"/>
            <ac:spMk id="24" creationId="{4E512F48-D587-5BBE-B934-7B317D43E6A9}"/>
          </ac:spMkLst>
        </pc:spChg>
        <pc:picChg chg="add mod modCrop">
          <ac:chgData name="Tarpinian, Sarine /JO" userId="42c76afc-7428-4a8d-91b2-9d08dca57af0" providerId="ADAL" clId="{2AA51CB8-08D2-491E-B92D-A89224229E06}" dt="2026-05-30T18:23:29.528" v="38400" actId="14100"/>
          <ac:picMkLst>
            <pc:docMk/>
            <pc:sldMk cId="751700467" sldId="2147483577"/>
            <ac:picMk id="11" creationId="{3A426757-3B83-05F6-F6D9-63322186BE50}"/>
          </ac:picMkLst>
        </pc:picChg>
      </pc:sldChg>
      <pc:sldChg chg="addSp delSp modSp add mod modShow modNotesTx">
        <pc:chgData name="Tarpinian, Sarine /JO" userId="42c76afc-7428-4a8d-91b2-9d08dca57af0" providerId="ADAL" clId="{2AA51CB8-08D2-491E-B92D-A89224229E06}" dt="2026-05-30T18:36:58.587" v="38446" actId="34476"/>
        <pc:sldMkLst>
          <pc:docMk/>
          <pc:sldMk cId="568795574" sldId="2147483578"/>
        </pc:sldMkLst>
        <pc:spChg chg="mod">
          <ac:chgData name="Tarpinian, Sarine /JO" userId="42c76afc-7428-4a8d-91b2-9d08dca57af0" providerId="ADAL" clId="{2AA51CB8-08D2-491E-B92D-A89224229E06}" dt="2026-05-30T18:35:33.375" v="38434" actId="20577"/>
          <ac:spMkLst>
            <pc:docMk/>
            <pc:sldMk cId="568795574" sldId="2147483578"/>
            <ac:spMk id="2" creationId="{45597CD2-17E3-8AE5-7743-FDC847B5F1D7}"/>
          </ac:spMkLst>
        </pc:spChg>
        <pc:spChg chg="add mod">
          <ac:chgData name="Tarpinian, Sarine /JO" userId="42c76afc-7428-4a8d-91b2-9d08dca57af0" providerId="ADAL" clId="{2AA51CB8-08D2-491E-B92D-A89224229E06}" dt="2026-05-24T19:21:38.638" v="25029" actId="14100"/>
          <ac:spMkLst>
            <pc:docMk/>
            <pc:sldMk cId="568795574" sldId="2147483578"/>
            <ac:spMk id="3" creationId="{A9EC9B83-DDAB-DCDB-E2DE-39EF278FEAC2}"/>
          </ac:spMkLst>
        </pc:spChg>
        <pc:spChg chg="add mod">
          <ac:chgData name="Tarpinian, Sarine /JO" userId="42c76afc-7428-4a8d-91b2-9d08dca57af0" providerId="ADAL" clId="{2AA51CB8-08D2-491E-B92D-A89224229E06}" dt="2026-05-30T18:36:54.844" v="38445" actId="1076"/>
          <ac:spMkLst>
            <pc:docMk/>
            <pc:sldMk cId="568795574" sldId="2147483578"/>
            <ac:spMk id="6" creationId="{BDDFEE73-204F-D015-63A1-D91CC4A92683}"/>
          </ac:spMkLst>
        </pc:spChg>
        <pc:picChg chg="add mod modCrop">
          <ac:chgData name="Tarpinian, Sarine /JO" userId="42c76afc-7428-4a8d-91b2-9d08dca57af0" providerId="ADAL" clId="{2AA51CB8-08D2-491E-B92D-A89224229E06}" dt="2026-05-30T18:36:51.001" v="38444" actId="14100"/>
          <ac:picMkLst>
            <pc:docMk/>
            <pc:sldMk cId="568795574" sldId="2147483578"/>
            <ac:picMk id="8" creationId="{4D7A4A76-6D4B-EE2F-7A25-3E1DC04181EF}"/>
          </ac:picMkLst>
        </pc:picChg>
      </pc:sldChg>
      <pc:sldChg chg="addSp delSp modSp add mod modShow">
        <pc:chgData name="Tarpinian, Sarine /JO" userId="42c76afc-7428-4a8d-91b2-9d08dca57af0" providerId="ADAL" clId="{2AA51CB8-08D2-491E-B92D-A89224229E06}" dt="2026-05-30T19:10:34.903" v="38607" actId="14100"/>
        <pc:sldMkLst>
          <pc:docMk/>
          <pc:sldMk cId="3716015662" sldId="2147483579"/>
        </pc:sldMkLst>
        <pc:spChg chg="add mod">
          <ac:chgData name="Tarpinian, Sarine /JO" userId="42c76afc-7428-4a8d-91b2-9d08dca57af0" providerId="ADAL" clId="{2AA51CB8-08D2-491E-B92D-A89224229E06}" dt="2026-05-30T19:06:51.771" v="38594"/>
          <ac:spMkLst>
            <pc:docMk/>
            <pc:sldMk cId="3716015662" sldId="2147483579"/>
            <ac:spMk id="5" creationId="{E922881A-A50A-D02B-62D4-5B7DA2B18E1C}"/>
          </ac:spMkLst>
        </pc:spChg>
        <pc:spChg chg="mod">
          <ac:chgData name="Tarpinian, Sarine /JO" userId="42c76afc-7428-4a8d-91b2-9d08dca57af0" providerId="ADAL" clId="{2AA51CB8-08D2-491E-B92D-A89224229E06}" dt="2026-05-24T19:06:14.272" v="24941" actId="20577"/>
          <ac:spMkLst>
            <pc:docMk/>
            <pc:sldMk cId="3716015662" sldId="2147483579"/>
            <ac:spMk id="24" creationId="{9993B0FE-AAAE-3605-247B-71AE0846EA54}"/>
          </ac:spMkLst>
        </pc:spChg>
        <pc:picChg chg="add mod modCrop">
          <ac:chgData name="Tarpinian, Sarine /JO" userId="42c76afc-7428-4a8d-91b2-9d08dca57af0" providerId="ADAL" clId="{2AA51CB8-08D2-491E-B92D-A89224229E06}" dt="2026-05-30T19:10:34.903" v="38607" actId="14100"/>
          <ac:picMkLst>
            <pc:docMk/>
            <pc:sldMk cId="3716015662" sldId="2147483579"/>
            <ac:picMk id="9" creationId="{087BC4AA-9D09-DC33-8E9C-FA23CE07360B}"/>
          </ac:picMkLst>
        </pc:picChg>
      </pc:sldChg>
      <pc:sldChg chg="addSp delSp modSp add mod modShow">
        <pc:chgData name="Tarpinian, Sarine /JO" userId="42c76afc-7428-4a8d-91b2-9d08dca57af0" providerId="ADAL" clId="{2AA51CB8-08D2-491E-B92D-A89224229E06}" dt="2026-05-30T19:15:31.792" v="38634" actId="1037"/>
        <pc:sldMkLst>
          <pc:docMk/>
          <pc:sldMk cId="3971094665" sldId="2147483580"/>
        </pc:sldMkLst>
        <pc:spChg chg="add mod">
          <ac:chgData name="Tarpinian, Sarine /JO" userId="42c76afc-7428-4a8d-91b2-9d08dca57af0" providerId="ADAL" clId="{2AA51CB8-08D2-491E-B92D-A89224229E06}" dt="2026-05-30T19:15:31.792" v="38634" actId="1037"/>
          <ac:spMkLst>
            <pc:docMk/>
            <pc:sldMk cId="3971094665" sldId="2147483580"/>
            <ac:spMk id="3" creationId="{0D666149-D4EB-673E-C150-B6890E1C519B}"/>
          </ac:spMkLst>
        </pc:spChg>
        <pc:spChg chg="mod">
          <ac:chgData name="Tarpinian, Sarine /JO" userId="42c76afc-7428-4a8d-91b2-9d08dca57af0" providerId="ADAL" clId="{2AA51CB8-08D2-491E-B92D-A89224229E06}" dt="2026-05-30T18:53:41.833" v="38511" actId="20577"/>
          <ac:spMkLst>
            <pc:docMk/>
            <pc:sldMk cId="3971094665" sldId="2147483580"/>
            <ac:spMk id="24" creationId="{3F93D558-EFB0-B657-7880-F28EDE419AA6}"/>
          </ac:spMkLst>
        </pc:spChg>
        <pc:picChg chg="add mod modCrop">
          <ac:chgData name="Tarpinian, Sarine /JO" userId="42c76afc-7428-4a8d-91b2-9d08dca57af0" providerId="ADAL" clId="{2AA51CB8-08D2-491E-B92D-A89224229E06}" dt="2026-05-30T19:12:29.401" v="38615" actId="1076"/>
          <ac:picMkLst>
            <pc:docMk/>
            <pc:sldMk cId="3971094665" sldId="2147483580"/>
            <ac:picMk id="9" creationId="{4F64D85C-E780-1C01-B9F0-A9760F5E7A32}"/>
          </ac:picMkLst>
        </pc:picChg>
      </pc:sldChg>
      <pc:sldChg chg="addSp delSp modSp add mod modShow">
        <pc:chgData name="Tarpinian, Sarine /JO" userId="42c76afc-7428-4a8d-91b2-9d08dca57af0" providerId="ADAL" clId="{2AA51CB8-08D2-491E-B92D-A89224229E06}" dt="2026-05-30T19:15:27.254" v="38630" actId="1037"/>
        <pc:sldMkLst>
          <pc:docMk/>
          <pc:sldMk cId="3323034428" sldId="2147483581"/>
        </pc:sldMkLst>
        <pc:spChg chg="add mod">
          <ac:chgData name="Tarpinian, Sarine /JO" userId="42c76afc-7428-4a8d-91b2-9d08dca57af0" providerId="ADAL" clId="{2AA51CB8-08D2-491E-B92D-A89224229E06}" dt="2026-05-30T19:15:27.254" v="38630" actId="1037"/>
          <ac:spMkLst>
            <pc:docMk/>
            <pc:sldMk cId="3323034428" sldId="2147483581"/>
            <ac:spMk id="3" creationId="{07D89DAA-A1C3-634A-3DDC-A57A01F789DE}"/>
          </ac:spMkLst>
        </pc:spChg>
        <pc:spChg chg="mod">
          <ac:chgData name="Tarpinian, Sarine /JO" userId="42c76afc-7428-4a8d-91b2-9d08dca57af0" providerId="ADAL" clId="{2AA51CB8-08D2-491E-B92D-A89224229E06}" dt="2026-05-24T20:16:20.708" v="25100" actId="20577"/>
          <ac:spMkLst>
            <pc:docMk/>
            <pc:sldMk cId="3323034428" sldId="2147483581"/>
            <ac:spMk id="24" creationId="{0AE2370B-B753-2FAF-3E4A-37F52723F6AC}"/>
          </ac:spMkLst>
        </pc:spChg>
        <pc:picChg chg="add mod modCrop">
          <ac:chgData name="Tarpinian, Sarine /JO" userId="42c76afc-7428-4a8d-91b2-9d08dca57af0" providerId="ADAL" clId="{2AA51CB8-08D2-491E-B92D-A89224229E06}" dt="2026-05-30T19:14:36.192" v="38622" actId="1076"/>
          <ac:picMkLst>
            <pc:docMk/>
            <pc:sldMk cId="3323034428" sldId="2147483581"/>
            <ac:picMk id="7" creationId="{BA3084B4-1C01-0AA0-E90F-24E2310D387C}"/>
          </ac:picMkLst>
        </pc:picChg>
      </pc:sldChg>
      <pc:sldChg chg="addSp delSp modSp add mod modShow">
        <pc:chgData name="Tarpinian, Sarine /JO" userId="42c76afc-7428-4a8d-91b2-9d08dca57af0" providerId="ADAL" clId="{2AA51CB8-08D2-491E-B92D-A89224229E06}" dt="2026-05-30T19:16:44.264" v="38643" actId="1076"/>
        <pc:sldMkLst>
          <pc:docMk/>
          <pc:sldMk cId="1289783006" sldId="2147483582"/>
        </pc:sldMkLst>
        <pc:spChg chg="add mod">
          <ac:chgData name="Tarpinian, Sarine /JO" userId="42c76afc-7428-4a8d-91b2-9d08dca57af0" providerId="ADAL" clId="{2AA51CB8-08D2-491E-B92D-A89224229E06}" dt="2026-05-30T19:15:21.637" v="38626" actId="1037"/>
          <ac:spMkLst>
            <pc:docMk/>
            <pc:sldMk cId="1289783006" sldId="2147483582"/>
            <ac:spMk id="3" creationId="{5F520682-D9CD-A195-CF53-4FB5194DAF89}"/>
          </ac:spMkLst>
        </pc:spChg>
        <pc:spChg chg="mod">
          <ac:chgData name="Tarpinian, Sarine /JO" userId="42c76afc-7428-4a8d-91b2-9d08dca57af0" providerId="ADAL" clId="{2AA51CB8-08D2-491E-B92D-A89224229E06}" dt="2026-05-30T18:53:33.193" v="38509" actId="1076"/>
          <ac:spMkLst>
            <pc:docMk/>
            <pc:sldMk cId="1289783006" sldId="2147483582"/>
            <ac:spMk id="24" creationId="{EA4761C0-5947-C479-1D57-924E7E2EB508}"/>
          </ac:spMkLst>
        </pc:spChg>
        <pc:picChg chg="add mod modCrop">
          <ac:chgData name="Tarpinian, Sarine /JO" userId="42c76afc-7428-4a8d-91b2-9d08dca57af0" providerId="ADAL" clId="{2AA51CB8-08D2-491E-B92D-A89224229E06}" dt="2026-05-30T19:16:44.264" v="38643" actId="1076"/>
          <ac:picMkLst>
            <pc:docMk/>
            <pc:sldMk cId="1289783006" sldId="2147483582"/>
            <ac:picMk id="7" creationId="{A25EB981-EE89-2D01-1FB4-1AC8B24FA26A}"/>
          </ac:picMkLst>
        </pc:picChg>
      </pc:sldChg>
      <pc:sldChg chg="addSp delSp modSp add mod modShow">
        <pc:chgData name="Tarpinian, Sarine /JO" userId="42c76afc-7428-4a8d-91b2-9d08dca57af0" providerId="ADAL" clId="{2AA51CB8-08D2-491E-B92D-A89224229E06}" dt="2026-05-30T10:08:37.369" v="37857" actId="21"/>
        <pc:sldMkLst>
          <pc:docMk/>
          <pc:sldMk cId="3237127419" sldId="2147483584"/>
        </pc:sldMkLst>
        <pc:spChg chg="mod">
          <ac:chgData name="Tarpinian, Sarine /JO" userId="42c76afc-7428-4a8d-91b2-9d08dca57af0" providerId="ADAL" clId="{2AA51CB8-08D2-491E-B92D-A89224229E06}" dt="2026-05-30T09:51:10.951" v="37849" actId="1035"/>
          <ac:spMkLst>
            <pc:docMk/>
            <pc:sldMk cId="3237127419" sldId="2147483584"/>
            <ac:spMk id="8" creationId="{17E9A03C-DAB8-39F0-2B1E-2F6BA16A32B6}"/>
          </ac:spMkLst>
        </pc:spChg>
        <pc:spChg chg="mod">
          <ac:chgData name="Tarpinian, Sarine /JO" userId="42c76afc-7428-4a8d-91b2-9d08dca57af0" providerId="ADAL" clId="{2AA51CB8-08D2-491E-B92D-A89224229E06}" dt="2026-05-30T09:51:07.757" v="37840" actId="1036"/>
          <ac:spMkLst>
            <pc:docMk/>
            <pc:sldMk cId="3237127419" sldId="2147483584"/>
            <ac:spMk id="14" creationId="{0AF72F94-DBBF-9006-3159-DE3A5CD261FE}"/>
          </ac:spMkLst>
        </pc:spChg>
        <pc:picChg chg="add mod modCrop">
          <ac:chgData name="Tarpinian, Sarine /JO" userId="42c76afc-7428-4a8d-91b2-9d08dca57af0" providerId="ADAL" clId="{2AA51CB8-08D2-491E-B92D-A89224229E06}" dt="2026-05-30T09:51:07.757" v="37840" actId="1036"/>
          <ac:picMkLst>
            <pc:docMk/>
            <pc:sldMk cId="3237127419" sldId="2147483584"/>
            <ac:picMk id="11" creationId="{4877DD57-931E-BDC2-0685-0B9D930FAA17}"/>
          </ac:picMkLst>
        </pc:picChg>
      </pc:sldChg>
      <pc:sldChg chg="addSp delSp modSp add mod modShow">
        <pc:chgData name="Tarpinian, Sarine /JO" userId="42c76afc-7428-4a8d-91b2-9d08dca57af0" providerId="ADAL" clId="{2AA51CB8-08D2-491E-B92D-A89224229E06}" dt="2026-05-30T10:21:32.083" v="37908" actId="14100"/>
        <pc:sldMkLst>
          <pc:docMk/>
          <pc:sldMk cId="2482989970" sldId="2147483585"/>
        </pc:sldMkLst>
        <pc:spChg chg="add mod">
          <ac:chgData name="Tarpinian, Sarine /JO" userId="42c76afc-7428-4a8d-91b2-9d08dca57af0" providerId="ADAL" clId="{2AA51CB8-08D2-491E-B92D-A89224229E06}" dt="2026-05-30T10:20:51.349" v="37896" actId="14100"/>
          <ac:spMkLst>
            <pc:docMk/>
            <pc:sldMk cId="2482989970" sldId="2147483585"/>
            <ac:spMk id="2" creationId="{19DABCF8-44F0-5A04-681A-97D13417AE4E}"/>
          </ac:spMkLst>
        </pc:spChg>
        <pc:spChg chg="mod">
          <ac:chgData name="Tarpinian, Sarine /JO" userId="42c76afc-7428-4a8d-91b2-9d08dca57af0" providerId="ADAL" clId="{2AA51CB8-08D2-491E-B92D-A89224229E06}" dt="2026-05-29T09:22:46.822" v="35043" actId="1076"/>
          <ac:spMkLst>
            <pc:docMk/>
            <pc:sldMk cId="2482989970" sldId="2147483585"/>
            <ac:spMk id="6" creationId="{9F1D1D6A-ED52-FE8F-082F-39851C4B7415}"/>
          </ac:spMkLst>
        </pc:spChg>
        <pc:picChg chg="add mod modCrop">
          <ac:chgData name="Tarpinian, Sarine /JO" userId="42c76afc-7428-4a8d-91b2-9d08dca57af0" providerId="ADAL" clId="{2AA51CB8-08D2-491E-B92D-A89224229E06}" dt="2026-05-30T10:21:32.083" v="37908" actId="14100"/>
          <ac:picMkLst>
            <pc:docMk/>
            <pc:sldMk cId="2482989970" sldId="2147483585"/>
            <ac:picMk id="4" creationId="{A186415A-A1ED-3C4C-81BD-19BEE4E40CD0}"/>
          </ac:picMkLst>
        </pc:picChg>
      </pc:sldChg>
      <pc:sldChg chg="addSp delSp modSp add mod modShow">
        <pc:chgData name="Tarpinian, Sarine /JO" userId="42c76afc-7428-4a8d-91b2-9d08dca57af0" providerId="ADAL" clId="{2AA51CB8-08D2-491E-B92D-A89224229E06}" dt="2026-05-30T19:27:19.694" v="38716" actId="1076"/>
        <pc:sldMkLst>
          <pc:docMk/>
          <pc:sldMk cId="1416183618" sldId="2147483586"/>
        </pc:sldMkLst>
        <pc:spChg chg="add mod">
          <ac:chgData name="Tarpinian, Sarine /JO" userId="42c76afc-7428-4a8d-91b2-9d08dca57af0" providerId="ADAL" clId="{2AA51CB8-08D2-491E-B92D-A89224229E06}" dt="2026-05-30T19:24:17.846" v="38694"/>
          <ac:spMkLst>
            <pc:docMk/>
            <pc:sldMk cId="1416183618" sldId="2147483586"/>
            <ac:spMk id="11" creationId="{F72D5515-C405-4105-EDBA-F9BDEB5ACC9C}"/>
          </ac:spMkLst>
        </pc:spChg>
        <pc:picChg chg="add mod modCrop">
          <ac:chgData name="Tarpinian, Sarine /JO" userId="42c76afc-7428-4a8d-91b2-9d08dca57af0" providerId="ADAL" clId="{2AA51CB8-08D2-491E-B92D-A89224229E06}" dt="2026-05-30T19:27:19.694" v="38716" actId="1076"/>
          <ac:picMkLst>
            <pc:docMk/>
            <pc:sldMk cId="1416183618" sldId="2147483586"/>
            <ac:picMk id="13" creationId="{977D661B-17B1-283B-EAAD-5DDE24FAB14E}"/>
          </ac:picMkLst>
        </pc:picChg>
      </pc:sldChg>
      <pc:sldChg chg="addSp delSp modSp new mod">
        <pc:chgData name="Tarpinian, Sarine /JO" userId="42c76afc-7428-4a8d-91b2-9d08dca57af0" providerId="ADAL" clId="{2AA51CB8-08D2-491E-B92D-A89224229E06}" dt="2026-05-27T19:29:53.167" v="32660" actId="20577"/>
        <pc:sldMkLst>
          <pc:docMk/>
          <pc:sldMk cId="2102818342" sldId="2147483587"/>
        </pc:sldMkLst>
        <pc:spChg chg="mod">
          <ac:chgData name="Tarpinian, Sarine /JO" userId="42c76afc-7428-4a8d-91b2-9d08dca57af0" providerId="ADAL" clId="{2AA51CB8-08D2-491E-B92D-A89224229E06}" dt="2026-05-27T19:29:53.167" v="32660" actId="20577"/>
          <ac:spMkLst>
            <pc:docMk/>
            <pc:sldMk cId="2102818342" sldId="2147483587"/>
            <ac:spMk id="2" creationId="{5967A67E-46C6-C2D3-57D9-B053CB925033}"/>
          </ac:spMkLst>
        </pc:spChg>
      </pc:sldChg>
      <pc:sldChg chg="addSp delSp modSp new mod modShow modNotesTx">
        <pc:chgData name="Tarpinian, Sarine /JO" userId="42c76afc-7428-4a8d-91b2-9d08dca57af0" providerId="ADAL" clId="{2AA51CB8-08D2-491E-B92D-A89224229E06}" dt="2026-06-01T12:47:19.740" v="38933" actId="729"/>
        <pc:sldMkLst>
          <pc:docMk/>
          <pc:sldMk cId="3649202657" sldId="2147483588"/>
        </pc:sldMkLst>
        <pc:spChg chg="add mod">
          <ac:chgData name="Tarpinian, Sarine /JO" userId="42c76afc-7428-4a8d-91b2-9d08dca57af0" providerId="ADAL" clId="{2AA51CB8-08D2-491E-B92D-A89224229E06}" dt="2026-05-27T15:10:01.444" v="31845" actId="122"/>
          <ac:spMkLst>
            <pc:docMk/>
            <pc:sldMk cId="3649202657" sldId="2147483588"/>
            <ac:spMk id="4" creationId="{578D9AE9-D65B-277B-AA5B-D4401B3EECC0}"/>
          </ac:spMkLst>
        </pc:spChg>
        <pc:spChg chg="add mod">
          <ac:chgData name="Tarpinian, Sarine /JO" userId="42c76afc-7428-4a8d-91b2-9d08dca57af0" providerId="ADAL" clId="{2AA51CB8-08D2-491E-B92D-A89224229E06}" dt="2026-05-27T15:10:06.992" v="31847" actId="1076"/>
          <ac:spMkLst>
            <pc:docMk/>
            <pc:sldMk cId="3649202657" sldId="2147483588"/>
            <ac:spMk id="7" creationId="{8780FC14-3BB2-2BAD-1AF5-7A96F7E366ED}"/>
          </ac:spMkLst>
        </pc:spChg>
      </pc:sldChg>
      <pc:sldChg chg="addSp delSp modSp add mod modShow">
        <pc:chgData name="Tarpinian, Sarine /JO" userId="42c76afc-7428-4a8d-91b2-9d08dca57af0" providerId="ADAL" clId="{2AA51CB8-08D2-491E-B92D-A89224229E06}" dt="2026-05-30T12:16:35.954" v="38088" actId="1076"/>
        <pc:sldMkLst>
          <pc:docMk/>
          <pc:sldMk cId="2166503513" sldId="2147483589"/>
        </pc:sldMkLst>
        <pc:spChg chg="add mod">
          <ac:chgData name="Tarpinian, Sarine /JO" userId="42c76afc-7428-4a8d-91b2-9d08dca57af0" providerId="ADAL" clId="{2AA51CB8-08D2-491E-B92D-A89224229E06}" dt="2026-05-30T12:16:33.307" v="38087" actId="14100"/>
          <ac:spMkLst>
            <pc:docMk/>
            <pc:sldMk cId="2166503513" sldId="2147483589"/>
            <ac:spMk id="7" creationId="{0D20C3FD-CD10-A37C-1179-01CBBEC296CC}"/>
          </ac:spMkLst>
        </pc:spChg>
        <pc:picChg chg="add mod modCrop">
          <ac:chgData name="Tarpinian, Sarine /JO" userId="42c76afc-7428-4a8d-91b2-9d08dca57af0" providerId="ADAL" clId="{2AA51CB8-08D2-491E-B92D-A89224229E06}" dt="2026-05-30T12:16:35.954" v="38088" actId="1076"/>
          <ac:picMkLst>
            <pc:docMk/>
            <pc:sldMk cId="2166503513" sldId="2147483589"/>
            <ac:picMk id="6" creationId="{FDC54C26-2C03-F34C-E82D-72B0B7314303}"/>
          </ac:picMkLst>
        </pc:picChg>
      </pc:sldChg>
      <pc:sldChg chg="addSp delSp modSp add mod">
        <pc:chgData name="Tarpinian, Sarine /JO" userId="42c76afc-7428-4a8d-91b2-9d08dca57af0" providerId="ADAL" clId="{2AA51CB8-08D2-491E-B92D-A89224229E06}" dt="2026-05-30T12:21:37.257" v="38115" actId="1076"/>
        <pc:sldMkLst>
          <pc:docMk/>
          <pc:sldMk cId="1316417221" sldId="2147483590"/>
        </pc:sldMkLst>
        <pc:spChg chg="mod">
          <ac:chgData name="Tarpinian, Sarine /JO" userId="42c76afc-7428-4a8d-91b2-9d08dca57af0" providerId="ADAL" clId="{2AA51CB8-08D2-491E-B92D-A89224229E06}" dt="2026-05-30T12:20:05.546" v="38106" actId="14100"/>
          <ac:spMkLst>
            <pc:docMk/>
            <pc:sldMk cId="1316417221" sldId="2147483590"/>
            <ac:spMk id="2" creationId="{27327E88-6296-4521-4D9F-F893B7F80310}"/>
          </ac:spMkLst>
        </pc:spChg>
        <pc:picChg chg="add mod modCrop">
          <ac:chgData name="Tarpinian, Sarine /JO" userId="42c76afc-7428-4a8d-91b2-9d08dca57af0" providerId="ADAL" clId="{2AA51CB8-08D2-491E-B92D-A89224229E06}" dt="2026-05-30T12:21:37.257" v="38115" actId="1076"/>
          <ac:picMkLst>
            <pc:docMk/>
            <pc:sldMk cId="1316417221" sldId="2147483590"/>
            <ac:picMk id="6" creationId="{645BB901-6F61-C7C1-789C-F906CF0F438F}"/>
          </ac:picMkLst>
        </pc:picChg>
      </pc:sldChg>
      <pc:sldChg chg="addSp delSp modSp add mod">
        <pc:chgData name="Tarpinian, Sarine /JO" userId="42c76afc-7428-4a8d-91b2-9d08dca57af0" providerId="ADAL" clId="{2AA51CB8-08D2-491E-B92D-A89224229E06}" dt="2026-05-30T19:18:28.434" v="38652" actId="1076"/>
        <pc:sldMkLst>
          <pc:docMk/>
          <pc:sldMk cId="1371566441" sldId="2147483593"/>
        </pc:sldMkLst>
        <pc:spChg chg="mod">
          <ac:chgData name="Tarpinian, Sarine /JO" userId="42c76afc-7428-4a8d-91b2-9d08dca57af0" providerId="ADAL" clId="{2AA51CB8-08D2-491E-B92D-A89224229E06}" dt="2026-05-30T19:06:28.752" v="38589" actId="20577"/>
          <ac:spMkLst>
            <pc:docMk/>
            <pc:sldMk cId="1371566441" sldId="2147483593"/>
            <ac:spMk id="5" creationId="{F11C079F-3290-DC73-2851-BB0A4EFE7B93}"/>
          </ac:spMkLst>
        </pc:spChg>
        <pc:spChg chg="mod">
          <ac:chgData name="Tarpinian, Sarine /JO" userId="42c76afc-7428-4a8d-91b2-9d08dca57af0" providerId="ADAL" clId="{2AA51CB8-08D2-491E-B92D-A89224229E06}" dt="2026-05-30T18:54:48.414" v="38516" actId="20577"/>
          <ac:spMkLst>
            <pc:docMk/>
            <pc:sldMk cId="1371566441" sldId="2147483593"/>
            <ac:spMk id="24" creationId="{BECF642A-938F-91CA-C5FC-A5B88F6BED89}"/>
          </ac:spMkLst>
        </pc:spChg>
        <pc:picChg chg="add mod modCrop">
          <ac:chgData name="Tarpinian, Sarine /JO" userId="42c76afc-7428-4a8d-91b2-9d08dca57af0" providerId="ADAL" clId="{2AA51CB8-08D2-491E-B92D-A89224229E06}" dt="2026-05-30T19:18:28.434" v="38652" actId="1076"/>
          <ac:picMkLst>
            <pc:docMk/>
            <pc:sldMk cId="1371566441" sldId="2147483593"/>
            <ac:picMk id="9" creationId="{1FC5C8C4-097A-4F19-E98A-FCB133D3FEFF}"/>
          </ac:picMkLst>
        </pc:picChg>
      </pc:sldChg>
      <pc:sldChg chg="addSp delSp modSp add mod">
        <pc:chgData name="Tarpinian, Sarine /JO" userId="42c76afc-7428-4a8d-91b2-9d08dca57af0" providerId="ADAL" clId="{2AA51CB8-08D2-491E-B92D-A89224229E06}" dt="2026-05-30T19:20:04" v="38661" actId="1076"/>
        <pc:sldMkLst>
          <pc:docMk/>
          <pc:sldMk cId="1548567202" sldId="2147483594"/>
        </pc:sldMkLst>
        <pc:spChg chg="mod">
          <ac:chgData name="Tarpinian, Sarine /JO" userId="42c76afc-7428-4a8d-91b2-9d08dca57af0" providerId="ADAL" clId="{2AA51CB8-08D2-491E-B92D-A89224229E06}" dt="2026-05-30T19:06:38.927" v="38591"/>
          <ac:spMkLst>
            <pc:docMk/>
            <pc:sldMk cId="1548567202" sldId="2147483594"/>
            <ac:spMk id="3" creationId="{BAAC5A4C-F180-AC66-246E-A4C249AF0A34}"/>
          </ac:spMkLst>
        </pc:spChg>
        <pc:spChg chg="mod">
          <ac:chgData name="Tarpinian, Sarine /JO" userId="42c76afc-7428-4a8d-91b2-9d08dca57af0" providerId="ADAL" clId="{2AA51CB8-08D2-491E-B92D-A89224229E06}" dt="2026-05-30T18:55:04.323" v="38522" actId="20577"/>
          <ac:spMkLst>
            <pc:docMk/>
            <pc:sldMk cId="1548567202" sldId="2147483594"/>
            <ac:spMk id="24" creationId="{B9C9F5C1-59BD-1FC9-1CDD-0D93DEFAAA28}"/>
          </ac:spMkLst>
        </pc:spChg>
        <pc:picChg chg="add mod modCrop">
          <ac:chgData name="Tarpinian, Sarine /JO" userId="42c76afc-7428-4a8d-91b2-9d08dca57af0" providerId="ADAL" clId="{2AA51CB8-08D2-491E-B92D-A89224229E06}" dt="2026-05-30T19:20:04" v="38661" actId="1076"/>
          <ac:picMkLst>
            <pc:docMk/>
            <pc:sldMk cId="1548567202" sldId="2147483594"/>
            <ac:picMk id="8" creationId="{C0F8A16A-3C78-64AE-BFDF-D7B9C0D9D0AE}"/>
          </ac:picMkLst>
        </pc:picChg>
      </pc:sldChg>
      <pc:sldChg chg="addSp delSp modSp add mod">
        <pc:chgData name="Tarpinian, Sarine /JO" userId="42c76afc-7428-4a8d-91b2-9d08dca57af0" providerId="ADAL" clId="{2AA51CB8-08D2-491E-B92D-A89224229E06}" dt="2026-05-30T19:21:53.553" v="38682" actId="1076"/>
        <pc:sldMkLst>
          <pc:docMk/>
          <pc:sldMk cId="4150277951" sldId="2147483595"/>
        </pc:sldMkLst>
        <pc:spChg chg="mod">
          <ac:chgData name="Tarpinian, Sarine /JO" userId="42c76afc-7428-4a8d-91b2-9d08dca57af0" providerId="ADAL" clId="{2AA51CB8-08D2-491E-B92D-A89224229E06}" dt="2026-05-30T19:21:53.553" v="38682" actId="1076"/>
          <ac:spMkLst>
            <pc:docMk/>
            <pc:sldMk cId="4150277951" sldId="2147483595"/>
            <ac:spMk id="3" creationId="{72759705-99D8-2062-35FC-BCA8511434CD}"/>
          </ac:spMkLst>
        </pc:spChg>
        <pc:spChg chg="mod">
          <ac:chgData name="Tarpinian, Sarine /JO" userId="42c76afc-7428-4a8d-91b2-9d08dca57af0" providerId="ADAL" clId="{2AA51CB8-08D2-491E-B92D-A89224229E06}" dt="2026-05-30T18:55:02.357" v="38521" actId="20577"/>
          <ac:spMkLst>
            <pc:docMk/>
            <pc:sldMk cId="4150277951" sldId="2147483595"/>
            <ac:spMk id="24" creationId="{2667321E-A1D6-E170-6BAE-C339E1A1929D}"/>
          </ac:spMkLst>
        </pc:spChg>
        <pc:picChg chg="add mod modCrop">
          <ac:chgData name="Tarpinian, Sarine /JO" userId="42c76afc-7428-4a8d-91b2-9d08dca57af0" providerId="ADAL" clId="{2AA51CB8-08D2-491E-B92D-A89224229E06}" dt="2026-05-30T19:21:53.553" v="38682" actId="1076"/>
          <ac:picMkLst>
            <pc:docMk/>
            <pc:sldMk cId="4150277951" sldId="2147483595"/>
            <ac:picMk id="8" creationId="{43F56753-AEAD-28EE-641D-EBD98FBE1602}"/>
          </ac:picMkLst>
        </pc:picChg>
      </pc:sldChg>
      <pc:sldChg chg="addSp delSp modSp add mod">
        <pc:chgData name="Tarpinian, Sarine /JO" userId="42c76afc-7428-4a8d-91b2-9d08dca57af0" providerId="ADAL" clId="{2AA51CB8-08D2-491E-B92D-A89224229E06}" dt="2026-05-30T19:23:24.503" v="38689" actId="1076"/>
        <pc:sldMkLst>
          <pc:docMk/>
          <pc:sldMk cId="1034498519" sldId="2147483596"/>
        </pc:sldMkLst>
        <pc:spChg chg="mod">
          <ac:chgData name="Tarpinian, Sarine /JO" userId="42c76afc-7428-4a8d-91b2-9d08dca57af0" providerId="ADAL" clId="{2AA51CB8-08D2-491E-B92D-A89224229E06}" dt="2026-05-30T19:06:45.864" v="38593"/>
          <ac:spMkLst>
            <pc:docMk/>
            <pc:sldMk cId="1034498519" sldId="2147483596"/>
            <ac:spMk id="3" creationId="{E862487C-9C56-2671-A7A7-3F1ABA0AD2BA}"/>
          </ac:spMkLst>
        </pc:spChg>
        <pc:spChg chg="mod">
          <ac:chgData name="Tarpinian, Sarine /JO" userId="42c76afc-7428-4a8d-91b2-9d08dca57af0" providerId="ADAL" clId="{2AA51CB8-08D2-491E-B92D-A89224229E06}" dt="2026-05-30T18:55:19.660" v="38526" actId="20577"/>
          <ac:spMkLst>
            <pc:docMk/>
            <pc:sldMk cId="1034498519" sldId="2147483596"/>
            <ac:spMk id="24" creationId="{365C574E-F980-6843-0149-23679E419967}"/>
          </ac:spMkLst>
        </pc:spChg>
        <pc:picChg chg="add mod modCrop">
          <ac:chgData name="Tarpinian, Sarine /JO" userId="42c76afc-7428-4a8d-91b2-9d08dca57af0" providerId="ADAL" clId="{2AA51CB8-08D2-491E-B92D-A89224229E06}" dt="2026-05-30T19:23:24.503" v="38689" actId="1076"/>
          <ac:picMkLst>
            <pc:docMk/>
            <pc:sldMk cId="1034498519" sldId="2147483596"/>
            <ac:picMk id="8" creationId="{C088A138-3AEB-9B96-5AA0-D64D6E889330}"/>
          </ac:picMkLst>
        </pc:picChg>
      </pc:sldChg>
      <pc:sldChg chg="modSp add mod">
        <pc:chgData name="Tarpinian, Sarine /JO" userId="42c76afc-7428-4a8d-91b2-9d08dca57af0" providerId="ADAL" clId="{2AA51CB8-08D2-491E-B92D-A89224229E06}" dt="2026-05-30T19:51:41.483" v="38810" actId="20577"/>
        <pc:sldMkLst>
          <pc:docMk/>
          <pc:sldMk cId="1303703726" sldId="2147483598"/>
        </pc:sldMkLst>
        <pc:spChg chg="mod">
          <ac:chgData name="Tarpinian, Sarine /JO" userId="42c76afc-7428-4a8d-91b2-9d08dca57af0" providerId="ADAL" clId="{2AA51CB8-08D2-491E-B92D-A89224229E06}" dt="2026-05-30T19:51:41.483" v="38810" actId="20577"/>
          <ac:spMkLst>
            <pc:docMk/>
            <pc:sldMk cId="1303703726" sldId="2147483598"/>
            <ac:spMk id="24" creationId="{D9AA7587-9EEB-2125-CC1A-A11E6800E4E1}"/>
          </ac:spMkLst>
        </pc:spChg>
      </pc:sldChg>
      <pc:sldChg chg="modSp add mod">
        <pc:chgData name="Tarpinian, Sarine /JO" userId="42c76afc-7428-4a8d-91b2-9d08dca57af0" providerId="ADAL" clId="{2AA51CB8-08D2-491E-B92D-A89224229E06}" dt="2026-05-30T19:51:39.531" v="38809" actId="20577"/>
        <pc:sldMkLst>
          <pc:docMk/>
          <pc:sldMk cId="2777558209" sldId="2147483599"/>
        </pc:sldMkLst>
        <pc:spChg chg="mod">
          <ac:chgData name="Tarpinian, Sarine /JO" userId="42c76afc-7428-4a8d-91b2-9d08dca57af0" providerId="ADAL" clId="{2AA51CB8-08D2-491E-B92D-A89224229E06}" dt="2026-05-30T19:51:39.531" v="38809" actId="20577"/>
          <ac:spMkLst>
            <pc:docMk/>
            <pc:sldMk cId="2777558209" sldId="2147483599"/>
            <ac:spMk id="24" creationId="{8A8EE5A9-AD02-D5C4-A86A-B0301ECC6E4E}"/>
          </ac:spMkLst>
        </pc:spChg>
      </pc:sldChg>
      <pc:sldChg chg="modSp add mod">
        <pc:chgData name="Tarpinian, Sarine /JO" userId="42c76afc-7428-4a8d-91b2-9d08dca57af0" providerId="ADAL" clId="{2AA51CB8-08D2-491E-B92D-A89224229E06}" dt="2026-05-30T19:51:36.897" v="38808" actId="20577"/>
        <pc:sldMkLst>
          <pc:docMk/>
          <pc:sldMk cId="1187936321" sldId="2147483600"/>
        </pc:sldMkLst>
        <pc:spChg chg="mod">
          <ac:chgData name="Tarpinian, Sarine /JO" userId="42c76afc-7428-4a8d-91b2-9d08dca57af0" providerId="ADAL" clId="{2AA51CB8-08D2-491E-B92D-A89224229E06}" dt="2026-05-30T19:51:36.897" v="38808" actId="20577"/>
          <ac:spMkLst>
            <pc:docMk/>
            <pc:sldMk cId="1187936321" sldId="2147483600"/>
            <ac:spMk id="24" creationId="{C23D3715-AE42-D752-796E-420B27443E08}"/>
          </ac:spMkLst>
        </pc:spChg>
      </pc:sldChg>
      <pc:sldChg chg="modSp add mod">
        <pc:chgData name="Tarpinian, Sarine /JO" userId="42c76afc-7428-4a8d-91b2-9d08dca57af0" providerId="ADAL" clId="{2AA51CB8-08D2-491E-B92D-A89224229E06}" dt="2026-05-30T19:51:52.909" v="38815" actId="20577"/>
        <pc:sldMkLst>
          <pc:docMk/>
          <pc:sldMk cId="1599747298" sldId="2147483601"/>
        </pc:sldMkLst>
        <pc:spChg chg="mod">
          <ac:chgData name="Tarpinian, Sarine /JO" userId="42c76afc-7428-4a8d-91b2-9d08dca57af0" providerId="ADAL" clId="{2AA51CB8-08D2-491E-B92D-A89224229E06}" dt="2026-05-30T19:51:52.909" v="38815" actId="20577"/>
          <ac:spMkLst>
            <pc:docMk/>
            <pc:sldMk cId="1599747298" sldId="2147483601"/>
            <ac:spMk id="24" creationId="{F5F27529-001A-BD3B-7EFA-8EECE1E992A1}"/>
          </ac:spMkLst>
        </pc:spChg>
      </pc:sldChg>
      <pc:sldChg chg="modSp add mod">
        <pc:chgData name="Tarpinian, Sarine /JO" userId="42c76afc-7428-4a8d-91b2-9d08dca57af0" providerId="ADAL" clId="{2AA51CB8-08D2-491E-B92D-A89224229E06}" dt="2026-05-30T19:51:57.097" v="38817" actId="20577"/>
        <pc:sldMkLst>
          <pc:docMk/>
          <pc:sldMk cId="3854240699" sldId="2147483602"/>
        </pc:sldMkLst>
        <pc:spChg chg="mod">
          <ac:chgData name="Tarpinian, Sarine /JO" userId="42c76afc-7428-4a8d-91b2-9d08dca57af0" providerId="ADAL" clId="{2AA51CB8-08D2-491E-B92D-A89224229E06}" dt="2026-05-30T19:51:57.097" v="38817" actId="20577"/>
          <ac:spMkLst>
            <pc:docMk/>
            <pc:sldMk cId="3854240699" sldId="2147483602"/>
            <ac:spMk id="24" creationId="{A55290A6-DAE1-AB4E-4E89-D4748C8387E0}"/>
          </ac:spMkLst>
        </pc:spChg>
      </pc:sldChg>
      <pc:sldChg chg="modSp add mod">
        <pc:chgData name="Tarpinian, Sarine /JO" userId="42c76afc-7428-4a8d-91b2-9d08dca57af0" providerId="ADAL" clId="{2AA51CB8-08D2-491E-B92D-A89224229E06}" dt="2026-05-30T19:52:02.634" v="38819" actId="20577"/>
        <pc:sldMkLst>
          <pc:docMk/>
          <pc:sldMk cId="1691161799" sldId="2147483603"/>
        </pc:sldMkLst>
        <pc:spChg chg="mod">
          <ac:chgData name="Tarpinian, Sarine /JO" userId="42c76afc-7428-4a8d-91b2-9d08dca57af0" providerId="ADAL" clId="{2AA51CB8-08D2-491E-B92D-A89224229E06}" dt="2026-05-30T19:52:02.634" v="38819" actId="20577"/>
          <ac:spMkLst>
            <pc:docMk/>
            <pc:sldMk cId="1691161799" sldId="2147483603"/>
            <ac:spMk id="24" creationId="{6F95812D-39C0-FD73-8C32-C56F31AACB58}"/>
          </ac:spMkLst>
        </pc:spChg>
      </pc:sldChg>
      <pc:sldChg chg="modSp add mod">
        <pc:chgData name="Tarpinian, Sarine /JO" userId="42c76afc-7428-4a8d-91b2-9d08dca57af0" providerId="ADAL" clId="{2AA51CB8-08D2-491E-B92D-A89224229E06}" dt="2026-05-30T19:52:07.083" v="38821" actId="20577"/>
        <pc:sldMkLst>
          <pc:docMk/>
          <pc:sldMk cId="436750424" sldId="2147483604"/>
        </pc:sldMkLst>
        <pc:spChg chg="mod">
          <ac:chgData name="Tarpinian, Sarine /JO" userId="42c76afc-7428-4a8d-91b2-9d08dca57af0" providerId="ADAL" clId="{2AA51CB8-08D2-491E-B92D-A89224229E06}" dt="2026-05-30T19:52:07.083" v="38821" actId="20577"/>
          <ac:spMkLst>
            <pc:docMk/>
            <pc:sldMk cId="436750424" sldId="2147483604"/>
            <ac:spMk id="24" creationId="{EA4F1DC4-F7C5-C971-C2CC-724595BAA016}"/>
          </ac:spMkLst>
        </pc:spChg>
      </pc:sldChg>
      <pc:sldChg chg="modSp add mod">
        <pc:chgData name="Tarpinian, Sarine /JO" userId="42c76afc-7428-4a8d-91b2-9d08dca57af0" providerId="ADAL" clId="{2AA51CB8-08D2-491E-B92D-A89224229E06}" dt="2026-05-30T19:52:17.028" v="38823" actId="20577"/>
        <pc:sldMkLst>
          <pc:docMk/>
          <pc:sldMk cId="2453097325" sldId="2147483605"/>
        </pc:sldMkLst>
        <pc:spChg chg="mod">
          <ac:chgData name="Tarpinian, Sarine /JO" userId="42c76afc-7428-4a8d-91b2-9d08dca57af0" providerId="ADAL" clId="{2AA51CB8-08D2-491E-B92D-A89224229E06}" dt="2026-05-30T19:52:17.028" v="38823" actId="20577"/>
          <ac:spMkLst>
            <pc:docMk/>
            <pc:sldMk cId="2453097325" sldId="2147483605"/>
            <ac:spMk id="24" creationId="{F3152294-4C48-446A-BE55-23518DCA7492}"/>
          </ac:spMkLst>
        </pc:spChg>
      </pc:sldChg>
      <pc:sldMasterChg chg="delSldLayout">
        <pc:chgData name="Tarpinian, Sarine /JO" userId="42c76afc-7428-4a8d-91b2-9d08dca57af0" providerId="ADAL" clId="{2AA51CB8-08D2-491E-B92D-A89224229E06}" dt="2026-05-30T20:09:16.534" v="38899" actId="47"/>
        <pc:sldMasterMkLst>
          <pc:docMk/>
          <pc:sldMasterMk cId="909612270" sldId="2147483660"/>
        </pc:sldMasterMkLst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99FF11-DD88-42E2-A19D-F0C7C65B90A2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3C4C6B-96DD-4F8F-80DE-AF214C3C82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7996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Iraqi consensus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Saab et al.,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Diabetes Therapy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2026; Iraqi Injectable Therapy Algorithm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200" b="1" dirty="0">
                <a:solidFill>
                  <a:srgbClr val="23004C"/>
                </a:solidFill>
                <a:latin typeface="Verdana"/>
                <a:ea typeface="+mj-ea"/>
                <a:cs typeface="+mn-cs"/>
              </a:rPr>
              <a:t>Experts’ recommendations on injectable therapy use for T2D management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The expert EACG has developed practical recommendations on insulin initiation and titration for patients with T2DM in the Gulf region.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The expert’s recommendations and reflections include the real-world approach to PCPs, supported by ADA/EASD/IDF/NICE guidelines for insulin initiation, optimization, and maintenance in T2DM.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Second-generation insulin analogs (</a:t>
            </a:r>
            <a:r>
              <a:rPr lang="en-US" dirty="0" err="1"/>
              <a:t>IGlar</a:t>
            </a:r>
            <a:r>
              <a:rPr lang="en-US" dirty="0"/>
              <a:t> 300/ </a:t>
            </a:r>
            <a:r>
              <a:rPr lang="en-US" dirty="0" err="1"/>
              <a:t>Degludec</a:t>
            </a:r>
            <a:r>
              <a:rPr lang="en-US" dirty="0"/>
              <a:t>) offer significant clinical benefits compared to first-generation analogs in randomized clinical trials, meta-analyses, and real-world studies. Studies have demonstrated less hypoglycemia with second-generation BI analogs compared to first-generation BI analogs in older adults and those with renal impairment, obesity, and CV disease.</a:t>
            </a:r>
            <a:endParaRPr lang="en-GB" sz="1200" b="1" dirty="0">
              <a:solidFill>
                <a:srgbClr val="23004C"/>
              </a:solidFill>
              <a:latin typeface="Verdana"/>
              <a:ea typeface="+mj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dirty="0">
              <a:latin typeface="Arial"/>
              <a:cs typeface="Arial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1F82665-FD90-44D6-A874-2FAC3737762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316114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 eaLnBrk="1" fontAlgn="ctr" latinLnBrk="0" hangingPunct="1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Scenario</a:t>
            </a:r>
          </a:p>
          <a:p>
            <a:pPr rtl="0" eaLnBrk="1" fontAlgn="ctr" latinLnBrk="0" hangingPunct="1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WHY (short CDS version)</a:t>
            </a:r>
          </a:p>
          <a:p>
            <a:pPr rtl="0" eaLnBrk="1" fontAlgn="ctr" latinLnBrk="0" hangingPunct="1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Start BI: Mild hyperglycemia predominantly fasting</a:t>
            </a:r>
          </a:p>
          <a:p>
            <a:pPr rtl="0" eaLnBrk="1" fontAlgn="ctr" latinLnBrk="0" hangingPunct="1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Start GLP‑1: Weight-driven insulin resistance</a:t>
            </a:r>
          </a:p>
          <a:p>
            <a:pPr rtl="0" eaLnBrk="1" fontAlgn="ctr" latinLnBrk="0" hangingPunct="1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Start combo: High HbA1c requires dual control</a:t>
            </a:r>
          </a:p>
          <a:p>
            <a:pPr rtl="0" eaLnBrk="1" fontAlgn="ctr" latinLnBrk="0" hangingPunct="1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Titrate BI: Basal not optimized</a:t>
            </a:r>
          </a:p>
          <a:p>
            <a:pPr rtl="0" eaLnBrk="1" fontAlgn="ctr" latinLnBrk="0" hangingPunct="1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 GLP‑1: PPG remains uncontrolled</a:t>
            </a:r>
          </a:p>
          <a:p>
            <a:pPr rtl="0" eaLnBrk="1" fontAlgn="ctr" latinLnBrk="0" hangingPunct="1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 prandial: Residual postprandial hyperglycemia</a:t>
            </a:r>
          </a:p>
          <a:p>
            <a:pPr rtl="0" eaLnBrk="1" fontAlgn="ctr" latinLnBrk="0" hangingPunct="1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Basal–bolus: Multiple daily excursions</a:t>
            </a:r>
          </a:p>
          <a:p>
            <a:pPr rtl="0" eaLnBrk="1" fontAlgn="ctr" latinLnBrk="0" hangingPunct="1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Premix: Simpler but less flexible option</a:t>
            </a:r>
          </a:p>
          <a:p>
            <a:pPr rtl="0" eaLnBrk="1" fontAlgn="ctr" latinLnBrk="0" hangingPunct="1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Avoid premix: Requires fixed meal timing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C4C6B-96DD-4F8F-80DE-AF214C3C827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8772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✅ Core Takeaways</a:t>
            </a: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➡️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Start simple, intensify stepwise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➡️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Combine therapies early when needed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➡️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Optimize before escalating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➡️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 GLP‑1 RA/FRC before complex insulin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➡️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 RAI before basal‑bolus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➡️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Adapt to access limitations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➡️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Premix = alternative, not default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BDA43E3-92A9-4E11-A20B-F4567CF233FE}" type="slidenum"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95404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scientifically precise + DSS-ready + minimal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C4C6B-96DD-4F8F-80DE-AF214C3C827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7600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F77AC5-78A0-9933-278F-56A71D072D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797F7B-D613-C3FB-FB1E-330CE05395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E8C4A4-8B0E-C624-F1B9-41EC3636D6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Reassess every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3–6 months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5B0D06-B2E3-4146-245B-F6CDBD7738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C4C6B-96DD-4F8F-80DE-AF214C3C827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17309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D3EA46-CE37-61C2-E7D8-5EC866B2D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80CF36-3AB8-863F-C0A9-06AAF80B9B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85BFF4-5D45-A469-FA23-E86D88AC55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>
              <a:lnSpc>
                <a:spcPts val="1500"/>
              </a:lnSpc>
              <a:buNone/>
            </a:pPr>
            <a:r>
              <a:rPr lang="en-US" b="1" dirty="0">
                <a:latin typeface="Segoe UI" panose="020B0502040204020203" pitchFamily="34" charset="0"/>
              </a:rPr>
              <a:t>WHY</a:t>
            </a:r>
          </a:p>
          <a:p>
            <a:pPr marL="285750" indent="-285750" fontAlgn="t"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</a:rPr>
              <a:t>HbA1c &lt;2% above target → </a:t>
            </a:r>
            <a:r>
              <a:rPr lang="en-US" b="1" dirty="0">
                <a:latin typeface="Segoe UI" panose="020B0502040204020203" pitchFamily="34" charset="0"/>
              </a:rPr>
              <a:t>BMI-driven decision</a:t>
            </a:r>
            <a:endParaRPr lang="en-US" dirty="0">
              <a:latin typeface="Segoe UI" panose="020B0502040204020203" pitchFamily="34" charset="0"/>
            </a:endParaRPr>
          </a:p>
          <a:p>
            <a:pPr marL="285750" indent="-285750" fontAlgn="t">
              <a:buFont typeface="Arial" panose="020B0604020202020204" pitchFamily="34" charset="0"/>
              <a:buChar char="•"/>
            </a:pPr>
            <a:r>
              <a:rPr lang="en-US" dirty="0"/>
              <a:t>BMI ≤ 30 </a:t>
            </a:r>
            <a:r>
              <a:rPr lang="en-US" dirty="0">
                <a:sym typeface="Wingdings" panose="05000000000000000000" pitchFamily="2" charset="2"/>
              </a:rPr>
              <a:t> </a:t>
            </a:r>
            <a:r>
              <a:rPr lang="en-US" b="1" dirty="0">
                <a:sym typeface="Wingdings" panose="05000000000000000000" pitchFamily="2" charset="2"/>
              </a:rPr>
              <a:t>Basal-first strategy</a:t>
            </a:r>
          </a:p>
          <a:p>
            <a:pPr marL="285750" indent="-285750" fontAlgn="t"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</a:rPr>
              <a:t>Stepwise intensification preferred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69CCD8-D786-8455-2688-0472017954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C4C6B-96DD-4F8F-80DE-AF214C3C827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4582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44D7D3-7E8B-E457-FBE4-D8589CA80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61401E-CF84-3BE1-9ACE-92F5AA3656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A51849-81A7-E79E-2F9F-2E2C79FF87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Reassess every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3–6 months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B4E952-B98E-81C2-853A-33FE85B026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C4C6B-96DD-4F8F-80DE-AF214C3C827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4610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EA1C11-3C42-B552-C431-3D1F034B26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26B985-5E38-E687-AF26-F4495D0FB1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26EBD4-50A3-83BD-1C72-D5AA4A5F3A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Clinical alignment, clarity, actionable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6F3BB9-2F49-1721-93A4-325D0AAA82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C4C6B-96DD-4F8F-80DE-AF214C3C827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5730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30F901-B973-9B21-2689-E234A54419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F2604E-01A3-E4E9-8978-9E835D52AA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14E900-A4E7-63D6-1D4C-790A7C3A15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Clinical alignment, clarity, actionable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8D127C-F20D-533A-CABF-39EF9EE7C8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C4C6B-96DD-4F8F-80DE-AF214C3C827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9391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36B354-5E5E-DAE8-18E8-11FB1315C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7D2763-5033-C9D6-CB6F-5727AA64BA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7A9C72-9A6A-0E69-A6E8-A6FF5178DA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None/>
            </a:pPr>
            <a:r>
              <a:rPr lang="en-US" sz="1200" b="0" i="0" dirty="0">
                <a:solidFill>
                  <a:srgbClr val="791F1F"/>
                </a:solidFill>
                <a:effectLst/>
                <a:latin typeface="Anthropic Sans"/>
              </a:rPr>
              <a:t>Avoid premix insulin: </a:t>
            </a:r>
            <a:r>
              <a:rPr lang="en-US" sz="1200" dirty="0">
                <a:solidFill>
                  <a:srgbClr val="A32D2D"/>
                </a:solidFill>
                <a:latin typeface="Anthropic Sans"/>
              </a:rPr>
              <a:t>No GLP-1 RA component . w</a:t>
            </a:r>
            <a:r>
              <a:rPr lang="en-US" sz="1200" b="0" i="0" dirty="0">
                <a:solidFill>
                  <a:srgbClr val="A32D2D"/>
                </a:solidFill>
                <a:effectLst/>
                <a:latin typeface="Anthropic Sans"/>
              </a:rPr>
              <a:t>eight gain risk </a:t>
            </a:r>
            <a:r>
              <a:rPr lang="en-US" sz="1200" dirty="0">
                <a:solidFill>
                  <a:srgbClr val="A32D2D"/>
                </a:solidFill>
                <a:latin typeface="Anthropic Sans"/>
              </a:rPr>
              <a:t>counterproductive in BMI &gt;30</a:t>
            </a:r>
            <a:r>
              <a:rPr lang="en-US" sz="1200" b="0" i="0" dirty="0">
                <a:solidFill>
                  <a:srgbClr val="A32D2D"/>
                </a:solidFill>
                <a:effectLst/>
                <a:latin typeface="Anthropic Sans"/>
              </a:rPr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B52A27-FEF0-2B84-D31F-8CDB41CD52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C4C6B-96DD-4F8F-80DE-AF214C3C827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44151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C5CB83-D1FC-B969-6C60-76DF2BD37C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0E564A-832C-7F8E-6B75-48F2B2BA41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610C4E-128E-A702-7B2F-72DFF7C222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None/>
            </a:pPr>
            <a:r>
              <a:rPr lang="en-US" sz="1200" b="0" i="0" dirty="0">
                <a:solidFill>
                  <a:srgbClr val="791F1F"/>
                </a:solidFill>
                <a:effectLst/>
                <a:latin typeface="Anthropic Sans"/>
              </a:rPr>
              <a:t>Avoid premix insulin: </a:t>
            </a:r>
            <a:r>
              <a:rPr lang="en-US" sz="1200" dirty="0">
                <a:solidFill>
                  <a:srgbClr val="A32D2D"/>
                </a:solidFill>
                <a:latin typeface="Anthropic Sans"/>
              </a:rPr>
              <a:t>No GLP-1 RA component . w</a:t>
            </a:r>
            <a:r>
              <a:rPr lang="en-US" sz="1200" b="0" i="0" dirty="0">
                <a:solidFill>
                  <a:srgbClr val="A32D2D"/>
                </a:solidFill>
                <a:effectLst/>
                <a:latin typeface="Anthropic Sans"/>
              </a:rPr>
              <a:t>eight gain risk </a:t>
            </a:r>
            <a:r>
              <a:rPr lang="en-US" sz="1200" dirty="0">
                <a:solidFill>
                  <a:srgbClr val="A32D2D"/>
                </a:solidFill>
                <a:latin typeface="Anthropic Sans"/>
              </a:rPr>
              <a:t>counterproductive in BMI &gt;30</a:t>
            </a:r>
            <a:r>
              <a:rPr lang="en-US" sz="1200" b="0" i="0" dirty="0">
                <a:solidFill>
                  <a:srgbClr val="A32D2D"/>
                </a:solidFill>
                <a:effectLst/>
                <a:latin typeface="Anthropic Sans"/>
              </a:rPr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4CF6C7-5234-7BCE-7453-7CB00CABB2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C4C6B-96DD-4F8F-80DE-AF214C3C827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75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DDCABC-DC97-8B4C-BCDC-63DDAEF0D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27AC77-F852-A2EB-D6FF-72EA2B65B9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5A9856-6B7C-DDDB-AC90-7A419FA5BB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None/>
            </a:pPr>
            <a:r>
              <a:rPr lang="en-US" sz="1200" b="0" i="0" dirty="0">
                <a:solidFill>
                  <a:srgbClr val="791F1F"/>
                </a:solidFill>
                <a:effectLst/>
                <a:latin typeface="Anthropic Sans"/>
              </a:rPr>
              <a:t>Avoid premix insulin: </a:t>
            </a:r>
            <a:r>
              <a:rPr lang="en-US" sz="1200" dirty="0">
                <a:solidFill>
                  <a:srgbClr val="A32D2D"/>
                </a:solidFill>
                <a:latin typeface="Anthropic Sans"/>
              </a:rPr>
              <a:t>No GLP-1 RA component . w</a:t>
            </a:r>
            <a:r>
              <a:rPr lang="en-US" sz="1200" b="0" i="0" dirty="0">
                <a:solidFill>
                  <a:srgbClr val="A32D2D"/>
                </a:solidFill>
                <a:effectLst/>
                <a:latin typeface="Anthropic Sans"/>
              </a:rPr>
              <a:t>eight gain risk </a:t>
            </a:r>
            <a:r>
              <a:rPr lang="en-US" sz="1200" dirty="0">
                <a:solidFill>
                  <a:srgbClr val="A32D2D"/>
                </a:solidFill>
                <a:latin typeface="Anthropic Sans"/>
              </a:rPr>
              <a:t>counterproductive in BMI &gt;30</a:t>
            </a:r>
            <a:r>
              <a:rPr lang="en-US" sz="1200" b="0" i="0" dirty="0">
                <a:solidFill>
                  <a:srgbClr val="A32D2D"/>
                </a:solidFill>
                <a:effectLst/>
                <a:latin typeface="Anthropic Sans"/>
              </a:rPr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9BE0A3-14B5-4AED-4882-DB0652B622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C4C6B-96DD-4F8F-80DE-AF214C3C827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42573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FE2427-B14F-F3BA-4F38-0BC02C7D1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E8F467-74FE-EFE4-0E5C-C6160E1E34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D1E275-F8BF-67CB-FD4E-D19E4D36EA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Clinical alignment, clarity, actionable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EDC372-DF18-5E80-8E89-33E1B7AB0F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C4C6B-96DD-4F8F-80DE-AF214C3C827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31820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1A7492-F944-A7C2-EEAF-4D879243AE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C6F2E4-4FF5-5054-0BC7-6298ADE6E2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14261B-3A2E-4CB5-1145-F78880B908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Clinical alignment, clarity, actionable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0713D7-07D2-CFE5-3418-25F8B99A18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C4C6B-96DD-4F8F-80DE-AF214C3C8277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03081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E4E0BC-0304-03C0-C78B-BC65074F0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313CD0-2E6C-7F48-F9DE-73ED5D3EDC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6AAD9D-1AED-0C60-551B-4976055D9B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Clinical alignment, clarity, actionable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04FE8F-6E47-093C-0693-3D45B1F2C9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C4C6B-96DD-4F8F-80DE-AF214C3C8277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10642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68D328-2AB8-E853-EE96-E0D58207B4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D2E330-3A34-BC7C-AF0F-F80AE7BBF6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13C7B5-9052-6768-8C0D-CD88603F7B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Clinical alignment, clarity, actionable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BE3721-2C82-C0E9-EEB5-FA1F449CFC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C4C6B-96DD-4F8F-80DE-AF214C3C8277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92797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1108D5-417C-C237-F812-2319853A03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1AB21B-8A21-7FB4-6278-CC98E76F8E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0D543B-908C-FD60-3468-D8BB6860EC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Clinical alignment, clarity, actionable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05D4C9-1573-A0AA-22BD-9C41F6E7EB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C4C6B-96DD-4F8F-80DE-AF214C3C8277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97445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3903A0-7CB6-E9C2-46B1-A543DD5BE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39BDCE-9E46-7122-4B34-9AF62DFF90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14AFD3-7AF1-EC94-F41B-2DB250388B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Clinical alignment, clarity, actionable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57D040-6CA8-763C-FE72-25121F61F0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C4C6B-96DD-4F8F-80DE-AF214C3C8277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75853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229963-E856-FD69-91E5-0C8581D219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642135-A208-2914-D291-2244DD1E87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74E09C-C2F5-AD48-4436-CEF5B92A5D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Clinical alignment, clarity, actionable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3D256A-00BE-0610-07D8-DCD6C36538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C4C6B-96DD-4F8F-80DE-AF214C3C8277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48143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5C400A-5E32-1158-18A5-8FED8F2213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9D22D9-05C1-2DD5-ADCF-173E092F49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A32282-FB3D-FE9B-0E1A-78C799392B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Clinical alignment, clarity, actionable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B2EB1D-ED04-3478-97E8-2E50830802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C4C6B-96DD-4F8F-80DE-AF214C3C8277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31328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463828-A1E8-4FFD-10CB-227C994F10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A3C0C8-4391-4A1F-C5C8-4B7E327D68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768648-3D36-DB01-A423-13C8CE24C9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Clinical alignment, clarity, actionable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81A9A9-CCE5-FAB6-5426-A45FB0B656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C4C6B-96DD-4F8F-80DE-AF214C3C8277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61274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314CF0-FDF3-6BFA-916A-00F0528005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F13056-EFCC-0D51-CE87-FE2647F9AD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D43192-7FE5-D515-342D-ECD02E2A6E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Clinical alignment, clarity, actionable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001450-DC0E-5A26-5AAA-34E883EA7D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C4C6B-96DD-4F8F-80DE-AF214C3C8277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96934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B03F3E-E69F-1DB8-22E5-5C86AABE16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29826F-0F92-61B2-A536-4240F52D27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FE70A0-8669-0A17-E398-4A637B2EE1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Clinical alignment, clarity, actionable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C3755F-A582-6E26-CD1B-05E8E2D4D2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C4C6B-96DD-4F8F-80DE-AF214C3C8277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58014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83DB45-B8FD-5D4D-2735-1E1C1D5D3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32EB33-1CAB-B8AF-12DA-455210D830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4B2DF2-1635-E215-BE0D-B07116F9F2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preferably FRC; particularly useful when access/tolerability is limited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DC6FA5-AEA0-67AE-E2DE-7D89585DFD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C4C6B-96DD-4F8F-80DE-AF214C3C8277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14678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E4D82-C21E-F13A-239D-B66CB5B17B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348C18-DA49-C179-0B7B-CE54D181EF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DC577F-83BE-6467-B78D-E3935A232F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Clinical alignment, clarity, actionable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9D7BF5-F99A-068D-E752-32E6367E21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C4C6B-96DD-4F8F-80DE-AF214C3C8277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31311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20B3A7-8C96-B0A8-2A2F-355D0DE3E9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4CD8D8-B161-99CE-A4B9-A92CE95A39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BAA2B1-AC72-0A87-EE86-CA6A0C4EB6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Clinical alignment, clarity, actionable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F28E76-C685-0121-D2BD-937A3BCCEB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C4C6B-96DD-4F8F-80DE-AF214C3C8277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87615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5ECC03-D318-0362-FC7A-8E2A6A4CE5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6EC312-957B-CBDE-1260-2B27AB9D3C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312AD9-891E-C013-C0A3-FFD9995DE6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Clinical alignment, clarity, actionable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7DBD13-DBBD-D2B6-D990-BE08A1C604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C4C6B-96DD-4F8F-80DE-AF214C3C8277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44287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319950-C112-30F4-CB9B-78486A5984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3FC847-42D7-CF0C-F30B-6717D014A9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5146E0-0C0C-41FA-411F-E50621F2B8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Clinical alignment, clarity, actionable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65736C-B2E9-C775-4C57-7732F51798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C4C6B-96DD-4F8F-80DE-AF214C3C8277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20875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41FA53-F2EA-CE8F-3CAE-F2230FAC58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35933E-67F0-131D-A740-D7B4AE7071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C1D795-3EB9-762E-E2A3-A5D357C9DE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Clinical alignment, clarity, actionable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2619BD-801A-021A-3069-2824080BD9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53C4C6B-96DD-4F8F-80DE-AF214C3C827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7451734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CF3AB7-B2FF-72D8-3538-7394F622C0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C5533D-B18A-7351-9320-756B76C9FB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D60B70-8685-2229-1CD3-7EFA72DCE5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Clinical alignment, clarity, actionable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D32819-9EBF-F1C9-71CD-4774EE6746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53C4C6B-96DD-4F8F-80DE-AF214C3C827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4394077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AA67E5-BC75-B4BA-BF0C-1889F42C3A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5F1E80-534B-CAB3-FA2D-C868D2C9AC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FE2C82-5E4F-2B2A-A15C-3CD63A600A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Clinical alignment, clarity, actionable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E5D17A-B49D-3E88-062C-04C3855D3D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53C4C6B-96DD-4F8F-80DE-AF214C3C827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8778814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7F9695-FD36-1AEA-DC42-C5383BD8B6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F21679-E66B-2188-F02C-33B195C4B0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C648FE-4850-64EA-9F42-FCB311E6BE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Clinical alignment, clarity, actionable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A31372-9C03-75A6-7906-C79BFA41E2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53C4C6B-96DD-4F8F-80DE-AF214C3C827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9559497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C4C6B-96DD-4F8F-80DE-AF214C3C8277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20826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A75708-D747-3601-B69C-B39D10711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181429-36F5-B963-482C-17873590CF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4EB655-C44F-C293-E433-B5E071B552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b">
              <a:buNone/>
            </a:pPr>
            <a:r>
              <a:rPr lang="en-US" b="1" dirty="0"/>
              <a:t>depends on access to GLP1 RA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FE9B84-63B5-2D88-0F15-6E63F5F947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53C4C6B-96DD-4F8F-80DE-AF214C3C827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3239024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6C65FE-A51E-6E29-0DAC-DD825C28D4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4CBDCA-2632-EE5F-BBC3-47F3ACE0B8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DE6842-5FC1-4ECE-13BA-BE4F0D0571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b">
              <a:buNone/>
            </a:pPr>
            <a:r>
              <a:rPr lang="en-US" b="1" dirty="0"/>
              <a:t>depends on access to GLP1 RA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F1781D-CDAF-225E-3599-CB12DC49C1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53C4C6B-96DD-4F8F-80DE-AF214C3C827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9723136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7FBCE-3355-C9C7-E667-8A8D162174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5603AF-0062-6670-E1ED-5962548C6B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930B5B-3007-65A9-C1F5-49EE1F7FD4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Clinical alignment, clarity, actionable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AC56EE-59B0-4A6E-4480-027D6B9191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53C4C6B-96DD-4F8F-80DE-AF214C3C827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848044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1C028D-A21E-0E6B-C3CB-3EFEF9557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2BC13E-2D0E-4C4C-4F72-A98C927230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66CDAD-84F4-5C27-D630-5FD86FDF02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b">
              <a:buNone/>
            </a:pPr>
            <a:r>
              <a:rPr lang="en-US" b="1" dirty="0"/>
              <a:t>depends on access to GLP1 RA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FF2AD8-23D3-9FB4-31A7-9C298F0718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53C4C6B-96DD-4F8F-80DE-AF214C3C827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5434566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9545E7-3FD3-C8E1-7FEA-32015FED45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4AAF07-61F7-5FCF-19F4-F8A667517A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B40B37-A968-A67F-1153-C1AF76CB23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Clinical alignment, clarity, actionable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E2E75F-865B-354F-7E24-025BADD533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53C4C6B-96DD-4F8F-80DE-AF214C3C827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732073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48A58B-43FD-B779-74AD-D181D31A8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B14696-5069-41AC-3ECA-98DAF60368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F58292-39D1-7CF7-709F-E8A2D51378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Clinical alignment, clarity, actionable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CBB124-8991-76DA-9B52-F14349CEB7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53C4C6B-96DD-4F8F-80DE-AF214C3C827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3748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F842D3-4C4D-BF61-DF20-1106A0503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27FD73-D9E5-8E23-8731-13E25E93B6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D32B5E-C6C2-D82E-54E8-DD4D4E94BE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Clinical alignment, clarity, actionable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ABD334-8F65-EBAD-EE36-93CF5E4E7D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53C4C6B-96DD-4F8F-80DE-AF214C3C827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8847081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103579-94B6-A30C-5271-15724FAD7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6B9186-A22C-2890-9B1B-F665BE2D54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01FC4D-BF36-7A9F-1D5F-12E9094118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Clinical alignment, clarity, actionable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2CDC5C-2667-689A-3C71-D665661052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53C4C6B-96DD-4F8F-80DE-AF214C3C827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95919962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8DE90B-213B-9232-2B4F-08D78B9C2E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A88452-87BE-882C-78C4-4376F7301A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360A90-F314-3ED2-EC28-6813EDBEB5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Clinical alignment, clarity, actionable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3A1BA1-AAAD-1CB9-F30A-E074452807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53C4C6B-96DD-4F8F-80DE-AF214C3C827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1034231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03FFE0-FA89-6842-80FF-F8143C74BD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7ED5C7-20B7-E3E1-03C7-59028ED750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CDDA5A-62A2-17E8-95D3-882A150EE2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Clinical alignment, clarity, actionable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8643D5-8D76-C4BC-AF92-7B1ED9B4C5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53C4C6B-96DD-4F8F-80DE-AF214C3C827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0164228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470CA3-12A4-93A3-9B6C-D110BD5955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B077AE-DF33-1006-6FFF-B8F244DCB0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30F73F-C4D3-4E97-DFE0-1843DDC430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Clinical alignment, clarity, actionable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791F40-56A0-53F2-2A32-E077CC04B3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53C4C6B-96DD-4F8F-80DE-AF214C3C827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6558672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BB4260-551F-2F26-85F1-F08FF816F1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9E56C6-DDB9-5272-0837-FDC76F194E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76BB09-6E9C-45EC-6E68-B37CF4AFF3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Clinical alignment, clarity, actionable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9C8E00-9F2B-103B-8462-640CD7D4C8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53C4C6B-96DD-4F8F-80DE-AF214C3C827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27220498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B27508-973B-437F-D5C9-D6299E701D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DA60C9-7617-F2AB-83AD-B072536995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2EA821-081E-427C-CBC7-0331A5DF39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C3937D-8EBA-417D-C713-ACFFC4AE47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C4C6B-96DD-4F8F-80DE-AF214C3C8277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86293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43E3A-9C86-032B-EE0C-BB297DF07E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7232D6-0D96-4B9F-FB2A-49F20A56D6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805E57-6078-978B-7A89-67E959C093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Basal insulin → FPG control GLP‑1 RA → PPG and weight Prandial insulin → residual hyperglycemia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469C1F-3AAD-2C89-F1A5-3160EEA80A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53C4C6B-96DD-4F8F-80DE-AF214C3C827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69712166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CCF313-6F1B-E1F1-365B-B0BE19A3D6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A41F51-669C-0039-5D5B-CB4F1FB8B2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D0ADAA-39E9-A21C-40C7-673A405D81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Clinical alignment, clarity, actionable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BAA6F2-7870-A99F-DCB0-F194C68492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53C4C6B-96DD-4F8F-80DE-AF214C3C827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46317213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78FEA3-ACEA-E4B7-FE81-4CDCD8A65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214773-2248-365C-8696-86E0FEA017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D04DF5-119F-660D-3981-14B29E2C8D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Basal insulin → FPG control GLP‑1 RA → PPG and weight Prandial insulin → residual hyperglycemia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5F1554-4911-214C-FDD0-08C0C56E19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53C4C6B-96DD-4F8F-80DE-AF214C3C827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73694999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8AC0BE-133D-68D4-913D-4364469CAF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0F40FE-0E09-F7E6-7D7C-D7817B5E72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1E9335-A72D-7E7B-8CD2-6C61818FC6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Basal insulin → FPG control GLP‑1 RA → PPG and weight Prandial insulin → residual hyperglycemia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0C6C90-FFCC-A69E-17E0-CE0BB38ECE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53C4C6B-96DD-4F8F-80DE-AF214C3C827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9834543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E666A2-109A-A9F2-D35E-FB0A3305F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FC45A1-7E34-7E7E-8E52-4EDF5D7CAD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F1EB85-0A61-E41E-FAFE-375EB58869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Patient profile (meal pattern, hypoglycemia risk),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Basal‑bolus preferred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with irregular meals</a:t>
            </a:r>
          </a:p>
          <a:p>
            <a:pPr fontAlgn="t"/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03DB83-8232-DD09-096D-F5EE3EABF7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53C4C6B-96DD-4F8F-80DE-AF214C3C827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9634925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A63F7A-461D-FBE2-F91B-731A7ADA1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78A775-E5EF-A971-EC58-6A0693106A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7D6222-D85A-D568-48B9-12371A00F4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Patient profile (meal pattern, hypoglycemia risk),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Basal‑bolus preferred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with irregular meals</a:t>
            </a:r>
          </a:p>
          <a:p>
            <a:pPr fontAlgn="t"/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28B17B-0684-954A-AF88-F4C4CFB7DD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53C4C6B-96DD-4F8F-80DE-AF214C3C827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7770613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CAA81F-2DED-BA30-DB5E-7F54EAD434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7E18C5-2506-DF75-D96F-4AD388F7F4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2D8478-E920-F4F6-C0AD-950D9212AC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Patient profile (meal pattern, hypoglycemia risk),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Basal‑bolus preferred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with irregular meals</a:t>
            </a:r>
          </a:p>
          <a:p>
            <a:pPr fontAlgn="t"/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656618-0B61-706F-C62E-F51B4E3898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53C4C6B-96DD-4F8F-80DE-AF214C3C827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10907335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37E14F-9594-B154-9C99-A38C64A2DF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A179ED-6899-3BD5-CB5E-4074FDBE85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C8BBA8-AE49-8170-2371-ADD130A45E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Patient profile (meal pattern, hypoglycemia risk),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Basal‑bolus preferred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with irregular meals</a:t>
            </a:r>
          </a:p>
          <a:p>
            <a:pPr fontAlgn="t"/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B3B227-7CFB-80C9-CC76-4F56698CD8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53C4C6B-96DD-4F8F-80DE-AF214C3C827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39442713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WHY: Limited flexibility → suboptimal control (especially with variable meals)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premixed insulins require regular meal timing and cause hypoglycemia and weight gain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i="0" dirty="0">
                <a:effectLst/>
                <a:latin typeface="Segoe UI" panose="020B0502040204020203" pitchFamily="34" charset="0"/>
              </a:rPr>
              <a:t>BMI &gt;30 + GLP‑1 access → Basal + GLP‑1 (FRC)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C4C6B-96DD-4F8F-80DE-AF214C3C8277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61172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premixed insulins require regular meal timing and cause hypoglycemia and weight gain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C4C6B-96DD-4F8F-80DE-AF214C3C8277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742624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90A730-DC14-C91B-4958-411563D14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9CD5FE-5C9E-95FF-508D-DD007070C2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0074E3-1CF8-7BCE-D107-AB8D56BEFA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premixed insulins require regular meal timing and cause hypoglycemia and weight gain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1945AD-F394-7D94-0A1D-02E50972EF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C4C6B-96DD-4F8F-80DE-AF214C3C8277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0832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Relationship Id="rId4" Type="http://schemas.openxmlformats.org/officeDocument/2006/relationships/image" Target="../media/image8.emf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4" Type="http://schemas.openxmlformats.org/officeDocument/2006/relationships/image" Target="../media/image9.emf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.xml"/></Relationships>
</file>

<file path=ppt/slideLayouts/_rels/slideLayout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Logo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aphique 7">
            <a:extLst>
              <a:ext uri="{FF2B5EF4-FFF2-40B4-BE49-F238E27FC236}">
                <a16:creationId xmlns:a16="http://schemas.microsoft.com/office/drawing/2014/main" id="{5569CE8B-04AF-468F-B800-7ECF09FD6C99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315443" y="2970600"/>
            <a:ext cx="3561116" cy="916800"/>
            <a:chOff x="4767702" y="-472136"/>
            <a:chExt cx="745525" cy="191931"/>
          </a:xfrm>
          <a:solidFill>
            <a:srgbClr val="FFFFFF"/>
          </a:solidFill>
        </p:grpSpPr>
        <p:sp>
          <p:nvSpPr>
            <p:cNvPr id="10" name="Forme libre : forme 9">
              <a:extLst>
                <a:ext uri="{FF2B5EF4-FFF2-40B4-BE49-F238E27FC236}">
                  <a16:creationId xmlns:a16="http://schemas.microsoft.com/office/drawing/2014/main" id="{A862ADC4-857D-4471-A871-BD1A38FB23C1}"/>
                </a:ext>
              </a:extLst>
            </p:cNvPr>
            <p:cNvSpPr/>
            <p:nvPr/>
          </p:nvSpPr>
          <p:spPr>
            <a:xfrm>
              <a:off x="4770087" y="-471716"/>
              <a:ext cx="740699" cy="191096"/>
            </a:xfrm>
            <a:custGeom>
              <a:avLst/>
              <a:gdLst>
                <a:gd name="connsiteX0" fmla="*/ 689325 w 740699"/>
                <a:gd name="connsiteY0" fmla="*/ 7347 h 191096"/>
                <a:gd name="connsiteX1" fmla="*/ 688790 w 740699"/>
                <a:gd name="connsiteY1" fmla="*/ 10847 h 191096"/>
                <a:gd name="connsiteX2" fmla="*/ 686092 w 740699"/>
                <a:gd name="connsiteY2" fmla="*/ 24840 h 191096"/>
                <a:gd name="connsiteX3" fmla="*/ 680980 w 740699"/>
                <a:gd name="connsiteY3" fmla="*/ 29953 h 191096"/>
                <a:gd name="connsiteX4" fmla="*/ 667797 w 740699"/>
                <a:gd name="connsiteY4" fmla="*/ 28608 h 191096"/>
                <a:gd name="connsiteX5" fmla="*/ 646528 w 740699"/>
                <a:gd name="connsiteY5" fmla="*/ 50946 h 191096"/>
                <a:gd name="connsiteX6" fmla="*/ 646528 w 740699"/>
                <a:gd name="connsiteY6" fmla="*/ 53911 h 191096"/>
                <a:gd name="connsiteX7" fmla="*/ 680712 w 740699"/>
                <a:gd name="connsiteY7" fmla="*/ 53911 h 191096"/>
                <a:gd name="connsiteX8" fmla="*/ 686092 w 740699"/>
                <a:gd name="connsiteY8" fmla="*/ 59559 h 191096"/>
                <a:gd name="connsiteX9" fmla="*/ 686092 w 740699"/>
                <a:gd name="connsiteY9" fmla="*/ 78130 h 191096"/>
                <a:gd name="connsiteX10" fmla="*/ 680712 w 740699"/>
                <a:gd name="connsiteY10" fmla="*/ 83518 h 191096"/>
                <a:gd name="connsiteX11" fmla="*/ 646528 w 740699"/>
                <a:gd name="connsiteY11" fmla="*/ 83518 h 191096"/>
                <a:gd name="connsiteX12" fmla="*/ 646528 w 740699"/>
                <a:gd name="connsiteY12" fmla="*/ 183097 h 191096"/>
                <a:gd name="connsiteX13" fmla="*/ 641148 w 740699"/>
                <a:gd name="connsiteY13" fmla="*/ 188485 h 191096"/>
                <a:gd name="connsiteX14" fmla="*/ 617197 w 740699"/>
                <a:gd name="connsiteY14" fmla="*/ 188485 h 191096"/>
                <a:gd name="connsiteX15" fmla="*/ 611809 w 740699"/>
                <a:gd name="connsiteY15" fmla="*/ 183097 h 191096"/>
                <a:gd name="connsiteX16" fmla="*/ 611809 w 740699"/>
                <a:gd name="connsiteY16" fmla="*/ 56602 h 191096"/>
                <a:gd name="connsiteX17" fmla="*/ 666987 w 740699"/>
                <a:gd name="connsiteY17" fmla="*/ 79 h 191096"/>
                <a:gd name="connsiteX18" fmla="*/ 683945 w 740699"/>
                <a:gd name="connsiteY18" fmla="*/ 1966 h 191096"/>
                <a:gd name="connsiteX19" fmla="*/ 689325 w 740699"/>
                <a:gd name="connsiteY19" fmla="*/ 7347 h 191096"/>
                <a:gd name="connsiteX20" fmla="*/ 741003 w 740699"/>
                <a:gd name="connsiteY20" fmla="*/ 59292 h 191096"/>
                <a:gd name="connsiteX21" fmla="*/ 741003 w 740699"/>
                <a:gd name="connsiteY21" fmla="*/ 183097 h 191096"/>
                <a:gd name="connsiteX22" fmla="*/ 735615 w 740699"/>
                <a:gd name="connsiteY22" fmla="*/ 188485 h 191096"/>
                <a:gd name="connsiteX23" fmla="*/ 711396 w 740699"/>
                <a:gd name="connsiteY23" fmla="*/ 188485 h 191096"/>
                <a:gd name="connsiteX24" fmla="*/ 706008 w 740699"/>
                <a:gd name="connsiteY24" fmla="*/ 183097 h 191096"/>
                <a:gd name="connsiteX25" fmla="*/ 706008 w 740699"/>
                <a:gd name="connsiteY25" fmla="*/ 59292 h 191096"/>
                <a:gd name="connsiteX26" fmla="*/ 711396 w 740699"/>
                <a:gd name="connsiteY26" fmla="*/ 53911 h 191096"/>
                <a:gd name="connsiteX27" fmla="*/ 735615 w 740699"/>
                <a:gd name="connsiteY27" fmla="*/ 53911 h 191096"/>
                <a:gd name="connsiteX28" fmla="*/ 741003 w 740699"/>
                <a:gd name="connsiteY28" fmla="*/ 59292 h 191096"/>
                <a:gd name="connsiteX29" fmla="*/ 518954 w 740699"/>
                <a:gd name="connsiteY29" fmla="*/ 158879 h 191096"/>
                <a:gd name="connsiteX30" fmla="*/ 485847 w 740699"/>
                <a:gd name="connsiteY30" fmla="*/ 121195 h 191096"/>
                <a:gd name="connsiteX31" fmla="*/ 517074 w 740699"/>
                <a:gd name="connsiteY31" fmla="*/ 83518 h 191096"/>
                <a:gd name="connsiteX32" fmla="*/ 550173 w 740699"/>
                <a:gd name="connsiteY32" fmla="*/ 121195 h 191096"/>
                <a:gd name="connsiteX33" fmla="*/ 518954 w 740699"/>
                <a:gd name="connsiteY33" fmla="*/ 158879 h 191096"/>
                <a:gd name="connsiteX34" fmla="*/ 517074 w 740699"/>
                <a:gd name="connsiteY34" fmla="*/ 51221 h 191096"/>
                <a:gd name="connsiteX35" fmla="*/ 450317 w 740699"/>
                <a:gd name="connsiteY35" fmla="*/ 121195 h 191096"/>
                <a:gd name="connsiteX36" fmla="*/ 518954 w 740699"/>
                <a:gd name="connsiteY36" fmla="*/ 191176 h 191096"/>
                <a:gd name="connsiteX37" fmla="*/ 585702 w 740699"/>
                <a:gd name="connsiteY37" fmla="*/ 121195 h 191096"/>
                <a:gd name="connsiteX38" fmla="*/ 517074 w 740699"/>
                <a:gd name="connsiteY38" fmla="*/ 51221 h 191096"/>
                <a:gd name="connsiteX39" fmla="*/ 424486 w 740699"/>
                <a:gd name="connsiteY39" fmla="*/ 101813 h 191096"/>
                <a:gd name="connsiteX40" fmla="*/ 424486 w 740699"/>
                <a:gd name="connsiteY40" fmla="*/ 183097 h 191096"/>
                <a:gd name="connsiteX41" fmla="*/ 419098 w 740699"/>
                <a:gd name="connsiteY41" fmla="*/ 188485 h 191096"/>
                <a:gd name="connsiteX42" fmla="*/ 394880 w 740699"/>
                <a:gd name="connsiteY42" fmla="*/ 188485 h 191096"/>
                <a:gd name="connsiteX43" fmla="*/ 389492 w 740699"/>
                <a:gd name="connsiteY43" fmla="*/ 183097 h 191096"/>
                <a:gd name="connsiteX44" fmla="*/ 389492 w 740699"/>
                <a:gd name="connsiteY44" fmla="*/ 106391 h 191096"/>
                <a:gd name="connsiteX45" fmla="*/ 363385 w 740699"/>
                <a:gd name="connsiteY45" fmla="*/ 83518 h 191096"/>
                <a:gd name="connsiteX46" fmla="*/ 343469 w 740699"/>
                <a:gd name="connsiteY46" fmla="*/ 85665 h 191096"/>
                <a:gd name="connsiteX47" fmla="*/ 337012 w 740699"/>
                <a:gd name="connsiteY47" fmla="*/ 92666 h 191096"/>
                <a:gd name="connsiteX48" fmla="*/ 337012 w 740699"/>
                <a:gd name="connsiteY48" fmla="*/ 183097 h 191096"/>
                <a:gd name="connsiteX49" fmla="*/ 331624 w 740699"/>
                <a:gd name="connsiteY49" fmla="*/ 188485 h 191096"/>
                <a:gd name="connsiteX50" fmla="*/ 307405 w 740699"/>
                <a:gd name="connsiteY50" fmla="*/ 188485 h 191096"/>
                <a:gd name="connsiteX51" fmla="*/ 302017 w 740699"/>
                <a:gd name="connsiteY51" fmla="*/ 183097 h 191096"/>
                <a:gd name="connsiteX52" fmla="*/ 302017 w 740699"/>
                <a:gd name="connsiteY52" fmla="*/ 71672 h 191096"/>
                <a:gd name="connsiteX53" fmla="*/ 308750 w 740699"/>
                <a:gd name="connsiteY53" fmla="*/ 60904 h 191096"/>
                <a:gd name="connsiteX54" fmla="*/ 362850 w 740699"/>
                <a:gd name="connsiteY54" fmla="*/ 51221 h 191096"/>
                <a:gd name="connsiteX55" fmla="*/ 424486 w 740699"/>
                <a:gd name="connsiteY55" fmla="*/ 101813 h 191096"/>
                <a:gd name="connsiteX56" fmla="*/ 122497 w 740699"/>
                <a:gd name="connsiteY56" fmla="*/ 167759 h 191096"/>
                <a:gd name="connsiteX57" fmla="*/ 120342 w 740699"/>
                <a:gd name="connsiteY57" fmla="*/ 183097 h 191096"/>
                <a:gd name="connsiteX58" fmla="*/ 113350 w 740699"/>
                <a:gd name="connsiteY58" fmla="*/ 188485 h 191096"/>
                <a:gd name="connsiteX59" fmla="*/ 89123 w 740699"/>
                <a:gd name="connsiteY59" fmla="*/ 188485 h 191096"/>
                <a:gd name="connsiteX60" fmla="*/ 85088 w 740699"/>
                <a:gd name="connsiteY60" fmla="*/ 184718 h 191096"/>
                <a:gd name="connsiteX61" fmla="*/ 85356 w 740699"/>
                <a:gd name="connsiteY61" fmla="*/ 183097 h 191096"/>
                <a:gd name="connsiteX62" fmla="*/ 86968 w 740699"/>
                <a:gd name="connsiteY62" fmla="*/ 173140 h 191096"/>
                <a:gd name="connsiteX63" fmla="*/ 303 w 740699"/>
                <a:gd name="connsiteY63" fmla="*/ 98589 h 191096"/>
                <a:gd name="connsiteX64" fmla="*/ 59517 w 740699"/>
                <a:gd name="connsiteY64" fmla="*/ 50144 h 191096"/>
                <a:gd name="connsiteX65" fmla="*/ 115230 w 740699"/>
                <a:gd name="connsiteY65" fmla="*/ 64404 h 191096"/>
                <a:gd name="connsiteX66" fmla="*/ 118462 w 740699"/>
                <a:gd name="connsiteY66" fmla="*/ 69792 h 191096"/>
                <a:gd name="connsiteX67" fmla="*/ 117385 w 740699"/>
                <a:gd name="connsiteY67" fmla="*/ 74362 h 191096"/>
                <a:gd name="connsiteX68" fmla="*/ 109039 w 740699"/>
                <a:gd name="connsiteY68" fmla="*/ 92131 h 191096"/>
                <a:gd name="connsiteX69" fmla="*/ 103116 w 740699"/>
                <a:gd name="connsiteY69" fmla="*/ 95899 h 191096"/>
                <a:gd name="connsiteX70" fmla="*/ 99081 w 740699"/>
                <a:gd name="connsiteY70" fmla="*/ 94821 h 191096"/>
                <a:gd name="connsiteX71" fmla="*/ 58439 w 740699"/>
                <a:gd name="connsiteY71" fmla="*/ 82708 h 191096"/>
                <a:gd name="connsiteX72" fmla="*/ 35833 w 740699"/>
                <a:gd name="connsiteY72" fmla="*/ 96166 h 191096"/>
                <a:gd name="connsiteX73" fmla="*/ 122497 w 740699"/>
                <a:gd name="connsiteY73" fmla="*/ 167759 h 191096"/>
                <a:gd name="connsiteX74" fmla="*/ 234191 w 740699"/>
                <a:gd name="connsiteY74" fmla="*/ 149189 h 191096"/>
                <a:gd name="connsiteX75" fmla="*/ 227466 w 740699"/>
                <a:gd name="connsiteY75" fmla="*/ 156456 h 191096"/>
                <a:gd name="connsiteX76" fmla="*/ 209162 w 740699"/>
                <a:gd name="connsiteY76" fmla="*/ 158879 h 191096"/>
                <a:gd name="connsiteX77" fmla="*/ 175788 w 740699"/>
                <a:gd name="connsiteY77" fmla="*/ 121195 h 191096"/>
                <a:gd name="connsiteX78" fmla="*/ 209162 w 740699"/>
                <a:gd name="connsiteY78" fmla="*/ 83518 h 191096"/>
                <a:gd name="connsiteX79" fmla="*/ 227466 w 740699"/>
                <a:gd name="connsiteY79" fmla="*/ 85941 h 191096"/>
                <a:gd name="connsiteX80" fmla="*/ 234191 w 740699"/>
                <a:gd name="connsiteY80" fmla="*/ 93201 h 191096"/>
                <a:gd name="connsiteX81" fmla="*/ 234191 w 740699"/>
                <a:gd name="connsiteY81" fmla="*/ 149189 h 191096"/>
                <a:gd name="connsiteX82" fmla="*/ 262452 w 740699"/>
                <a:gd name="connsiteY82" fmla="*/ 61179 h 191096"/>
                <a:gd name="connsiteX83" fmla="*/ 209430 w 740699"/>
                <a:gd name="connsiteY83" fmla="*/ 51221 h 191096"/>
                <a:gd name="connsiteX84" fmla="*/ 140258 w 740699"/>
                <a:gd name="connsiteY84" fmla="*/ 121195 h 191096"/>
                <a:gd name="connsiteX85" fmla="*/ 208895 w 740699"/>
                <a:gd name="connsiteY85" fmla="*/ 191176 h 191096"/>
                <a:gd name="connsiteX86" fmla="*/ 262452 w 740699"/>
                <a:gd name="connsiteY86" fmla="*/ 180407 h 191096"/>
                <a:gd name="connsiteX87" fmla="*/ 269185 w 740699"/>
                <a:gd name="connsiteY87" fmla="*/ 169639 h 191096"/>
                <a:gd name="connsiteX88" fmla="*/ 269185 w 740699"/>
                <a:gd name="connsiteY88" fmla="*/ 71940 h 191096"/>
                <a:gd name="connsiteX89" fmla="*/ 262452 w 740699"/>
                <a:gd name="connsiteY89" fmla="*/ 61179 h 191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740699" h="191096">
                  <a:moveTo>
                    <a:pt x="689325" y="7347"/>
                  </a:moveTo>
                  <a:cubicBezTo>
                    <a:pt x="689325" y="8511"/>
                    <a:pt x="689026" y="9604"/>
                    <a:pt x="688790" y="10847"/>
                  </a:cubicBezTo>
                  <a:lnTo>
                    <a:pt x="686092" y="24840"/>
                  </a:lnTo>
                  <a:cubicBezTo>
                    <a:pt x="685558" y="28073"/>
                    <a:pt x="684213" y="29953"/>
                    <a:pt x="680980" y="29953"/>
                  </a:cubicBezTo>
                  <a:cubicBezTo>
                    <a:pt x="678974" y="29953"/>
                    <a:pt x="673177" y="28608"/>
                    <a:pt x="667797" y="28608"/>
                  </a:cubicBezTo>
                  <a:cubicBezTo>
                    <a:pt x="652993" y="28608"/>
                    <a:pt x="646528" y="36143"/>
                    <a:pt x="646528" y="50946"/>
                  </a:cubicBezTo>
                  <a:lnTo>
                    <a:pt x="646528" y="53911"/>
                  </a:lnTo>
                  <a:lnTo>
                    <a:pt x="680712" y="53911"/>
                  </a:lnTo>
                  <a:cubicBezTo>
                    <a:pt x="684213" y="53911"/>
                    <a:pt x="686092" y="56059"/>
                    <a:pt x="686092" y="59559"/>
                  </a:cubicBezTo>
                  <a:lnTo>
                    <a:pt x="686092" y="78130"/>
                  </a:lnTo>
                  <a:cubicBezTo>
                    <a:pt x="686092" y="81363"/>
                    <a:pt x="684213" y="83518"/>
                    <a:pt x="680712" y="83518"/>
                  </a:cubicBezTo>
                  <a:lnTo>
                    <a:pt x="646528" y="83518"/>
                  </a:lnTo>
                  <a:lnTo>
                    <a:pt x="646528" y="183097"/>
                  </a:lnTo>
                  <a:cubicBezTo>
                    <a:pt x="646528" y="186330"/>
                    <a:pt x="644380" y="188485"/>
                    <a:pt x="641148" y="188485"/>
                  </a:cubicBezTo>
                  <a:lnTo>
                    <a:pt x="617197" y="188485"/>
                  </a:lnTo>
                  <a:cubicBezTo>
                    <a:pt x="613964" y="188485"/>
                    <a:pt x="611809" y="186330"/>
                    <a:pt x="611809" y="183097"/>
                  </a:cubicBezTo>
                  <a:lnTo>
                    <a:pt x="611809" y="56602"/>
                  </a:lnTo>
                  <a:cubicBezTo>
                    <a:pt x="611809" y="17839"/>
                    <a:pt x="633612" y="79"/>
                    <a:pt x="666987" y="79"/>
                  </a:cubicBezTo>
                  <a:cubicBezTo>
                    <a:pt x="672729" y="79"/>
                    <a:pt x="678557" y="621"/>
                    <a:pt x="683945" y="1966"/>
                  </a:cubicBezTo>
                  <a:cubicBezTo>
                    <a:pt x="687713" y="2769"/>
                    <a:pt x="689325" y="4358"/>
                    <a:pt x="689325" y="7347"/>
                  </a:cubicBezTo>
                  <a:moveTo>
                    <a:pt x="741003" y="59292"/>
                  </a:moveTo>
                  <a:lnTo>
                    <a:pt x="741003" y="183097"/>
                  </a:lnTo>
                  <a:cubicBezTo>
                    <a:pt x="741003" y="186330"/>
                    <a:pt x="738848" y="188485"/>
                    <a:pt x="735615" y="188485"/>
                  </a:cubicBezTo>
                  <a:lnTo>
                    <a:pt x="711396" y="188485"/>
                  </a:lnTo>
                  <a:cubicBezTo>
                    <a:pt x="708164" y="188485"/>
                    <a:pt x="706008" y="186330"/>
                    <a:pt x="706008" y="183097"/>
                  </a:cubicBezTo>
                  <a:lnTo>
                    <a:pt x="706008" y="59292"/>
                  </a:lnTo>
                  <a:cubicBezTo>
                    <a:pt x="706008" y="56059"/>
                    <a:pt x="708164" y="53911"/>
                    <a:pt x="711396" y="53911"/>
                  </a:cubicBezTo>
                  <a:lnTo>
                    <a:pt x="735615" y="53911"/>
                  </a:lnTo>
                  <a:cubicBezTo>
                    <a:pt x="738848" y="53911"/>
                    <a:pt x="741003" y="56059"/>
                    <a:pt x="741003" y="59292"/>
                  </a:cubicBezTo>
                  <a:moveTo>
                    <a:pt x="518954" y="158879"/>
                  </a:moveTo>
                  <a:cubicBezTo>
                    <a:pt x="499038" y="158879"/>
                    <a:pt x="485847" y="145956"/>
                    <a:pt x="485847" y="121195"/>
                  </a:cubicBezTo>
                  <a:cubicBezTo>
                    <a:pt x="485847" y="96433"/>
                    <a:pt x="499038" y="83518"/>
                    <a:pt x="517074" y="83518"/>
                  </a:cubicBezTo>
                  <a:cubicBezTo>
                    <a:pt x="536990" y="83518"/>
                    <a:pt x="550173" y="96433"/>
                    <a:pt x="550173" y="121195"/>
                  </a:cubicBezTo>
                  <a:cubicBezTo>
                    <a:pt x="550173" y="145956"/>
                    <a:pt x="536990" y="158879"/>
                    <a:pt x="518954" y="158879"/>
                  </a:cubicBezTo>
                  <a:moveTo>
                    <a:pt x="517074" y="51221"/>
                  </a:moveTo>
                  <a:cubicBezTo>
                    <a:pt x="476699" y="51221"/>
                    <a:pt x="450317" y="80553"/>
                    <a:pt x="450317" y="121195"/>
                  </a:cubicBezTo>
                  <a:cubicBezTo>
                    <a:pt x="450317" y="161837"/>
                    <a:pt x="476699" y="191176"/>
                    <a:pt x="518954" y="191176"/>
                  </a:cubicBezTo>
                  <a:cubicBezTo>
                    <a:pt x="559328" y="191176"/>
                    <a:pt x="585702" y="161837"/>
                    <a:pt x="585702" y="121195"/>
                  </a:cubicBezTo>
                  <a:cubicBezTo>
                    <a:pt x="585702" y="80553"/>
                    <a:pt x="559328" y="51221"/>
                    <a:pt x="517074" y="51221"/>
                  </a:cubicBezTo>
                  <a:moveTo>
                    <a:pt x="424486" y="101813"/>
                  </a:moveTo>
                  <a:lnTo>
                    <a:pt x="424486" y="183097"/>
                  </a:lnTo>
                  <a:cubicBezTo>
                    <a:pt x="424486" y="186330"/>
                    <a:pt x="422331" y="188485"/>
                    <a:pt x="419098" y="188485"/>
                  </a:cubicBezTo>
                  <a:lnTo>
                    <a:pt x="394880" y="188485"/>
                  </a:lnTo>
                  <a:cubicBezTo>
                    <a:pt x="391647" y="188485"/>
                    <a:pt x="389492" y="186330"/>
                    <a:pt x="389492" y="183097"/>
                  </a:cubicBezTo>
                  <a:lnTo>
                    <a:pt x="389492" y="106391"/>
                  </a:lnTo>
                  <a:cubicBezTo>
                    <a:pt x="389492" y="90243"/>
                    <a:pt x="377921" y="83518"/>
                    <a:pt x="363385" y="83518"/>
                  </a:cubicBezTo>
                  <a:cubicBezTo>
                    <a:pt x="355040" y="83518"/>
                    <a:pt x="350470" y="84053"/>
                    <a:pt x="343469" y="85665"/>
                  </a:cubicBezTo>
                  <a:cubicBezTo>
                    <a:pt x="339159" y="86743"/>
                    <a:pt x="337012" y="88631"/>
                    <a:pt x="337012" y="92666"/>
                  </a:cubicBezTo>
                  <a:lnTo>
                    <a:pt x="337012" y="183097"/>
                  </a:lnTo>
                  <a:cubicBezTo>
                    <a:pt x="337012" y="186330"/>
                    <a:pt x="334856" y="188485"/>
                    <a:pt x="331624" y="188485"/>
                  </a:cubicBezTo>
                  <a:lnTo>
                    <a:pt x="307405" y="188485"/>
                  </a:lnTo>
                  <a:cubicBezTo>
                    <a:pt x="304172" y="188485"/>
                    <a:pt x="302017" y="186330"/>
                    <a:pt x="302017" y="183097"/>
                  </a:cubicBezTo>
                  <a:lnTo>
                    <a:pt x="302017" y="71672"/>
                  </a:lnTo>
                  <a:cubicBezTo>
                    <a:pt x="302017" y="65482"/>
                    <a:pt x="304982" y="62249"/>
                    <a:pt x="308750" y="60904"/>
                  </a:cubicBezTo>
                  <a:cubicBezTo>
                    <a:pt x="328399" y="53911"/>
                    <a:pt x="346970" y="51221"/>
                    <a:pt x="362850" y="51221"/>
                  </a:cubicBezTo>
                  <a:cubicBezTo>
                    <a:pt x="404295" y="51221"/>
                    <a:pt x="424486" y="68982"/>
                    <a:pt x="424486" y="101813"/>
                  </a:cubicBezTo>
                  <a:moveTo>
                    <a:pt x="122497" y="167759"/>
                  </a:moveTo>
                  <a:cubicBezTo>
                    <a:pt x="122497" y="172337"/>
                    <a:pt x="121963" y="178528"/>
                    <a:pt x="120342" y="183097"/>
                  </a:cubicBezTo>
                  <a:cubicBezTo>
                    <a:pt x="118997" y="187140"/>
                    <a:pt x="117385" y="188485"/>
                    <a:pt x="113350" y="188485"/>
                  </a:cubicBezTo>
                  <a:lnTo>
                    <a:pt x="89123" y="188485"/>
                  </a:lnTo>
                  <a:cubicBezTo>
                    <a:pt x="86433" y="188485"/>
                    <a:pt x="85088" y="186865"/>
                    <a:pt x="85088" y="184718"/>
                  </a:cubicBezTo>
                  <a:cubicBezTo>
                    <a:pt x="85088" y="184175"/>
                    <a:pt x="85088" y="183640"/>
                    <a:pt x="85356" y="183097"/>
                  </a:cubicBezTo>
                  <a:cubicBezTo>
                    <a:pt x="86433" y="179597"/>
                    <a:pt x="86968" y="177175"/>
                    <a:pt x="86968" y="173140"/>
                  </a:cubicBezTo>
                  <a:cubicBezTo>
                    <a:pt x="86968" y="133559"/>
                    <a:pt x="303" y="155646"/>
                    <a:pt x="303" y="98589"/>
                  </a:cubicBezTo>
                  <a:cubicBezTo>
                    <a:pt x="303" y="69517"/>
                    <a:pt x="23452" y="50144"/>
                    <a:pt x="59517" y="50144"/>
                  </a:cubicBezTo>
                  <a:cubicBezTo>
                    <a:pt x="78623" y="50144"/>
                    <a:pt x="98546" y="54714"/>
                    <a:pt x="115230" y="64404"/>
                  </a:cubicBezTo>
                  <a:cubicBezTo>
                    <a:pt x="117393" y="65490"/>
                    <a:pt x="118462" y="67637"/>
                    <a:pt x="118462" y="69792"/>
                  </a:cubicBezTo>
                  <a:cubicBezTo>
                    <a:pt x="118462" y="71137"/>
                    <a:pt x="118164" y="72710"/>
                    <a:pt x="117385" y="74362"/>
                  </a:cubicBezTo>
                  <a:lnTo>
                    <a:pt x="109039" y="92131"/>
                  </a:lnTo>
                  <a:cubicBezTo>
                    <a:pt x="107962" y="94553"/>
                    <a:pt x="105539" y="95899"/>
                    <a:pt x="103116" y="95899"/>
                  </a:cubicBezTo>
                  <a:cubicBezTo>
                    <a:pt x="101771" y="95899"/>
                    <a:pt x="100426" y="95623"/>
                    <a:pt x="99081" y="94821"/>
                  </a:cubicBezTo>
                  <a:cubicBezTo>
                    <a:pt x="85356" y="87286"/>
                    <a:pt x="72165" y="82708"/>
                    <a:pt x="58439" y="82708"/>
                  </a:cubicBezTo>
                  <a:cubicBezTo>
                    <a:pt x="44179" y="82708"/>
                    <a:pt x="35833" y="87923"/>
                    <a:pt x="35833" y="96166"/>
                  </a:cubicBezTo>
                  <a:cubicBezTo>
                    <a:pt x="35833" y="121368"/>
                    <a:pt x="122497" y="106659"/>
                    <a:pt x="122497" y="167759"/>
                  </a:cubicBezTo>
                  <a:moveTo>
                    <a:pt x="234191" y="149189"/>
                  </a:moveTo>
                  <a:cubicBezTo>
                    <a:pt x="234191" y="153224"/>
                    <a:pt x="232043" y="155111"/>
                    <a:pt x="227466" y="156456"/>
                  </a:cubicBezTo>
                  <a:cubicBezTo>
                    <a:pt x="221543" y="158069"/>
                    <a:pt x="216430" y="158879"/>
                    <a:pt x="209162" y="158879"/>
                  </a:cubicBezTo>
                  <a:cubicBezTo>
                    <a:pt x="191936" y="158879"/>
                    <a:pt x="175788" y="148646"/>
                    <a:pt x="175788" y="121195"/>
                  </a:cubicBezTo>
                  <a:cubicBezTo>
                    <a:pt x="175788" y="93743"/>
                    <a:pt x="191936" y="83518"/>
                    <a:pt x="209162" y="83518"/>
                  </a:cubicBezTo>
                  <a:cubicBezTo>
                    <a:pt x="216430" y="83518"/>
                    <a:pt x="221543" y="84320"/>
                    <a:pt x="227466" y="85941"/>
                  </a:cubicBezTo>
                  <a:cubicBezTo>
                    <a:pt x="232043" y="87286"/>
                    <a:pt x="234191" y="89165"/>
                    <a:pt x="234191" y="93201"/>
                  </a:cubicBezTo>
                  <a:lnTo>
                    <a:pt x="234191" y="149189"/>
                  </a:lnTo>
                  <a:close/>
                  <a:moveTo>
                    <a:pt x="262452" y="61179"/>
                  </a:moveTo>
                  <a:cubicBezTo>
                    <a:pt x="244692" y="54446"/>
                    <a:pt x="228000" y="51221"/>
                    <a:pt x="209430" y="51221"/>
                  </a:cubicBezTo>
                  <a:cubicBezTo>
                    <a:pt x="168795" y="51221"/>
                    <a:pt x="140258" y="78405"/>
                    <a:pt x="140258" y="121195"/>
                  </a:cubicBezTo>
                  <a:cubicBezTo>
                    <a:pt x="140258" y="164527"/>
                    <a:pt x="165020" y="191176"/>
                    <a:pt x="208895" y="191176"/>
                  </a:cubicBezTo>
                  <a:cubicBezTo>
                    <a:pt x="226655" y="191176"/>
                    <a:pt x="243881" y="188210"/>
                    <a:pt x="262452" y="180407"/>
                  </a:cubicBezTo>
                  <a:cubicBezTo>
                    <a:pt x="266763" y="178528"/>
                    <a:pt x="269185" y="175562"/>
                    <a:pt x="269185" y="169639"/>
                  </a:cubicBezTo>
                  <a:lnTo>
                    <a:pt x="269185" y="71940"/>
                  </a:lnTo>
                  <a:cubicBezTo>
                    <a:pt x="269185" y="65749"/>
                    <a:pt x="266763" y="62792"/>
                    <a:pt x="262452" y="61179"/>
                  </a:cubicBezTo>
                </a:path>
              </a:pathLst>
            </a:custGeom>
            <a:solidFill>
              <a:schemeClr val="tx1"/>
            </a:solidFill>
            <a:ln w="78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11" name="Forme libre : forme 10">
              <a:extLst>
                <a:ext uri="{FF2B5EF4-FFF2-40B4-BE49-F238E27FC236}">
                  <a16:creationId xmlns:a16="http://schemas.microsoft.com/office/drawing/2014/main" id="{3473CDDD-9034-4972-B890-4C267C13F06F}"/>
                </a:ext>
              </a:extLst>
            </p:cNvPr>
            <p:cNvSpPr/>
            <p:nvPr/>
          </p:nvSpPr>
          <p:spPr>
            <a:xfrm rot="-73896" flipV="1">
              <a:off x="5474877" y="-471733"/>
              <a:ext cx="37949" cy="37711"/>
            </a:xfrm>
            <a:custGeom>
              <a:avLst/>
              <a:gdLst>
                <a:gd name="connsiteX0" fmla="*/ 19483 w 37949"/>
                <a:gd name="connsiteY0" fmla="*/ 17 h 37711"/>
                <a:gd name="connsiteX1" fmla="*/ 38456 w 37949"/>
                <a:gd name="connsiteY1" fmla="*/ 18454 h 37711"/>
                <a:gd name="connsiteX2" fmla="*/ 19491 w 37949"/>
                <a:gd name="connsiteY2" fmla="*/ 37717 h 37711"/>
                <a:gd name="connsiteX3" fmla="*/ 519 w 37949"/>
                <a:gd name="connsiteY3" fmla="*/ 19272 h 37711"/>
                <a:gd name="connsiteX4" fmla="*/ 19483 w 37949"/>
                <a:gd name="connsiteY4" fmla="*/ 17 h 37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49" h="37711">
                  <a:moveTo>
                    <a:pt x="19483" y="17"/>
                  </a:moveTo>
                  <a:cubicBezTo>
                    <a:pt x="30519" y="-219"/>
                    <a:pt x="38212" y="6883"/>
                    <a:pt x="38456" y="18454"/>
                  </a:cubicBezTo>
                  <a:cubicBezTo>
                    <a:pt x="38715" y="30300"/>
                    <a:pt x="31329" y="37457"/>
                    <a:pt x="19491" y="37717"/>
                  </a:cubicBezTo>
                  <a:cubicBezTo>
                    <a:pt x="8188" y="37953"/>
                    <a:pt x="771" y="31118"/>
                    <a:pt x="519" y="19272"/>
                  </a:cubicBezTo>
                  <a:cubicBezTo>
                    <a:pt x="267" y="7701"/>
                    <a:pt x="7378" y="284"/>
                    <a:pt x="19483" y="17"/>
                  </a:cubicBezTo>
                </a:path>
              </a:pathLst>
            </a:custGeom>
            <a:solidFill>
              <a:schemeClr val="accent2"/>
            </a:solidFill>
            <a:ln w="78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fr-FR" sz="2400">
                <a:solidFill>
                  <a:schemeClr val="accent2"/>
                </a:solidFill>
              </a:endParaRPr>
            </a:p>
          </p:txBody>
        </p:sp>
        <p:sp>
          <p:nvSpPr>
            <p:cNvPr id="12" name="Forme libre : forme 11">
              <a:extLst>
                <a:ext uri="{FF2B5EF4-FFF2-40B4-BE49-F238E27FC236}">
                  <a16:creationId xmlns:a16="http://schemas.microsoft.com/office/drawing/2014/main" id="{FA4CC508-0E53-4122-BCBD-4E37F1B71C30}"/>
                </a:ext>
              </a:extLst>
            </p:cNvPr>
            <p:cNvSpPr/>
            <p:nvPr/>
          </p:nvSpPr>
          <p:spPr>
            <a:xfrm rot="10725025" flipV="1">
              <a:off x="4768103" y="-317778"/>
              <a:ext cx="37406" cy="37169"/>
            </a:xfrm>
            <a:custGeom>
              <a:avLst/>
              <a:gdLst>
                <a:gd name="connsiteX0" fmla="*/ 18717 w 37406"/>
                <a:gd name="connsiteY0" fmla="*/ 130 h 37169"/>
                <a:gd name="connsiteX1" fmla="*/ 37414 w 37406"/>
                <a:gd name="connsiteY1" fmla="*/ 18300 h 37169"/>
                <a:gd name="connsiteX2" fmla="*/ 18717 w 37406"/>
                <a:gd name="connsiteY2" fmla="*/ 37288 h 37169"/>
                <a:gd name="connsiteX3" fmla="*/ 20 w 37406"/>
                <a:gd name="connsiteY3" fmla="*/ 19118 h 37169"/>
                <a:gd name="connsiteX4" fmla="*/ 18717 w 37406"/>
                <a:gd name="connsiteY4" fmla="*/ 130 h 37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406" h="37169">
                  <a:moveTo>
                    <a:pt x="18717" y="130"/>
                  </a:moveTo>
                  <a:cubicBezTo>
                    <a:pt x="29745" y="-106"/>
                    <a:pt x="37162" y="6729"/>
                    <a:pt x="37414" y="18300"/>
                  </a:cubicBezTo>
                  <a:cubicBezTo>
                    <a:pt x="37665" y="29603"/>
                    <a:pt x="30555" y="37028"/>
                    <a:pt x="18717" y="37288"/>
                  </a:cubicBezTo>
                  <a:cubicBezTo>
                    <a:pt x="7681" y="37524"/>
                    <a:pt x="264" y="30421"/>
                    <a:pt x="20" y="19118"/>
                  </a:cubicBezTo>
                  <a:cubicBezTo>
                    <a:pt x="-240" y="7547"/>
                    <a:pt x="6871" y="390"/>
                    <a:pt x="18717" y="130"/>
                  </a:cubicBezTo>
                </a:path>
              </a:pathLst>
            </a:custGeom>
            <a:solidFill>
              <a:schemeClr val="accent2"/>
            </a:solidFill>
            <a:ln w="78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fr-FR" sz="2400"/>
            </a:p>
          </p:txBody>
        </p:sp>
      </p:grpSp>
    </p:spTree>
    <p:extLst>
      <p:ext uri="{BB962C8B-B14F-4D97-AF65-F5344CB8AC3E}">
        <p14:creationId xmlns:p14="http://schemas.microsoft.com/office/powerpoint/2010/main" val="34727889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Logo (Dark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aphique 7">
            <a:extLst>
              <a:ext uri="{FF2B5EF4-FFF2-40B4-BE49-F238E27FC236}">
                <a16:creationId xmlns:a16="http://schemas.microsoft.com/office/drawing/2014/main" id="{AAE34BD0-96F3-484E-823D-846BCF7077CC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315443" y="2970600"/>
            <a:ext cx="3561116" cy="916800"/>
            <a:chOff x="4767702" y="-472136"/>
            <a:chExt cx="745525" cy="191931"/>
          </a:xfrm>
          <a:solidFill>
            <a:schemeClr val="bg1"/>
          </a:solidFill>
        </p:grpSpPr>
        <p:sp>
          <p:nvSpPr>
            <p:cNvPr id="8" name="Forme libre : forme 7">
              <a:extLst>
                <a:ext uri="{FF2B5EF4-FFF2-40B4-BE49-F238E27FC236}">
                  <a16:creationId xmlns:a16="http://schemas.microsoft.com/office/drawing/2014/main" id="{B5ACEFF7-2172-4E31-95A5-2822B762DCC8}"/>
                </a:ext>
              </a:extLst>
            </p:cNvPr>
            <p:cNvSpPr/>
            <p:nvPr/>
          </p:nvSpPr>
          <p:spPr>
            <a:xfrm>
              <a:off x="4770087" y="-471716"/>
              <a:ext cx="740699" cy="191096"/>
            </a:xfrm>
            <a:custGeom>
              <a:avLst/>
              <a:gdLst>
                <a:gd name="connsiteX0" fmla="*/ 689325 w 740699"/>
                <a:gd name="connsiteY0" fmla="*/ 7347 h 191096"/>
                <a:gd name="connsiteX1" fmla="*/ 688790 w 740699"/>
                <a:gd name="connsiteY1" fmla="*/ 10847 h 191096"/>
                <a:gd name="connsiteX2" fmla="*/ 686092 w 740699"/>
                <a:gd name="connsiteY2" fmla="*/ 24840 h 191096"/>
                <a:gd name="connsiteX3" fmla="*/ 680980 w 740699"/>
                <a:gd name="connsiteY3" fmla="*/ 29953 h 191096"/>
                <a:gd name="connsiteX4" fmla="*/ 667797 w 740699"/>
                <a:gd name="connsiteY4" fmla="*/ 28608 h 191096"/>
                <a:gd name="connsiteX5" fmla="*/ 646528 w 740699"/>
                <a:gd name="connsiteY5" fmla="*/ 50946 h 191096"/>
                <a:gd name="connsiteX6" fmla="*/ 646528 w 740699"/>
                <a:gd name="connsiteY6" fmla="*/ 53911 h 191096"/>
                <a:gd name="connsiteX7" fmla="*/ 680712 w 740699"/>
                <a:gd name="connsiteY7" fmla="*/ 53911 h 191096"/>
                <a:gd name="connsiteX8" fmla="*/ 686092 w 740699"/>
                <a:gd name="connsiteY8" fmla="*/ 59559 h 191096"/>
                <a:gd name="connsiteX9" fmla="*/ 686092 w 740699"/>
                <a:gd name="connsiteY9" fmla="*/ 78130 h 191096"/>
                <a:gd name="connsiteX10" fmla="*/ 680712 w 740699"/>
                <a:gd name="connsiteY10" fmla="*/ 83518 h 191096"/>
                <a:gd name="connsiteX11" fmla="*/ 646528 w 740699"/>
                <a:gd name="connsiteY11" fmla="*/ 83518 h 191096"/>
                <a:gd name="connsiteX12" fmla="*/ 646528 w 740699"/>
                <a:gd name="connsiteY12" fmla="*/ 183097 h 191096"/>
                <a:gd name="connsiteX13" fmla="*/ 641148 w 740699"/>
                <a:gd name="connsiteY13" fmla="*/ 188485 h 191096"/>
                <a:gd name="connsiteX14" fmla="*/ 617197 w 740699"/>
                <a:gd name="connsiteY14" fmla="*/ 188485 h 191096"/>
                <a:gd name="connsiteX15" fmla="*/ 611809 w 740699"/>
                <a:gd name="connsiteY15" fmla="*/ 183097 h 191096"/>
                <a:gd name="connsiteX16" fmla="*/ 611809 w 740699"/>
                <a:gd name="connsiteY16" fmla="*/ 56602 h 191096"/>
                <a:gd name="connsiteX17" fmla="*/ 666987 w 740699"/>
                <a:gd name="connsiteY17" fmla="*/ 79 h 191096"/>
                <a:gd name="connsiteX18" fmla="*/ 683945 w 740699"/>
                <a:gd name="connsiteY18" fmla="*/ 1966 h 191096"/>
                <a:gd name="connsiteX19" fmla="*/ 689325 w 740699"/>
                <a:gd name="connsiteY19" fmla="*/ 7347 h 191096"/>
                <a:gd name="connsiteX20" fmla="*/ 741003 w 740699"/>
                <a:gd name="connsiteY20" fmla="*/ 59292 h 191096"/>
                <a:gd name="connsiteX21" fmla="*/ 741003 w 740699"/>
                <a:gd name="connsiteY21" fmla="*/ 183097 h 191096"/>
                <a:gd name="connsiteX22" fmla="*/ 735615 w 740699"/>
                <a:gd name="connsiteY22" fmla="*/ 188485 h 191096"/>
                <a:gd name="connsiteX23" fmla="*/ 711396 w 740699"/>
                <a:gd name="connsiteY23" fmla="*/ 188485 h 191096"/>
                <a:gd name="connsiteX24" fmla="*/ 706008 w 740699"/>
                <a:gd name="connsiteY24" fmla="*/ 183097 h 191096"/>
                <a:gd name="connsiteX25" fmla="*/ 706008 w 740699"/>
                <a:gd name="connsiteY25" fmla="*/ 59292 h 191096"/>
                <a:gd name="connsiteX26" fmla="*/ 711396 w 740699"/>
                <a:gd name="connsiteY26" fmla="*/ 53911 h 191096"/>
                <a:gd name="connsiteX27" fmla="*/ 735615 w 740699"/>
                <a:gd name="connsiteY27" fmla="*/ 53911 h 191096"/>
                <a:gd name="connsiteX28" fmla="*/ 741003 w 740699"/>
                <a:gd name="connsiteY28" fmla="*/ 59292 h 191096"/>
                <a:gd name="connsiteX29" fmla="*/ 518954 w 740699"/>
                <a:gd name="connsiteY29" fmla="*/ 158879 h 191096"/>
                <a:gd name="connsiteX30" fmla="*/ 485847 w 740699"/>
                <a:gd name="connsiteY30" fmla="*/ 121195 h 191096"/>
                <a:gd name="connsiteX31" fmla="*/ 517074 w 740699"/>
                <a:gd name="connsiteY31" fmla="*/ 83518 h 191096"/>
                <a:gd name="connsiteX32" fmla="*/ 550173 w 740699"/>
                <a:gd name="connsiteY32" fmla="*/ 121195 h 191096"/>
                <a:gd name="connsiteX33" fmla="*/ 518954 w 740699"/>
                <a:gd name="connsiteY33" fmla="*/ 158879 h 191096"/>
                <a:gd name="connsiteX34" fmla="*/ 517074 w 740699"/>
                <a:gd name="connsiteY34" fmla="*/ 51221 h 191096"/>
                <a:gd name="connsiteX35" fmla="*/ 450317 w 740699"/>
                <a:gd name="connsiteY35" fmla="*/ 121195 h 191096"/>
                <a:gd name="connsiteX36" fmla="*/ 518954 w 740699"/>
                <a:gd name="connsiteY36" fmla="*/ 191176 h 191096"/>
                <a:gd name="connsiteX37" fmla="*/ 585702 w 740699"/>
                <a:gd name="connsiteY37" fmla="*/ 121195 h 191096"/>
                <a:gd name="connsiteX38" fmla="*/ 517074 w 740699"/>
                <a:gd name="connsiteY38" fmla="*/ 51221 h 191096"/>
                <a:gd name="connsiteX39" fmla="*/ 424486 w 740699"/>
                <a:gd name="connsiteY39" fmla="*/ 101813 h 191096"/>
                <a:gd name="connsiteX40" fmla="*/ 424486 w 740699"/>
                <a:gd name="connsiteY40" fmla="*/ 183097 h 191096"/>
                <a:gd name="connsiteX41" fmla="*/ 419098 w 740699"/>
                <a:gd name="connsiteY41" fmla="*/ 188485 h 191096"/>
                <a:gd name="connsiteX42" fmla="*/ 394880 w 740699"/>
                <a:gd name="connsiteY42" fmla="*/ 188485 h 191096"/>
                <a:gd name="connsiteX43" fmla="*/ 389492 w 740699"/>
                <a:gd name="connsiteY43" fmla="*/ 183097 h 191096"/>
                <a:gd name="connsiteX44" fmla="*/ 389492 w 740699"/>
                <a:gd name="connsiteY44" fmla="*/ 106391 h 191096"/>
                <a:gd name="connsiteX45" fmla="*/ 363385 w 740699"/>
                <a:gd name="connsiteY45" fmla="*/ 83518 h 191096"/>
                <a:gd name="connsiteX46" fmla="*/ 343469 w 740699"/>
                <a:gd name="connsiteY46" fmla="*/ 85665 h 191096"/>
                <a:gd name="connsiteX47" fmla="*/ 337012 w 740699"/>
                <a:gd name="connsiteY47" fmla="*/ 92666 h 191096"/>
                <a:gd name="connsiteX48" fmla="*/ 337012 w 740699"/>
                <a:gd name="connsiteY48" fmla="*/ 183097 h 191096"/>
                <a:gd name="connsiteX49" fmla="*/ 331624 w 740699"/>
                <a:gd name="connsiteY49" fmla="*/ 188485 h 191096"/>
                <a:gd name="connsiteX50" fmla="*/ 307405 w 740699"/>
                <a:gd name="connsiteY50" fmla="*/ 188485 h 191096"/>
                <a:gd name="connsiteX51" fmla="*/ 302017 w 740699"/>
                <a:gd name="connsiteY51" fmla="*/ 183097 h 191096"/>
                <a:gd name="connsiteX52" fmla="*/ 302017 w 740699"/>
                <a:gd name="connsiteY52" fmla="*/ 71672 h 191096"/>
                <a:gd name="connsiteX53" fmla="*/ 308750 w 740699"/>
                <a:gd name="connsiteY53" fmla="*/ 60904 h 191096"/>
                <a:gd name="connsiteX54" fmla="*/ 362850 w 740699"/>
                <a:gd name="connsiteY54" fmla="*/ 51221 h 191096"/>
                <a:gd name="connsiteX55" fmla="*/ 424486 w 740699"/>
                <a:gd name="connsiteY55" fmla="*/ 101813 h 191096"/>
                <a:gd name="connsiteX56" fmla="*/ 122497 w 740699"/>
                <a:gd name="connsiteY56" fmla="*/ 167759 h 191096"/>
                <a:gd name="connsiteX57" fmla="*/ 120342 w 740699"/>
                <a:gd name="connsiteY57" fmla="*/ 183097 h 191096"/>
                <a:gd name="connsiteX58" fmla="*/ 113350 w 740699"/>
                <a:gd name="connsiteY58" fmla="*/ 188485 h 191096"/>
                <a:gd name="connsiteX59" fmla="*/ 89123 w 740699"/>
                <a:gd name="connsiteY59" fmla="*/ 188485 h 191096"/>
                <a:gd name="connsiteX60" fmla="*/ 85088 w 740699"/>
                <a:gd name="connsiteY60" fmla="*/ 184718 h 191096"/>
                <a:gd name="connsiteX61" fmla="*/ 85356 w 740699"/>
                <a:gd name="connsiteY61" fmla="*/ 183097 h 191096"/>
                <a:gd name="connsiteX62" fmla="*/ 86968 w 740699"/>
                <a:gd name="connsiteY62" fmla="*/ 173140 h 191096"/>
                <a:gd name="connsiteX63" fmla="*/ 303 w 740699"/>
                <a:gd name="connsiteY63" fmla="*/ 98589 h 191096"/>
                <a:gd name="connsiteX64" fmla="*/ 59517 w 740699"/>
                <a:gd name="connsiteY64" fmla="*/ 50144 h 191096"/>
                <a:gd name="connsiteX65" fmla="*/ 115230 w 740699"/>
                <a:gd name="connsiteY65" fmla="*/ 64404 h 191096"/>
                <a:gd name="connsiteX66" fmla="*/ 118462 w 740699"/>
                <a:gd name="connsiteY66" fmla="*/ 69792 h 191096"/>
                <a:gd name="connsiteX67" fmla="*/ 117385 w 740699"/>
                <a:gd name="connsiteY67" fmla="*/ 74362 h 191096"/>
                <a:gd name="connsiteX68" fmla="*/ 109039 w 740699"/>
                <a:gd name="connsiteY68" fmla="*/ 92131 h 191096"/>
                <a:gd name="connsiteX69" fmla="*/ 103116 w 740699"/>
                <a:gd name="connsiteY69" fmla="*/ 95899 h 191096"/>
                <a:gd name="connsiteX70" fmla="*/ 99081 w 740699"/>
                <a:gd name="connsiteY70" fmla="*/ 94821 h 191096"/>
                <a:gd name="connsiteX71" fmla="*/ 58439 w 740699"/>
                <a:gd name="connsiteY71" fmla="*/ 82708 h 191096"/>
                <a:gd name="connsiteX72" fmla="*/ 35833 w 740699"/>
                <a:gd name="connsiteY72" fmla="*/ 96166 h 191096"/>
                <a:gd name="connsiteX73" fmla="*/ 122497 w 740699"/>
                <a:gd name="connsiteY73" fmla="*/ 167759 h 191096"/>
                <a:gd name="connsiteX74" fmla="*/ 234191 w 740699"/>
                <a:gd name="connsiteY74" fmla="*/ 149189 h 191096"/>
                <a:gd name="connsiteX75" fmla="*/ 227466 w 740699"/>
                <a:gd name="connsiteY75" fmla="*/ 156456 h 191096"/>
                <a:gd name="connsiteX76" fmla="*/ 209162 w 740699"/>
                <a:gd name="connsiteY76" fmla="*/ 158879 h 191096"/>
                <a:gd name="connsiteX77" fmla="*/ 175788 w 740699"/>
                <a:gd name="connsiteY77" fmla="*/ 121195 h 191096"/>
                <a:gd name="connsiteX78" fmla="*/ 209162 w 740699"/>
                <a:gd name="connsiteY78" fmla="*/ 83518 h 191096"/>
                <a:gd name="connsiteX79" fmla="*/ 227466 w 740699"/>
                <a:gd name="connsiteY79" fmla="*/ 85941 h 191096"/>
                <a:gd name="connsiteX80" fmla="*/ 234191 w 740699"/>
                <a:gd name="connsiteY80" fmla="*/ 93201 h 191096"/>
                <a:gd name="connsiteX81" fmla="*/ 234191 w 740699"/>
                <a:gd name="connsiteY81" fmla="*/ 149189 h 191096"/>
                <a:gd name="connsiteX82" fmla="*/ 262452 w 740699"/>
                <a:gd name="connsiteY82" fmla="*/ 61179 h 191096"/>
                <a:gd name="connsiteX83" fmla="*/ 209430 w 740699"/>
                <a:gd name="connsiteY83" fmla="*/ 51221 h 191096"/>
                <a:gd name="connsiteX84" fmla="*/ 140258 w 740699"/>
                <a:gd name="connsiteY84" fmla="*/ 121195 h 191096"/>
                <a:gd name="connsiteX85" fmla="*/ 208895 w 740699"/>
                <a:gd name="connsiteY85" fmla="*/ 191176 h 191096"/>
                <a:gd name="connsiteX86" fmla="*/ 262452 w 740699"/>
                <a:gd name="connsiteY86" fmla="*/ 180407 h 191096"/>
                <a:gd name="connsiteX87" fmla="*/ 269185 w 740699"/>
                <a:gd name="connsiteY87" fmla="*/ 169639 h 191096"/>
                <a:gd name="connsiteX88" fmla="*/ 269185 w 740699"/>
                <a:gd name="connsiteY88" fmla="*/ 71940 h 191096"/>
                <a:gd name="connsiteX89" fmla="*/ 262452 w 740699"/>
                <a:gd name="connsiteY89" fmla="*/ 61179 h 191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740699" h="191096">
                  <a:moveTo>
                    <a:pt x="689325" y="7347"/>
                  </a:moveTo>
                  <a:cubicBezTo>
                    <a:pt x="689325" y="8511"/>
                    <a:pt x="689026" y="9604"/>
                    <a:pt x="688790" y="10847"/>
                  </a:cubicBezTo>
                  <a:lnTo>
                    <a:pt x="686092" y="24840"/>
                  </a:lnTo>
                  <a:cubicBezTo>
                    <a:pt x="685558" y="28073"/>
                    <a:pt x="684213" y="29953"/>
                    <a:pt x="680980" y="29953"/>
                  </a:cubicBezTo>
                  <a:cubicBezTo>
                    <a:pt x="678974" y="29953"/>
                    <a:pt x="673177" y="28608"/>
                    <a:pt x="667797" y="28608"/>
                  </a:cubicBezTo>
                  <a:cubicBezTo>
                    <a:pt x="652993" y="28608"/>
                    <a:pt x="646528" y="36143"/>
                    <a:pt x="646528" y="50946"/>
                  </a:cubicBezTo>
                  <a:lnTo>
                    <a:pt x="646528" y="53911"/>
                  </a:lnTo>
                  <a:lnTo>
                    <a:pt x="680712" y="53911"/>
                  </a:lnTo>
                  <a:cubicBezTo>
                    <a:pt x="684213" y="53911"/>
                    <a:pt x="686092" y="56059"/>
                    <a:pt x="686092" y="59559"/>
                  </a:cubicBezTo>
                  <a:lnTo>
                    <a:pt x="686092" y="78130"/>
                  </a:lnTo>
                  <a:cubicBezTo>
                    <a:pt x="686092" y="81363"/>
                    <a:pt x="684213" y="83518"/>
                    <a:pt x="680712" y="83518"/>
                  </a:cubicBezTo>
                  <a:lnTo>
                    <a:pt x="646528" y="83518"/>
                  </a:lnTo>
                  <a:lnTo>
                    <a:pt x="646528" y="183097"/>
                  </a:lnTo>
                  <a:cubicBezTo>
                    <a:pt x="646528" y="186330"/>
                    <a:pt x="644380" y="188485"/>
                    <a:pt x="641148" y="188485"/>
                  </a:cubicBezTo>
                  <a:lnTo>
                    <a:pt x="617197" y="188485"/>
                  </a:lnTo>
                  <a:cubicBezTo>
                    <a:pt x="613964" y="188485"/>
                    <a:pt x="611809" y="186330"/>
                    <a:pt x="611809" y="183097"/>
                  </a:cubicBezTo>
                  <a:lnTo>
                    <a:pt x="611809" y="56602"/>
                  </a:lnTo>
                  <a:cubicBezTo>
                    <a:pt x="611809" y="17839"/>
                    <a:pt x="633612" y="79"/>
                    <a:pt x="666987" y="79"/>
                  </a:cubicBezTo>
                  <a:cubicBezTo>
                    <a:pt x="672729" y="79"/>
                    <a:pt x="678557" y="621"/>
                    <a:pt x="683945" y="1966"/>
                  </a:cubicBezTo>
                  <a:cubicBezTo>
                    <a:pt x="687713" y="2769"/>
                    <a:pt x="689325" y="4358"/>
                    <a:pt x="689325" y="7347"/>
                  </a:cubicBezTo>
                  <a:moveTo>
                    <a:pt x="741003" y="59292"/>
                  </a:moveTo>
                  <a:lnTo>
                    <a:pt x="741003" y="183097"/>
                  </a:lnTo>
                  <a:cubicBezTo>
                    <a:pt x="741003" y="186330"/>
                    <a:pt x="738848" y="188485"/>
                    <a:pt x="735615" y="188485"/>
                  </a:cubicBezTo>
                  <a:lnTo>
                    <a:pt x="711396" y="188485"/>
                  </a:lnTo>
                  <a:cubicBezTo>
                    <a:pt x="708164" y="188485"/>
                    <a:pt x="706008" y="186330"/>
                    <a:pt x="706008" y="183097"/>
                  </a:cubicBezTo>
                  <a:lnTo>
                    <a:pt x="706008" y="59292"/>
                  </a:lnTo>
                  <a:cubicBezTo>
                    <a:pt x="706008" y="56059"/>
                    <a:pt x="708164" y="53911"/>
                    <a:pt x="711396" y="53911"/>
                  </a:cubicBezTo>
                  <a:lnTo>
                    <a:pt x="735615" y="53911"/>
                  </a:lnTo>
                  <a:cubicBezTo>
                    <a:pt x="738848" y="53911"/>
                    <a:pt x="741003" y="56059"/>
                    <a:pt x="741003" y="59292"/>
                  </a:cubicBezTo>
                  <a:moveTo>
                    <a:pt x="518954" y="158879"/>
                  </a:moveTo>
                  <a:cubicBezTo>
                    <a:pt x="499038" y="158879"/>
                    <a:pt x="485847" y="145956"/>
                    <a:pt x="485847" y="121195"/>
                  </a:cubicBezTo>
                  <a:cubicBezTo>
                    <a:pt x="485847" y="96433"/>
                    <a:pt x="499038" y="83518"/>
                    <a:pt x="517074" y="83518"/>
                  </a:cubicBezTo>
                  <a:cubicBezTo>
                    <a:pt x="536990" y="83518"/>
                    <a:pt x="550173" y="96433"/>
                    <a:pt x="550173" y="121195"/>
                  </a:cubicBezTo>
                  <a:cubicBezTo>
                    <a:pt x="550173" y="145956"/>
                    <a:pt x="536990" y="158879"/>
                    <a:pt x="518954" y="158879"/>
                  </a:cubicBezTo>
                  <a:moveTo>
                    <a:pt x="517074" y="51221"/>
                  </a:moveTo>
                  <a:cubicBezTo>
                    <a:pt x="476699" y="51221"/>
                    <a:pt x="450317" y="80553"/>
                    <a:pt x="450317" y="121195"/>
                  </a:cubicBezTo>
                  <a:cubicBezTo>
                    <a:pt x="450317" y="161837"/>
                    <a:pt x="476699" y="191176"/>
                    <a:pt x="518954" y="191176"/>
                  </a:cubicBezTo>
                  <a:cubicBezTo>
                    <a:pt x="559328" y="191176"/>
                    <a:pt x="585702" y="161837"/>
                    <a:pt x="585702" y="121195"/>
                  </a:cubicBezTo>
                  <a:cubicBezTo>
                    <a:pt x="585702" y="80553"/>
                    <a:pt x="559328" y="51221"/>
                    <a:pt x="517074" y="51221"/>
                  </a:cubicBezTo>
                  <a:moveTo>
                    <a:pt x="424486" y="101813"/>
                  </a:moveTo>
                  <a:lnTo>
                    <a:pt x="424486" y="183097"/>
                  </a:lnTo>
                  <a:cubicBezTo>
                    <a:pt x="424486" y="186330"/>
                    <a:pt x="422331" y="188485"/>
                    <a:pt x="419098" y="188485"/>
                  </a:cubicBezTo>
                  <a:lnTo>
                    <a:pt x="394880" y="188485"/>
                  </a:lnTo>
                  <a:cubicBezTo>
                    <a:pt x="391647" y="188485"/>
                    <a:pt x="389492" y="186330"/>
                    <a:pt x="389492" y="183097"/>
                  </a:cubicBezTo>
                  <a:lnTo>
                    <a:pt x="389492" y="106391"/>
                  </a:lnTo>
                  <a:cubicBezTo>
                    <a:pt x="389492" y="90243"/>
                    <a:pt x="377921" y="83518"/>
                    <a:pt x="363385" y="83518"/>
                  </a:cubicBezTo>
                  <a:cubicBezTo>
                    <a:pt x="355040" y="83518"/>
                    <a:pt x="350470" y="84053"/>
                    <a:pt x="343469" y="85665"/>
                  </a:cubicBezTo>
                  <a:cubicBezTo>
                    <a:pt x="339159" y="86743"/>
                    <a:pt x="337012" y="88631"/>
                    <a:pt x="337012" y="92666"/>
                  </a:cubicBezTo>
                  <a:lnTo>
                    <a:pt x="337012" y="183097"/>
                  </a:lnTo>
                  <a:cubicBezTo>
                    <a:pt x="337012" y="186330"/>
                    <a:pt x="334856" y="188485"/>
                    <a:pt x="331624" y="188485"/>
                  </a:cubicBezTo>
                  <a:lnTo>
                    <a:pt x="307405" y="188485"/>
                  </a:lnTo>
                  <a:cubicBezTo>
                    <a:pt x="304172" y="188485"/>
                    <a:pt x="302017" y="186330"/>
                    <a:pt x="302017" y="183097"/>
                  </a:cubicBezTo>
                  <a:lnTo>
                    <a:pt x="302017" y="71672"/>
                  </a:lnTo>
                  <a:cubicBezTo>
                    <a:pt x="302017" y="65482"/>
                    <a:pt x="304982" y="62249"/>
                    <a:pt x="308750" y="60904"/>
                  </a:cubicBezTo>
                  <a:cubicBezTo>
                    <a:pt x="328399" y="53911"/>
                    <a:pt x="346970" y="51221"/>
                    <a:pt x="362850" y="51221"/>
                  </a:cubicBezTo>
                  <a:cubicBezTo>
                    <a:pt x="404295" y="51221"/>
                    <a:pt x="424486" y="68982"/>
                    <a:pt x="424486" y="101813"/>
                  </a:cubicBezTo>
                  <a:moveTo>
                    <a:pt x="122497" y="167759"/>
                  </a:moveTo>
                  <a:cubicBezTo>
                    <a:pt x="122497" y="172337"/>
                    <a:pt x="121963" y="178528"/>
                    <a:pt x="120342" y="183097"/>
                  </a:cubicBezTo>
                  <a:cubicBezTo>
                    <a:pt x="118997" y="187140"/>
                    <a:pt x="117385" y="188485"/>
                    <a:pt x="113350" y="188485"/>
                  </a:cubicBezTo>
                  <a:lnTo>
                    <a:pt x="89123" y="188485"/>
                  </a:lnTo>
                  <a:cubicBezTo>
                    <a:pt x="86433" y="188485"/>
                    <a:pt x="85088" y="186865"/>
                    <a:pt x="85088" y="184718"/>
                  </a:cubicBezTo>
                  <a:cubicBezTo>
                    <a:pt x="85088" y="184175"/>
                    <a:pt x="85088" y="183640"/>
                    <a:pt x="85356" y="183097"/>
                  </a:cubicBezTo>
                  <a:cubicBezTo>
                    <a:pt x="86433" y="179597"/>
                    <a:pt x="86968" y="177175"/>
                    <a:pt x="86968" y="173140"/>
                  </a:cubicBezTo>
                  <a:cubicBezTo>
                    <a:pt x="86968" y="133559"/>
                    <a:pt x="303" y="155646"/>
                    <a:pt x="303" y="98589"/>
                  </a:cubicBezTo>
                  <a:cubicBezTo>
                    <a:pt x="303" y="69517"/>
                    <a:pt x="23452" y="50144"/>
                    <a:pt x="59517" y="50144"/>
                  </a:cubicBezTo>
                  <a:cubicBezTo>
                    <a:pt x="78623" y="50144"/>
                    <a:pt x="98546" y="54714"/>
                    <a:pt x="115230" y="64404"/>
                  </a:cubicBezTo>
                  <a:cubicBezTo>
                    <a:pt x="117393" y="65490"/>
                    <a:pt x="118462" y="67637"/>
                    <a:pt x="118462" y="69792"/>
                  </a:cubicBezTo>
                  <a:cubicBezTo>
                    <a:pt x="118462" y="71137"/>
                    <a:pt x="118164" y="72710"/>
                    <a:pt x="117385" y="74362"/>
                  </a:cubicBezTo>
                  <a:lnTo>
                    <a:pt x="109039" y="92131"/>
                  </a:lnTo>
                  <a:cubicBezTo>
                    <a:pt x="107962" y="94553"/>
                    <a:pt x="105539" y="95899"/>
                    <a:pt x="103116" y="95899"/>
                  </a:cubicBezTo>
                  <a:cubicBezTo>
                    <a:pt x="101771" y="95899"/>
                    <a:pt x="100426" y="95623"/>
                    <a:pt x="99081" y="94821"/>
                  </a:cubicBezTo>
                  <a:cubicBezTo>
                    <a:pt x="85356" y="87286"/>
                    <a:pt x="72165" y="82708"/>
                    <a:pt x="58439" y="82708"/>
                  </a:cubicBezTo>
                  <a:cubicBezTo>
                    <a:pt x="44179" y="82708"/>
                    <a:pt x="35833" y="87923"/>
                    <a:pt x="35833" y="96166"/>
                  </a:cubicBezTo>
                  <a:cubicBezTo>
                    <a:pt x="35833" y="121368"/>
                    <a:pt x="122497" y="106659"/>
                    <a:pt x="122497" y="167759"/>
                  </a:cubicBezTo>
                  <a:moveTo>
                    <a:pt x="234191" y="149189"/>
                  </a:moveTo>
                  <a:cubicBezTo>
                    <a:pt x="234191" y="153224"/>
                    <a:pt x="232043" y="155111"/>
                    <a:pt x="227466" y="156456"/>
                  </a:cubicBezTo>
                  <a:cubicBezTo>
                    <a:pt x="221543" y="158069"/>
                    <a:pt x="216430" y="158879"/>
                    <a:pt x="209162" y="158879"/>
                  </a:cubicBezTo>
                  <a:cubicBezTo>
                    <a:pt x="191936" y="158879"/>
                    <a:pt x="175788" y="148646"/>
                    <a:pt x="175788" y="121195"/>
                  </a:cubicBezTo>
                  <a:cubicBezTo>
                    <a:pt x="175788" y="93743"/>
                    <a:pt x="191936" y="83518"/>
                    <a:pt x="209162" y="83518"/>
                  </a:cubicBezTo>
                  <a:cubicBezTo>
                    <a:pt x="216430" y="83518"/>
                    <a:pt x="221543" y="84320"/>
                    <a:pt x="227466" y="85941"/>
                  </a:cubicBezTo>
                  <a:cubicBezTo>
                    <a:pt x="232043" y="87286"/>
                    <a:pt x="234191" y="89165"/>
                    <a:pt x="234191" y="93201"/>
                  </a:cubicBezTo>
                  <a:lnTo>
                    <a:pt x="234191" y="149189"/>
                  </a:lnTo>
                  <a:close/>
                  <a:moveTo>
                    <a:pt x="262452" y="61179"/>
                  </a:moveTo>
                  <a:cubicBezTo>
                    <a:pt x="244692" y="54446"/>
                    <a:pt x="228000" y="51221"/>
                    <a:pt x="209430" y="51221"/>
                  </a:cubicBezTo>
                  <a:cubicBezTo>
                    <a:pt x="168795" y="51221"/>
                    <a:pt x="140258" y="78405"/>
                    <a:pt x="140258" y="121195"/>
                  </a:cubicBezTo>
                  <a:cubicBezTo>
                    <a:pt x="140258" y="164527"/>
                    <a:pt x="165020" y="191176"/>
                    <a:pt x="208895" y="191176"/>
                  </a:cubicBezTo>
                  <a:cubicBezTo>
                    <a:pt x="226655" y="191176"/>
                    <a:pt x="243881" y="188210"/>
                    <a:pt x="262452" y="180407"/>
                  </a:cubicBezTo>
                  <a:cubicBezTo>
                    <a:pt x="266763" y="178528"/>
                    <a:pt x="269185" y="175562"/>
                    <a:pt x="269185" y="169639"/>
                  </a:cubicBezTo>
                  <a:lnTo>
                    <a:pt x="269185" y="71940"/>
                  </a:lnTo>
                  <a:cubicBezTo>
                    <a:pt x="269185" y="65749"/>
                    <a:pt x="266763" y="62792"/>
                    <a:pt x="262452" y="61179"/>
                  </a:cubicBezTo>
                </a:path>
              </a:pathLst>
            </a:custGeom>
            <a:grpFill/>
            <a:ln w="78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9" name="Forme libre : forme 8">
              <a:extLst>
                <a:ext uri="{FF2B5EF4-FFF2-40B4-BE49-F238E27FC236}">
                  <a16:creationId xmlns:a16="http://schemas.microsoft.com/office/drawing/2014/main" id="{156C511D-58A1-442A-9FDB-13B83505C8E1}"/>
                </a:ext>
              </a:extLst>
            </p:cNvPr>
            <p:cNvSpPr/>
            <p:nvPr/>
          </p:nvSpPr>
          <p:spPr>
            <a:xfrm rot="-73896" flipV="1">
              <a:off x="5474877" y="-471733"/>
              <a:ext cx="37949" cy="37711"/>
            </a:xfrm>
            <a:custGeom>
              <a:avLst/>
              <a:gdLst>
                <a:gd name="connsiteX0" fmla="*/ 19483 w 37949"/>
                <a:gd name="connsiteY0" fmla="*/ 17 h 37711"/>
                <a:gd name="connsiteX1" fmla="*/ 38456 w 37949"/>
                <a:gd name="connsiteY1" fmla="*/ 18454 h 37711"/>
                <a:gd name="connsiteX2" fmla="*/ 19491 w 37949"/>
                <a:gd name="connsiteY2" fmla="*/ 37717 h 37711"/>
                <a:gd name="connsiteX3" fmla="*/ 519 w 37949"/>
                <a:gd name="connsiteY3" fmla="*/ 19272 h 37711"/>
                <a:gd name="connsiteX4" fmla="*/ 19483 w 37949"/>
                <a:gd name="connsiteY4" fmla="*/ 17 h 37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49" h="37711">
                  <a:moveTo>
                    <a:pt x="19483" y="17"/>
                  </a:moveTo>
                  <a:cubicBezTo>
                    <a:pt x="30519" y="-219"/>
                    <a:pt x="38212" y="6883"/>
                    <a:pt x="38456" y="18454"/>
                  </a:cubicBezTo>
                  <a:cubicBezTo>
                    <a:pt x="38715" y="30300"/>
                    <a:pt x="31329" y="37457"/>
                    <a:pt x="19491" y="37717"/>
                  </a:cubicBezTo>
                  <a:cubicBezTo>
                    <a:pt x="8188" y="37953"/>
                    <a:pt x="771" y="31118"/>
                    <a:pt x="519" y="19272"/>
                  </a:cubicBezTo>
                  <a:cubicBezTo>
                    <a:pt x="267" y="7701"/>
                    <a:pt x="7378" y="284"/>
                    <a:pt x="19483" y="17"/>
                  </a:cubicBezTo>
                </a:path>
              </a:pathLst>
            </a:custGeom>
            <a:grpFill/>
            <a:ln w="78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fr-FR" sz="2400">
                <a:solidFill>
                  <a:schemeClr val="accent2"/>
                </a:solidFill>
              </a:endParaRPr>
            </a:p>
          </p:txBody>
        </p:sp>
        <p:sp>
          <p:nvSpPr>
            <p:cNvPr id="10" name="Forme libre : forme 9">
              <a:extLst>
                <a:ext uri="{FF2B5EF4-FFF2-40B4-BE49-F238E27FC236}">
                  <a16:creationId xmlns:a16="http://schemas.microsoft.com/office/drawing/2014/main" id="{33BB5D3E-7EA3-4217-8524-E90CF2B6AC62}"/>
                </a:ext>
              </a:extLst>
            </p:cNvPr>
            <p:cNvSpPr/>
            <p:nvPr/>
          </p:nvSpPr>
          <p:spPr>
            <a:xfrm rot="10725025" flipV="1">
              <a:off x="4768103" y="-317778"/>
              <a:ext cx="37406" cy="37169"/>
            </a:xfrm>
            <a:custGeom>
              <a:avLst/>
              <a:gdLst>
                <a:gd name="connsiteX0" fmla="*/ 18717 w 37406"/>
                <a:gd name="connsiteY0" fmla="*/ 130 h 37169"/>
                <a:gd name="connsiteX1" fmla="*/ 37414 w 37406"/>
                <a:gd name="connsiteY1" fmla="*/ 18300 h 37169"/>
                <a:gd name="connsiteX2" fmla="*/ 18717 w 37406"/>
                <a:gd name="connsiteY2" fmla="*/ 37288 h 37169"/>
                <a:gd name="connsiteX3" fmla="*/ 20 w 37406"/>
                <a:gd name="connsiteY3" fmla="*/ 19118 h 37169"/>
                <a:gd name="connsiteX4" fmla="*/ 18717 w 37406"/>
                <a:gd name="connsiteY4" fmla="*/ 130 h 37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406" h="37169">
                  <a:moveTo>
                    <a:pt x="18717" y="130"/>
                  </a:moveTo>
                  <a:cubicBezTo>
                    <a:pt x="29745" y="-106"/>
                    <a:pt x="37162" y="6729"/>
                    <a:pt x="37414" y="18300"/>
                  </a:cubicBezTo>
                  <a:cubicBezTo>
                    <a:pt x="37665" y="29603"/>
                    <a:pt x="30555" y="37028"/>
                    <a:pt x="18717" y="37288"/>
                  </a:cubicBezTo>
                  <a:cubicBezTo>
                    <a:pt x="7681" y="37524"/>
                    <a:pt x="264" y="30421"/>
                    <a:pt x="20" y="19118"/>
                  </a:cubicBezTo>
                  <a:cubicBezTo>
                    <a:pt x="-240" y="7547"/>
                    <a:pt x="6871" y="390"/>
                    <a:pt x="18717" y="130"/>
                  </a:cubicBezTo>
                </a:path>
              </a:pathLst>
            </a:custGeom>
            <a:grpFill/>
            <a:ln w="78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fr-FR" sz="2400"/>
            </a:p>
          </p:txBody>
        </p:sp>
      </p:grpSp>
    </p:spTree>
    <p:extLst>
      <p:ext uri="{BB962C8B-B14F-4D97-AF65-F5344CB8AC3E}">
        <p14:creationId xmlns:p14="http://schemas.microsoft.com/office/powerpoint/2010/main" val="3785927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Title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Espace réservé du graphique SmartArt 18">
            <a:extLst>
              <a:ext uri="{FF2B5EF4-FFF2-40B4-BE49-F238E27FC236}">
                <a16:creationId xmlns:a16="http://schemas.microsoft.com/office/drawing/2014/main" id="{B25D5AC7-4546-4A74-B36B-BA1B41C598C1}"/>
              </a:ext>
            </a:extLst>
          </p:cNvPr>
          <p:cNvSpPr>
            <a:spLocks noGrp="1" noChangeAspect="1"/>
          </p:cNvSpPr>
          <p:nvPr>
            <p:ph type="dgm" sz="quarter" idx="13"/>
          </p:nvPr>
        </p:nvSpPr>
        <p:spPr>
          <a:xfrm>
            <a:off x="6019131" y="4999905"/>
            <a:ext cx="153740" cy="152649"/>
          </a:xfrm>
          <a:custGeom>
            <a:avLst/>
            <a:gdLst>
              <a:gd name="connsiteX0" fmla="*/ 122355 w 250013"/>
              <a:gd name="connsiteY0" fmla="*/ 0 h 248243"/>
              <a:gd name="connsiteX1" fmla="*/ 250013 w 250013"/>
              <a:gd name="connsiteY1" fmla="*/ 124134 h 248243"/>
              <a:gd name="connsiteX2" fmla="*/ 127674 w 250013"/>
              <a:gd name="connsiteY2" fmla="*/ 248243 h 248243"/>
              <a:gd name="connsiteX3" fmla="*/ 1 w 250013"/>
              <a:gd name="connsiteY3" fmla="*/ 124125 h 248243"/>
              <a:gd name="connsiteX4" fmla="*/ 122355 w 250013"/>
              <a:gd name="connsiteY4" fmla="*/ 0 h 248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0013" h="248243">
                <a:moveTo>
                  <a:pt x="122355" y="0"/>
                </a:moveTo>
                <a:cubicBezTo>
                  <a:pt x="200363" y="0"/>
                  <a:pt x="250013" y="46111"/>
                  <a:pt x="250013" y="124134"/>
                </a:cubicBezTo>
                <a:cubicBezTo>
                  <a:pt x="250022" y="200379"/>
                  <a:pt x="200361" y="248234"/>
                  <a:pt x="127674" y="248243"/>
                </a:cubicBezTo>
                <a:cubicBezTo>
                  <a:pt x="47872" y="248236"/>
                  <a:pt x="-6" y="200370"/>
                  <a:pt x="1" y="124125"/>
                </a:cubicBezTo>
                <a:cubicBezTo>
                  <a:pt x="0" y="46103"/>
                  <a:pt x="47874" y="2"/>
                  <a:pt x="122355" y="0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r>
              <a:rPr lang="en-US" noProof="0"/>
              <a:t>Click icon to add SmartArt graphic</a:t>
            </a:r>
          </a:p>
        </p:txBody>
      </p:sp>
      <p:sp>
        <p:nvSpPr>
          <p:cNvPr id="20" name="Espace réservé du graphique SmartArt 19">
            <a:extLst>
              <a:ext uri="{FF2B5EF4-FFF2-40B4-BE49-F238E27FC236}">
                <a16:creationId xmlns:a16="http://schemas.microsoft.com/office/drawing/2014/main" id="{FE783EC5-36F3-4916-B0D5-15355CAD8B2D}"/>
              </a:ext>
            </a:extLst>
          </p:cNvPr>
          <p:cNvSpPr>
            <a:spLocks noGrp="1" noChangeAspect="1"/>
          </p:cNvSpPr>
          <p:nvPr>
            <p:ph type="dgm" sz="quarter" idx="14"/>
          </p:nvPr>
        </p:nvSpPr>
        <p:spPr>
          <a:xfrm>
            <a:off x="6019131" y="1548016"/>
            <a:ext cx="153740" cy="152649"/>
          </a:xfrm>
          <a:custGeom>
            <a:avLst/>
            <a:gdLst>
              <a:gd name="connsiteX0" fmla="*/ 122355 w 250013"/>
              <a:gd name="connsiteY0" fmla="*/ 0 h 248243"/>
              <a:gd name="connsiteX1" fmla="*/ 250013 w 250013"/>
              <a:gd name="connsiteY1" fmla="*/ 124134 h 248243"/>
              <a:gd name="connsiteX2" fmla="*/ 127674 w 250013"/>
              <a:gd name="connsiteY2" fmla="*/ 248243 h 248243"/>
              <a:gd name="connsiteX3" fmla="*/ 1 w 250013"/>
              <a:gd name="connsiteY3" fmla="*/ 124125 h 248243"/>
              <a:gd name="connsiteX4" fmla="*/ 122355 w 250013"/>
              <a:gd name="connsiteY4" fmla="*/ 0 h 248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0013" h="248243">
                <a:moveTo>
                  <a:pt x="122355" y="0"/>
                </a:moveTo>
                <a:cubicBezTo>
                  <a:pt x="200363" y="0"/>
                  <a:pt x="250013" y="46111"/>
                  <a:pt x="250013" y="124134"/>
                </a:cubicBezTo>
                <a:cubicBezTo>
                  <a:pt x="250022" y="200379"/>
                  <a:pt x="200361" y="248234"/>
                  <a:pt x="127674" y="248243"/>
                </a:cubicBezTo>
                <a:cubicBezTo>
                  <a:pt x="47872" y="248236"/>
                  <a:pt x="-6" y="200370"/>
                  <a:pt x="1" y="124125"/>
                </a:cubicBezTo>
                <a:cubicBezTo>
                  <a:pt x="0" y="46103"/>
                  <a:pt x="47874" y="2"/>
                  <a:pt x="122355" y="0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r>
              <a:rPr lang="en-US" noProof="0"/>
              <a:t>Click icon to add SmartArt graphic</a:t>
            </a:r>
          </a:p>
        </p:txBody>
      </p:sp>
      <p:grpSp>
        <p:nvGrpSpPr>
          <p:cNvPr id="9" name="Graphique 7">
            <a:extLst>
              <a:ext uri="{FF2B5EF4-FFF2-40B4-BE49-F238E27FC236}">
                <a16:creationId xmlns:a16="http://schemas.microsoft.com/office/drawing/2014/main" id="{27488BCF-9F91-440E-B9B4-3B8628FE5A11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5528661" y="444457"/>
            <a:ext cx="1134681" cy="292121"/>
            <a:chOff x="4767702" y="-472136"/>
            <a:chExt cx="745525" cy="191931"/>
          </a:xfrm>
          <a:solidFill>
            <a:srgbClr val="FFFFFF"/>
          </a:solidFill>
        </p:grpSpPr>
        <p:sp>
          <p:nvSpPr>
            <p:cNvPr id="10" name="Forme libre : forme 9">
              <a:extLst>
                <a:ext uri="{FF2B5EF4-FFF2-40B4-BE49-F238E27FC236}">
                  <a16:creationId xmlns:a16="http://schemas.microsoft.com/office/drawing/2014/main" id="{EB91D5A6-4846-4A0D-AEA5-4C76E28CB395}"/>
                </a:ext>
              </a:extLst>
            </p:cNvPr>
            <p:cNvSpPr/>
            <p:nvPr/>
          </p:nvSpPr>
          <p:spPr>
            <a:xfrm>
              <a:off x="4770087" y="-471716"/>
              <a:ext cx="740699" cy="191096"/>
            </a:xfrm>
            <a:custGeom>
              <a:avLst/>
              <a:gdLst>
                <a:gd name="connsiteX0" fmla="*/ 689325 w 740699"/>
                <a:gd name="connsiteY0" fmla="*/ 7347 h 191096"/>
                <a:gd name="connsiteX1" fmla="*/ 688790 w 740699"/>
                <a:gd name="connsiteY1" fmla="*/ 10847 h 191096"/>
                <a:gd name="connsiteX2" fmla="*/ 686092 w 740699"/>
                <a:gd name="connsiteY2" fmla="*/ 24840 h 191096"/>
                <a:gd name="connsiteX3" fmla="*/ 680980 w 740699"/>
                <a:gd name="connsiteY3" fmla="*/ 29953 h 191096"/>
                <a:gd name="connsiteX4" fmla="*/ 667797 w 740699"/>
                <a:gd name="connsiteY4" fmla="*/ 28608 h 191096"/>
                <a:gd name="connsiteX5" fmla="*/ 646528 w 740699"/>
                <a:gd name="connsiteY5" fmla="*/ 50946 h 191096"/>
                <a:gd name="connsiteX6" fmla="*/ 646528 w 740699"/>
                <a:gd name="connsiteY6" fmla="*/ 53911 h 191096"/>
                <a:gd name="connsiteX7" fmla="*/ 680712 w 740699"/>
                <a:gd name="connsiteY7" fmla="*/ 53911 h 191096"/>
                <a:gd name="connsiteX8" fmla="*/ 686092 w 740699"/>
                <a:gd name="connsiteY8" fmla="*/ 59559 h 191096"/>
                <a:gd name="connsiteX9" fmla="*/ 686092 w 740699"/>
                <a:gd name="connsiteY9" fmla="*/ 78130 h 191096"/>
                <a:gd name="connsiteX10" fmla="*/ 680712 w 740699"/>
                <a:gd name="connsiteY10" fmla="*/ 83518 h 191096"/>
                <a:gd name="connsiteX11" fmla="*/ 646528 w 740699"/>
                <a:gd name="connsiteY11" fmla="*/ 83518 h 191096"/>
                <a:gd name="connsiteX12" fmla="*/ 646528 w 740699"/>
                <a:gd name="connsiteY12" fmla="*/ 183097 h 191096"/>
                <a:gd name="connsiteX13" fmla="*/ 641148 w 740699"/>
                <a:gd name="connsiteY13" fmla="*/ 188485 h 191096"/>
                <a:gd name="connsiteX14" fmla="*/ 617197 w 740699"/>
                <a:gd name="connsiteY14" fmla="*/ 188485 h 191096"/>
                <a:gd name="connsiteX15" fmla="*/ 611809 w 740699"/>
                <a:gd name="connsiteY15" fmla="*/ 183097 h 191096"/>
                <a:gd name="connsiteX16" fmla="*/ 611809 w 740699"/>
                <a:gd name="connsiteY16" fmla="*/ 56602 h 191096"/>
                <a:gd name="connsiteX17" fmla="*/ 666987 w 740699"/>
                <a:gd name="connsiteY17" fmla="*/ 79 h 191096"/>
                <a:gd name="connsiteX18" fmla="*/ 683945 w 740699"/>
                <a:gd name="connsiteY18" fmla="*/ 1966 h 191096"/>
                <a:gd name="connsiteX19" fmla="*/ 689325 w 740699"/>
                <a:gd name="connsiteY19" fmla="*/ 7347 h 191096"/>
                <a:gd name="connsiteX20" fmla="*/ 741003 w 740699"/>
                <a:gd name="connsiteY20" fmla="*/ 59292 h 191096"/>
                <a:gd name="connsiteX21" fmla="*/ 741003 w 740699"/>
                <a:gd name="connsiteY21" fmla="*/ 183097 h 191096"/>
                <a:gd name="connsiteX22" fmla="*/ 735615 w 740699"/>
                <a:gd name="connsiteY22" fmla="*/ 188485 h 191096"/>
                <a:gd name="connsiteX23" fmla="*/ 711396 w 740699"/>
                <a:gd name="connsiteY23" fmla="*/ 188485 h 191096"/>
                <a:gd name="connsiteX24" fmla="*/ 706008 w 740699"/>
                <a:gd name="connsiteY24" fmla="*/ 183097 h 191096"/>
                <a:gd name="connsiteX25" fmla="*/ 706008 w 740699"/>
                <a:gd name="connsiteY25" fmla="*/ 59292 h 191096"/>
                <a:gd name="connsiteX26" fmla="*/ 711396 w 740699"/>
                <a:gd name="connsiteY26" fmla="*/ 53911 h 191096"/>
                <a:gd name="connsiteX27" fmla="*/ 735615 w 740699"/>
                <a:gd name="connsiteY27" fmla="*/ 53911 h 191096"/>
                <a:gd name="connsiteX28" fmla="*/ 741003 w 740699"/>
                <a:gd name="connsiteY28" fmla="*/ 59292 h 191096"/>
                <a:gd name="connsiteX29" fmla="*/ 518954 w 740699"/>
                <a:gd name="connsiteY29" fmla="*/ 158879 h 191096"/>
                <a:gd name="connsiteX30" fmla="*/ 485847 w 740699"/>
                <a:gd name="connsiteY30" fmla="*/ 121195 h 191096"/>
                <a:gd name="connsiteX31" fmla="*/ 517074 w 740699"/>
                <a:gd name="connsiteY31" fmla="*/ 83518 h 191096"/>
                <a:gd name="connsiteX32" fmla="*/ 550173 w 740699"/>
                <a:gd name="connsiteY32" fmla="*/ 121195 h 191096"/>
                <a:gd name="connsiteX33" fmla="*/ 518954 w 740699"/>
                <a:gd name="connsiteY33" fmla="*/ 158879 h 191096"/>
                <a:gd name="connsiteX34" fmla="*/ 517074 w 740699"/>
                <a:gd name="connsiteY34" fmla="*/ 51221 h 191096"/>
                <a:gd name="connsiteX35" fmla="*/ 450317 w 740699"/>
                <a:gd name="connsiteY35" fmla="*/ 121195 h 191096"/>
                <a:gd name="connsiteX36" fmla="*/ 518954 w 740699"/>
                <a:gd name="connsiteY36" fmla="*/ 191176 h 191096"/>
                <a:gd name="connsiteX37" fmla="*/ 585702 w 740699"/>
                <a:gd name="connsiteY37" fmla="*/ 121195 h 191096"/>
                <a:gd name="connsiteX38" fmla="*/ 517074 w 740699"/>
                <a:gd name="connsiteY38" fmla="*/ 51221 h 191096"/>
                <a:gd name="connsiteX39" fmla="*/ 424486 w 740699"/>
                <a:gd name="connsiteY39" fmla="*/ 101813 h 191096"/>
                <a:gd name="connsiteX40" fmla="*/ 424486 w 740699"/>
                <a:gd name="connsiteY40" fmla="*/ 183097 h 191096"/>
                <a:gd name="connsiteX41" fmla="*/ 419098 w 740699"/>
                <a:gd name="connsiteY41" fmla="*/ 188485 h 191096"/>
                <a:gd name="connsiteX42" fmla="*/ 394880 w 740699"/>
                <a:gd name="connsiteY42" fmla="*/ 188485 h 191096"/>
                <a:gd name="connsiteX43" fmla="*/ 389492 w 740699"/>
                <a:gd name="connsiteY43" fmla="*/ 183097 h 191096"/>
                <a:gd name="connsiteX44" fmla="*/ 389492 w 740699"/>
                <a:gd name="connsiteY44" fmla="*/ 106391 h 191096"/>
                <a:gd name="connsiteX45" fmla="*/ 363385 w 740699"/>
                <a:gd name="connsiteY45" fmla="*/ 83518 h 191096"/>
                <a:gd name="connsiteX46" fmla="*/ 343469 w 740699"/>
                <a:gd name="connsiteY46" fmla="*/ 85665 h 191096"/>
                <a:gd name="connsiteX47" fmla="*/ 337012 w 740699"/>
                <a:gd name="connsiteY47" fmla="*/ 92666 h 191096"/>
                <a:gd name="connsiteX48" fmla="*/ 337012 w 740699"/>
                <a:gd name="connsiteY48" fmla="*/ 183097 h 191096"/>
                <a:gd name="connsiteX49" fmla="*/ 331624 w 740699"/>
                <a:gd name="connsiteY49" fmla="*/ 188485 h 191096"/>
                <a:gd name="connsiteX50" fmla="*/ 307405 w 740699"/>
                <a:gd name="connsiteY50" fmla="*/ 188485 h 191096"/>
                <a:gd name="connsiteX51" fmla="*/ 302017 w 740699"/>
                <a:gd name="connsiteY51" fmla="*/ 183097 h 191096"/>
                <a:gd name="connsiteX52" fmla="*/ 302017 w 740699"/>
                <a:gd name="connsiteY52" fmla="*/ 71672 h 191096"/>
                <a:gd name="connsiteX53" fmla="*/ 308750 w 740699"/>
                <a:gd name="connsiteY53" fmla="*/ 60904 h 191096"/>
                <a:gd name="connsiteX54" fmla="*/ 362850 w 740699"/>
                <a:gd name="connsiteY54" fmla="*/ 51221 h 191096"/>
                <a:gd name="connsiteX55" fmla="*/ 424486 w 740699"/>
                <a:gd name="connsiteY55" fmla="*/ 101813 h 191096"/>
                <a:gd name="connsiteX56" fmla="*/ 122497 w 740699"/>
                <a:gd name="connsiteY56" fmla="*/ 167759 h 191096"/>
                <a:gd name="connsiteX57" fmla="*/ 120342 w 740699"/>
                <a:gd name="connsiteY57" fmla="*/ 183097 h 191096"/>
                <a:gd name="connsiteX58" fmla="*/ 113350 w 740699"/>
                <a:gd name="connsiteY58" fmla="*/ 188485 h 191096"/>
                <a:gd name="connsiteX59" fmla="*/ 89123 w 740699"/>
                <a:gd name="connsiteY59" fmla="*/ 188485 h 191096"/>
                <a:gd name="connsiteX60" fmla="*/ 85088 w 740699"/>
                <a:gd name="connsiteY60" fmla="*/ 184718 h 191096"/>
                <a:gd name="connsiteX61" fmla="*/ 85356 w 740699"/>
                <a:gd name="connsiteY61" fmla="*/ 183097 h 191096"/>
                <a:gd name="connsiteX62" fmla="*/ 86968 w 740699"/>
                <a:gd name="connsiteY62" fmla="*/ 173140 h 191096"/>
                <a:gd name="connsiteX63" fmla="*/ 303 w 740699"/>
                <a:gd name="connsiteY63" fmla="*/ 98589 h 191096"/>
                <a:gd name="connsiteX64" fmla="*/ 59517 w 740699"/>
                <a:gd name="connsiteY64" fmla="*/ 50144 h 191096"/>
                <a:gd name="connsiteX65" fmla="*/ 115230 w 740699"/>
                <a:gd name="connsiteY65" fmla="*/ 64404 h 191096"/>
                <a:gd name="connsiteX66" fmla="*/ 118462 w 740699"/>
                <a:gd name="connsiteY66" fmla="*/ 69792 h 191096"/>
                <a:gd name="connsiteX67" fmla="*/ 117385 w 740699"/>
                <a:gd name="connsiteY67" fmla="*/ 74362 h 191096"/>
                <a:gd name="connsiteX68" fmla="*/ 109039 w 740699"/>
                <a:gd name="connsiteY68" fmla="*/ 92131 h 191096"/>
                <a:gd name="connsiteX69" fmla="*/ 103116 w 740699"/>
                <a:gd name="connsiteY69" fmla="*/ 95899 h 191096"/>
                <a:gd name="connsiteX70" fmla="*/ 99081 w 740699"/>
                <a:gd name="connsiteY70" fmla="*/ 94821 h 191096"/>
                <a:gd name="connsiteX71" fmla="*/ 58439 w 740699"/>
                <a:gd name="connsiteY71" fmla="*/ 82708 h 191096"/>
                <a:gd name="connsiteX72" fmla="*/ 35833 w 740699"/>
                <a:gd name="connsiteY72" fmla="*/ 96166 h 191096"/>
                <a:gd name="connsiteX73" fmla="*/ 122497 w 740699"/>
                <a:gd name="connsiteY73" fmla="*/ 167759 h 191096"/>
                <a:gd name="connsiteX74" fmla="*/ 234191 w 740699"/>
                <a:gd name="connsiteY74" fmla="*/ 149189 h 191096"/>
                <a:gd name="connsiteX75" fmla="*/ 227466 w 740699"/>
                <a:gd name="connsiteY75" fmla="*/ 156456 h 191096"/>
                <a:gd name="connsiteX76" fmla="*/ 209162 w 740699"/>
                <a:gd name="connsiteY76" fmla="*/ 158879 h 191096"/>
                <a:gd name="connsiteX77" fmla="*/ 175788 w 740699"/>
                <a:gd name="connsiteY77" fmla="*/ 121195 h 191096"/>
                <a:gd name="connsiteX78" fmla="*/ 209162 w 740699"/>
                <a:gd name="connsiteY78" fmla="*/ 83518 h 191096"/>
                <a:gd name="connsiteX79" fmla="*/ 227466 w 740699"/>
                <a:gd name="connsiteY79" fmla="*/ 85941 h 191096"/>
                <a:gd name="connsiteX80" fmla="*/ 234191 w 740699"/>
                <a:gd name="connsiteY80" fmla="*/ 93201 h 191096"/>
                <a:gd name="connsiteX81" fmla="*/ 234191 w 740699"/>
                <a:gd name="connsiteY81" fmla="*/ 149189 h 191096"/>
                <a:gd name="connsiteX82" fmla="*/ 262452 w 740699"/>
                <a:gd name="connsiteY82" fmla="*/ 61179 h 191096"/>
                <a:gd name="connsiteX83" fmla="*/ 209430 w 740699"/>
                <a:gd name="connsiteY83" fmla="*/ 51221 h 191096"/>
                <a:gd name="connsiteX84" fmla="*/ 140258 w 740699"/>
                <a:gd name="connsiteY84" fmla="*/ 121195 h 191096"/>
                <a:gd name="connsiteX85" fmla="*/ 208895 w 740699"/>
                <a:gd name="connsiteY85" fmla="*/ 191176 h 191096"/>
                <a:gd name="connsiteX86" fmla="*/ 262452 w 740699"/>
                <a:gd name="connsiteY86" fmla="*/ 180407 h 191096"/>
                <a:gd name="connsiteX87" fmla="*/ 269185 w 740699"/>
                <a:gd name="connsiteY87" fmla="*/ 169639 h 191096"/>
                <a:gd name="connsiteX88" fmla="*/ 269185 w 740699"/>
                <a:gd name="connsiteY88" fmla="*/ 71940 h 191096"/>
                <a:gd name="connsiteX89" fmla="*/ 262452 w 740699"/>
                <a:gd name="connsiteY89" fmla="*/ 61179 h 191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740699" h="191096">
                  <a:moveTo>
                    <a:pt x="689325" y="7347"/>
                  </a:moveTo>
                  <a:cubicBezTo>
                    <a:pt x="689325" y="8511"/>
                    <a:pt x="689026" y="9604"/>
                    <a:pt x="688790" y="10847"/>
                  </a:cubicBezTo>
                  <a:lnTo>
                    <a:pt x="686092" y="24840"/>
                  </a:lnTo>
                  <a:cubicBezTo>
                    <a:pt x="685558" y="28073"/>
                    <a:pt x="684213" y="29953"/>
                    <a:pt x="680980" y="29953"/>
                  </a:cubicBezTo>
                  <a:cubicBezTo>
                    <a:pt x="678974" y="29953"/>
                    <a:pt x="673177" y="28608"/>
                    <a:pt x="667797" y="28608"/>
                  </a:cubicBezTo>
                  <a:cubicBezTo>
                    <a:pt x="652993" y="28608"/>
                    <a:pt x="646528" y="36143"/>
                    <a:pt x="646528" y="50946"/>
                  </a:cubicBezTo>
                  <a:lnTo>
                    <a:pt x="646528" y="53911"/>
                  </a:lnTo>
                  <a:lnTo>
                    <a:pt x="680712" y="53911"/>
                  </a:lnTo>
                  <a:cubicBezTo>
                    <a:pt x="684213" y="53911"/>
                    <a:pt x="686092" y="56059"/>
                    <a:pt x="686092" y="59559"/>
                  </a:cubicBezTo>
                  <a:lnTo>
                    <a:pt x="686092" y="78130"/>
                  </a:lnTo>
                  <a:cubicBezTo>
                    <a:pt x="686092" y="81363"/>
                    <a:pt x="684213" y="83518"/>
                    <a:pt x="680712" y="83518"/>
                  </a:cubicBezTo>
                  <a:lnTo>
                    <a:pt x="646528" y="83518"/>
                  </a:lnTo>
                  <a:lnTo>
                    <a:pt x="646528" y="183097"/>
                  </a:lnTo>
                  <a:cubicBezTo>
                    <a:pt x="646528" y="186330"/>
                    <a:pt x="644380" y="188485"/>
                    <a:pt x="641148" y="188485"/>
                  </a:cubicBezTo>
                  <a:lnTo>
                    <a:pt x="617197" y="188485"/>
                  </a:lnTo>
                  <a:cubicBezTo>
                    <a:pt x="613964" y="188485"/>
                    <a:pt x="611809" y="186330"/>
                    <a:pt x="611809" y="183097"/>
                  </a:cubicBezTo>
                  <a:lnTo>
                    <a:pt x="611809" y="56602"/>
                  </a:lnTo>
                  <a:cubicBezTo>
                    <a:pt x="611809" y="17839"/>
                    <a:pt x="633612" y="79"/>
                    <a:pt x="666987" y="79"/>
                  </a:cubicBezTo>
                  <a:cubicBezTo>
                    <a:pt x="672729" y="79"/>
                    <a:pt x="678557" y="621"/>
                    <a:pt x="683945" y="1966"/>
                  </a:cubicBezTo>
                  <a:cubicBezTo>
                    <a:pt x="687713" y="2769"/>
                    <a:pt x="689325" y="4358"/>
                    <a:pt x="689325" y="7347"/>
                  </a:cubicBezTo>
                  <a:moveTo>
                    <a:pt x="741003" y="59292"/>
                  </a:moveTo>
                  <a:lnTo>
                    <a:pt x="741003" y="183097"/>
                  </a:lnTo>
                  <a:cubicBezTo>
                    <a:pt x="741003" y="186330"/>
                    <a:pt x="738848" y="188485"/>
                    <a:pt x="735615" y="188485"/>
                  </a:cubicBezTo>
                  <a:lnTo>
                    <a:pt x="711396" y="188485"/>
                  </a:lnTo>
                  <a:cubicBezTo>
                    <a:pt x="708164" y="188485"/>
                    <a:pt x="706008" y="186330"/>
                    <a:pt x="706008" y="183097"/>
                  </a:cubicBezTo>
                  <a:lnTo>
                    <a:pt x="706008" y="59292"/>
                  </a:lnTo>
                  <a:cubicBezTo>
                    <a:pt x="706008" y="56059"/>
                    <a:pt x="708164" y="53911"/>
                    <a:pt x="711396" y="53911"/>
                  </a:cubicBezTo>
                  <a:lnTo>
                    <a:pt x="735615" y="53911"/>
                  </a:lnTo>
                  <a:cubicBezTo>
                    <a:pt x="738848" y="53911"/>
                    <a:pt x="741003" y="56059"/>
                    <a:pt x="741003" y="59292"/>
                  </a:cubicBezTo>
                  <a:moveTo>
                    <a:pt x="518954" y="158879"/>
                  </a:moveTo>
                  <a:cubicBezTo>
                    <a:pt x="499038" y="158879"/>
                    <a:pt x="485847" y="145956"/>
                    <a:pt x="485847" y="121195"/>
                  </a:cubicBezTo>
                  <a:cubicBezTo>
                    <a:pt x="485847" y="96433"/>
                    <a:pt x="499038" y="83518"/>
                    <a:pt x="517074" y="83518"/>
                  </a:cubicBezTo>
                  <a:cubicBezTo>
                    <a:pt x="536990" y="83518"/>
                    <a:pt x="550173" y="96433"/>
                    <a:pt x="550173" y="121195"/>
                  </a:cubicBezTo>
                  <a:cubicBezTo>
                    <a:pt x="550173" y="145956"/>
                    <a:pt x="536990" y="158879"/>
                    <a:pt x="518954" y="158879"/>
                  </a:cubicBezTo>
                  <a:moveTo>
                    <a:pt x="517074" y="51221"/>
                  </a:moveTo>
                  <a:cubicBezTo>
                    <a:pt x="476699" y="51221"/>
                    <a:pt x="450317" y="80553"/>
                    <a:pt x="450317" y="121195"/>
                  </a:cubicBezTo>
                  <a:cubicBezTo>
                    <a:pt x="450317" y="161837"/>
                    <a:pt x="476699" y="191176"/>
                    <a:pt x="518954" y="191176"/>
                  </a:cubicBezTo>
                  <a:cubicBezTo>
                    <a:pt x="559328" y="191176"/>
                    <a:pt x="585702" y="161837"/>
                    <a:pt x="585702" y="121195"/>
                  </a:cubicBezTo>
                  <a:cubicBezTo>
                    <a:pt x="585702" y="80553"/>
                    <a:pt x="559328" y="51221"/>
                    <a:pt x="517074" y="51221"/>
                  </a:cubicBezTo>
                  <a:moveTo>
                    <a:pt x="424486" y="101813"/>
                  </a:moveTo>
                  <a:lnTo>
                    <a:pt x="424486" y="183097"/>
                  </a:lnTo>
                  <a:cubicBezTo>
                    <a:pt x="424486" y="186330"/>
                    <a:pt x="422331" y="188485"/>
                    <a:pt x="419098" y="188485"/>
                  </a:cubicBezTo>
                  <a:lnTo>
                    <a:pt x="394880" y="188485"/>
                  </a:lnTo>
                  <a:cubicBezTo>
                    <a:pt x="391647" y="188485"/>
                    <a:pt x="389492" y="186330"/>
                    <a:pt x="389492" y="183097"/>
                  </a:cubicBezTo>
                  <a:lnTo>
                    <a:pt x="389492" y="106391"/>
                  </a:lnTo>
                  <a:cubicBezTo>
                    <a:pt x="389492" y="90243"/>
                    <a:pt x="377921" y="83518"/>
                    <a:pt x="363385" y="83518"/>
                  </a:cubicBezTo>
                  <a:cubicBezTo>
                    <a:pt x="355040" y="83518"/>
                    <a:pt x="350470" y="84053"/>
                    <a:pt x="343469" y="85665"/>
                  </a:cubicBezTo>
                  <a:cubicBezTo>
                    <a:pt x="339159" y="86743"/>
                    <a:pt x="337012" y="88631"/>
                    <a:pt x="337012" y="92666"/>
                  </a:cubicBezTo>
                  <a:lnTo>
                    <a:pt x="337012" y="183097"/>
                  </a:lnTo>
                  <a:cubicBezTo>
                    <a:pt x="337012" y="186330"/>
                    <a:pt x="334856" y="188485"/>
                    <a:pt x="331624" y="188485"/>
                  </a:cubicBezTo>
                  <a:lnTo>
                    <a:pt x="307405" y="188485"/>
                  </a:lnTo>
                  <a:cubicBezTo>
                    <a:pt x="304172" y="188485"/>
                    <a:pt x="302017" y="186330"/>
                    <a:pt x="302017" y="183097"/>
                  </a:cubicBezTo>
                  <a:lnTo>
                    <a:pt x="302017" y="71672"/>
                  </a:lnTo>
                  <a:cubicBezTo>
                    <a:pt x="302017" y="65482"/>
                    <a:pt x="304982" y="62249"/>
                    <a:pt x="308750" y="60904"/>
                  </a:cubicBezTo>
                  <a:cubicBezTo>
                    <a:pt x="328399" y="53911"/>
                    <a:pt x="346970" y="51221"/>
                    <a:pt x="362850" y="51221"/>
                  </a:cubicBezTo>
                  <a:cubicBezTo>
                    <a:pt x="404295" y="51221"/>
                    <a:pt x="424486" y="68982"/>
                    <a:pt x="424486" y="101813"/>
                  </a:cubicBezTo>
                  <a:moveTo>
                    <a:pt x="122497" y="167759"/>
                  </a:moveTo>
                  <a:cubicBezTo>
                    <a:pt x="122497" y="172337"/>
                    <a:pt x="121963" y="178528"/>
                    <a:pt x="120342" y="183097"/>
                  </a:cubicBezTo>
                  <a:cubicBezTo>
                    <a:pt x="118997" y="187140"/>
                    <a:pt x="117385" y="188485"/>
                    <a:pt x="113350" y="188485"/>
                  </a:cubicBezTo>
                  <a:lnTo>
                    <a:pt x="89123" y="188485"/>
                  </a:lnTo>
                  <a:cubicBezTo>
                    <a:pt x="86433" y="188485"/>
                    <a:pt x="85088" y="186865"/>
                    <a:pt x="85088" y="184718"/>
                  </a:cubicBezTo>
                  <a:cubicBezTo>
                    <a:pt x="85088" y="184175"/>
                    <a:pt x="85088" y="183640"/>
                    <a:pt x="85356" y="183097"/>
                  </a:cubicBezTo>
                  <a:cubicBezTo>
                    <a:pt x="86433" y="179597"/>
                    <a:pt x="86968" y="177175"/>
                    <a:pt x="86968" y="173140"/>
                  </a:cubicBezTo>
                  <a:cubicBezTo>
                    <a:pt x="86968" y="133559"/>
                    <a:pt x="303" y="155646"/>
                    <a:pt x="303" y="98589"/>
                  </a:cubicBezTo>
                  <a:cubicBezTo>
                    <a:pt x="303" y="69517"/>
                    <a:pt x="23452" y="50144"/>
                    <a:pt x="59517" y="50144"/>
                  </a:cubicBezTo>
                  <a:cubicBezTo>
                    <a:pt x="78623" y="50144"/>
                    <a:pt x="98546" y="54714"/>
                    <a:pt x="115230" y="64404"/>
                  </a:cubicBezTo>
                  <a:cubicBezTo>
                    <a:pt x="117393" y="65490"/>
                    <a:pt x="118462" y="67637"/>
                    <a:pt x="118462" y="69792"/>
                  </a:cubicBezTo>
                  <a:cubicBezTo>
                    <a:pt x="118462" y="71137"/>
                    <a:pt x="118164" y="72710"/>
                    <a:pt x="117385" y="74362"/>
                  </a:cubicBezTo>
                  <a:lnTo>
                    <a:pt x="109039" y="92131"/>
                  </a:lnTo>
                  <a:cubicBezTo>
                    <a:pt x="107962" y="94553"/>
                    <a:pt x="105539" y="95899"/>
                    <a:pt x="103116" y="95899"/>
                  </a:cubicBezTo>
                  <a:cubicBezTo>
                    <a:pt x="101771" y="95899"/>
                    <a:pt x="100426" y="95623"/>
                    <a:pt x="99081" y="94821"/>
                  </a:cubicBezTo>
                  <a:cubicBezTo>
                    <a:pt x="85356" y="87286"/>
                    <a:pt x="72165" y="82708"/>
                    <a:pt x="58439" y="82708"/>
                  </a:cubicBezTo>
                  <a:cubicBezTo>
                    <a:pt x="44179" y="82708"/>
                    <a:pt x="35833" y="87923"/>
                    <a:pt x="35833" y="96166"/>
                  </a:cubicBezTo>
                  <a:cubicBezTo>
                    <a:pt x="35833" y="121368"/>
                    <a:pt x="122497" y="106659"/>
                    <a:pt x="122497" y="167759"/>
                  </a:cubicBezTo>
                  <a:moveTo>
                    <a:pt x="234191" y="149189"/>
                  </a:moveTo>
                  <a:cubicBezTo>
                    <a:pt x="234191" y="153224"/>
                    <a:pt x="232043" y="155111"/>
                    <a:pt x="227466" y="156456"/>
                  </a:cubicBezTo>
                  <a:cubicBezTo>
                    <a:pt x="221543" y="158069"/>
                    <a:pt x="216430" y="158879"/>
                    <a:pt x="209162" y="158879"/>
                  </a:cubicBezTo>
                  <a:cubicBezTo>
                    <a:pt x="191936" y="158879"/>
                    <a:pt x="175788" y="148646"/>
                    <a:pt x="175788" y="121195"/>
                  </a:cubicBezTo>
                  <a:cubicBezTo>
                    <a:pt x="175788" y="93743"/>
                    <a:pt x="191936" y="83518"/>
                    <a:pt x="209162" y="83518"/>
                  </a:cubicBezTo>
                  <a:cubicBezTo>
                    <a:pt x="216430" y="83518"/>
                    <a:pt x="221543" y="84320"/>
                    <a:pt x="227466" y="85941"/>
                  </a:cubicBezTo>
                  <a:cubicBezTo>
                    <a:pt x="232043" y="87286"/>
                    <a:pt x="234191" y="89165"/>
                    <a:pt x="234191" y="93201"/>
                  </a:cubicBezTo>
                  <a:lnTo>
                    <a:pt x="234191" y="149189"/>
                  </a:lnTo>
                  <a:close/>
                  <a:moveTo>
                    <a:pt x="262452" y="61179"/>
                  </a:moveTo>
                  <a:cubicBezTo>
                    <a:pt x="244692" y="54446"/>
                    <a:pt x="228000" y="51221"/>
                    <a:pt x="209430" y="51221"/>
                  </a:cubicBezTo>
                  <a:cubicBezTo>
                    <a:pt x="168795" y="51221"/>
                    <a:pt x="140258" y="78405"/>
                    <a:pt x="140258" y="121195"/>
                  </a:cubicBezTo>
                  <a:cubicBezTo>
                    <a:pt x="140258" y="164527"/>
                    <a:pt x="165020" y="191176"/>
                    <a:pt x="208895" y="191176"/>
                  </a:cubicBezTo>
                  <a:cubicBezTo>
                    <a:pt x="226655" y="191176"/>
                    <a:pt x="243881" y="188210"/>
                    <a:pt x="262452" y="180407"/>
                  </a:cubicBezTo>
                  <a:cubicBezTo>
                    <a:pt x="266763" y="178528"/>
                    <a:pt x="269185" y="175562"/>
                    <a:pt x="269185" y="169639"/>
                  </a:cubicBezTo>
                  <a:lnTo>
                    <a:pt x="269185" y="71940"/>
                  </a:lnTo>
                  <a:cubicBezTo>
                    <a:pt x="269185" y="65749"/>
                    <a:pt x="266763" y="62792"/>
                    <a:pt x="262452" y="61179"/>
                  </a:cubicBezTo>
                </a:path>
              </a:pathLst>
            </a:custGeom>
            <a:solidFill>
              <a:schemeClr val="tx1"/>
            </a:solidFill>
            <a:ln w="78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US" sz="2400" noProof="0"/>
            </a:p>
          </p:txBody>
        </p:sp>
        <p:sp>
          <p:nvSpPr>
            <p:cNvPr id="11" name="Forme libre : forme 10">
              <a:extLst>
                <a:ext uri="{FF2B5EF4-FFF2-40B4-BE49-F238E27FC236}">
                  <a16:creationId xmlns:a16="http://schemas.microsoft.com/office/drawing/2014/main" id="{503CE94E-53F9-481B-BF77-A348529571D3}"/>
                </a:ext>
              </a:extLst>
            </p:cNvPr>
            <p:cNvSpPr/>
            <p:nvPr/>
          </p:nvSpPr>
          <p:spPr>
            <a:xfrm rot="-73896" flipV="1">
              <a:off x="5474877" y="-471733"/>
              <a:ext cx="37949" cy="37711"/>
            </a:xfrm>
            <a:custGeom>
              <a:avLst/>
              <a:gdLst>
                <a:gd name="connsiteX0" fmla="*/ 19483 w 37949"/>
                <a:gd name="connsiteY0" fmla="*/ 17 h 37711"/>
                <a:gd name="connsiteX1" fmla="*/ 38456 w 37949"/>
                <a:gd name="connsiteY1" fmla="*/ 18454 h 37711"/>
                <a:gd name="connsiteX2" fmla="*/ 19491 w 37949"/>
                <a:gd name="connsiteY2" fmla="*/ 37717 h 37711"/>
                <a:gd name="connsiteX3" fmla="*/ 519 w 37949"/>
                <a:gd name="connsiteY3" fmla="*/ 19272 h 37711"/>
                <a:gd name="connsiteX4" fmla="*/ 19483 w 37949"/>
                <a:gd name="connsiteY4" fmla="*/ 17 h 37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49" h="37711">
                  <a:moveTo>
                    <a:pt x="19483" y="17"/>
                  </a:moveTo>
                  <a:cubicBezTo>
                    <a:pt x="30519" y="-219"/>
                    <a:pt x="38212" y="6883"/>
                    <a:pt x="38456" y="18454"/>
                  </a:cubicBezTo>
                  <a:cubicBezTo>
                    <a:pt x="38715" y="30300"/>
                    <a:pt x="31329" y="37457"/>
                    <a:pt x="19491" y="37717"/>
                  </a:cubicBezTo>
                  <a:cubicBezTo>
                    <a:pt x="8188" y="37953"/>
                    <a:pt x="771" y="31118"/>
                    <a:pt x="519" y="19272"/>
                  </a:cubicBezTo>
                  <a:cubicBezTo>
                    <a:pt x="267" y="7701"/>
                    <a:pt x="7378" y="284"/>
                    <a:pt x="19483" y="17"/>
                  </a:cubicBezTo>
                </a:path>
              </a:pathLst>
            </a:custGeom>
            <a:solidFill>
              <a:schemeClr val="accent2"/>
            </a:solidFill>
            <a:ln w="78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US" sz="2400" noProof="0">
                <a:solidFill>
                  <a:schemeClr val="accent2"/>
                </a:solidFill>
              </a:endParaRPr>
            </a:p>
          </p:txBody>
        </p:sp>
        <p:sp>
          <p:nvSpPr>
            <p:cNvPr id="12" name="Forme libre : forme 11">
              <a:extLst>
                <a:ext uri="{FF2B5EF4-FFF2-40B4-BE49-F238E27FC236}">
                  <a16:creationId xmlns:a16="http://schemas.microsoft.com/office/drawing/2014/main" id="{7ADD6FFB-F84E-4F7B-930C-208E58062DD7}"/>
                </a:ext>
              </a:extLst>
            </p:cNvPr>
            <p:cNvSpPr/>
            <p:nvPr/>
          </p:nvSpPr>
          <p:spPr>
            <a:xfrm rot="10725025" flipV="1">
              <a:off x="4768103" y="-317778"/>
              <a:ext cx="37406" cy="37169"/>
            </a:xfrm>
            <a:custGeom>
              <a:avLst/>
              <a:gdLst>
                <a:gd name="connsiteX0" fmla="*/ 18717 w 37406"/>
                <a:gd name="connsiteY0" fmla="*/ 130 h 37169"/>
                <a:gd name="connsiteX1" fmla="*/ 37414 w 37406"/>
                <a:gd name="connsiteY1" fmla="*/ 18300 h 37169"/>
                <a:gd name="connsiteX2" fmla="*/ 18717 w 37406"/>
                <a:gd name="connsiteY2" fmla="*/ 37288 h 37169"/>
                <a:gd name="connsiteX3" fmla="*/ 20 w 37406"/>
                <a:gd name="connsiteY3" fmla="*/ 19118 h 37169"/>
                <a:gd name="connsiteX4" fmla="*/ 18717 w 37406"/>
                <a:gd name="connsiteY4" fmla="*/ 130 h 37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406" h="37169">
                  <a:moveTo>
                    <a:pt x="18717" y="130"/>
                  </a:moveTo>
                  <a:cubicBezTo>
                    <a:pt x="29745" y="-106"/>
                    <a:pt x="37162" y="6729"/>
                    <a:pt x="37414" y="18300"/>
                  </a:cubicBezTo>
                  <a:cubicBezTo>
                    <a:pt x="37665" y="29603"/>
                    <a:pt x="30555" y="37028"/>
                    <a:pt x="18717" y="37288"/>
                  </a:cubicBezTo>
                  <a:cubicBezTo>
                    <a:pt x="7681" y="37524"/>
                    <a:pt x="264" y="30421"/>
                    <a:pt x="20" y="19118"/>
                  </a:cubicBezTo>
                  <a:cubicBezTo>
                    <a:pt x="-240" y="7547"/>
                    <a:pt x="6871" y="390"/>
                    <a:pt x="18717" y="130"/>
                  </a:cubicBezTo>
                </a:path>
              </a:pathLst>
            </a:custGeom>
            <a:solidFill>
              <a:schemeClr val="accent2"/>
            </a:solidFill>
            <a:ln w="78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US" sz="2400" noProof="0"/>
            </a:p>
          </p:txBody>
        </p:sp>
      </p:grp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055EFF8E-40A6-42AA-8E6F-31C4F50AAD2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724400" y="6106773"/>
            <a:ext cx="2743200" cy="366183"/>
          </a:xfrm>
        </p:spPr>
        <p:txBody>
          <a:bodyPr/>
          <a:lstStyle/>
          <a:p>
            <a:endParaRPr lang="en-US" noProof="0"/>
          </a:p>
        </p:txBody>
      </p:sp>
      <p:sp>
        <p:nvSpPr>
          <p:cNvPr id="14" name="Espace réservé du texte 5">
            <a:extLst>
              <a:ext uri="{FF2B5EF4-FFF2-40B4-BE49-F238E27FC236}">
                <a16:creationId xmlns:a16="http://schemas.microsoft.com/office/drawing/2014/main" id="{01F2B667-7264-4505-9F19-2E4AB44996E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480778" y="1926301"/>
            <a:ext cx="9230445" cy="1658148"/>
          </a:xfrm>
        </p:spPr>
        <p:txBody>
          <a:bodyPr anchor="b">
            <a:noAutofit/>
          </a:bodyPr>
          <a:lstStyle>
            <a:lvl1pPr algn="ctr">
              <a:lnSpc>
                <a:spcPct val="96000"/>
              </a:lnSpc>
              <a:spcAft>
                <a:spcPts val="1333"/>
              </a:spcAft>
              <a:defRPr lang="fr-FR" sz="5600" b="0" i="0" kern="1200" dirty="0" err="1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algn="ctr">
              <a:lnSpc>
                <a:spcPct val="100000"/>
              </a:lnSpc>
              <a:defRPr sz="2667" b="0" i="1">
                <a:solidFill>
                  <a:schemeClr val="accent2"/>
                </a:solidFill>
                <a:latin typeface="Georgia" panose="02040502050405020303" pitchFamily="18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algn="ctr">
              <a:lnSpc>
                <a:spcPct val="100000"/>
              </a:lnSpc>
              <a:spcBef>
                <a:spcPts val="1333"/>
              </a:spcBef>
              <a:defRPr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Espace réservé du texte 5">
            <a:extLst>
              <a:ext uri="{FF2B5EF4-FFF2-40B4-BE49-F238E27FC236}">
                <a16:creationId xmlns:a16="http://schemas.microsoft.com/office/drawing/2014/main" id="{57CD9AAA-CCAE-44AF-A224-A38A0B786F6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480778" y="3758157"/>
            <a:ext cx="9230445" cy="537959"/>
          </a:xfrm>
        </p:spPr>
        <p:txBody>
          <a:bodyPr anchor="ctr">
            <a:noAutofit/>
          </a:bodyPr>
          <a:lstStyle>
            <a:lvl1pPr algn="ctr">
              <a:lnSpc>
                <a:spcPct val="96000"/>
              </a:lnSpc>
              <a:spcAft>
                <a:spcPts val="1333"/>
              </a:spcAft>
              <a:defRPr lang="en-US" sz="2667" b="0" i="1" kern="1200" dirty="0">
                <a:solidFill>
                  <a:schemeClr val="accent2"/>
                </a:solidFill>
                <a:latin typeface="Georgia" panose="02040502050405020303" pitchFamily="18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371391" indent="0" algn="ctr">
              <a:lnSpc>
                <a:spcPct val="100000"/>
              </a:lnSpc>
              <a:buFont typeface="Arial" panose="020B0604020202020204" pitchFamily="34" charset="0"/>
              <a:buNone/>
              <a:defRPr sz="5600" b="0" i="1">
                <a:solidFill>
                  <a:schemeClr val="accent2"/>
                </a:solidFill>
                <a:latin typeface="Georgia" panose="02040502050405020303" pitchFamily="18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algn="ctr">
              <a:lnSpc>
                <a:spcPct val="100000"/>
              </a:lnSpc>
              <a:spcBef>
                <a:spcPts val="1333"/>
              </a:spcBef>
              <a:defRPr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Espace réservé du texte 5">
            <a:extLst>
              <a:ext uri="{FF2B5EF4-FFF2-40B4-BE49-F238E27FC236}">
                <a16:creationId xmlns:a16="http://schemas.microsoft.com/office/drawing/2014/main" id="{F176A07A-C4FF-49D0-80C5-1B4F36FB3A3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480778" y="4513248"/>
            <a:ext cx="9230445" cy="308387"/>
          </a:xfrm>
        </p:spPr>
        <p:txBody>
          <a:bodyPr anchor="t">
            <a:noAutofit/>
          </a:bodyPr>
          <a:lstStyle>
            <a:lvl1pPr algn="ctr">
              <a:lnSpc>
                <a:spcPct val="96000"/>
              </a:lnSpc>
              <a:spcAft>
                <a:spcPts val="1333"/>
              </a:spcAft>
              <a:defRPr lang="en-US" sz="1600" b="0" i="0" kern="1200" dirty="0">
                <a:solidFill>
                  <a:schemeClr val="tx1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algn="l">
              <a:lnSpc>
                <a:spcPct val="100000"/>
              </a:lnSpc>
              <a:defRPr lang="en-US" sz="1600" b="0" i="0" kern="1200" noProof="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algn="ctr">
              <a:lnSpc>
                <a:spcPct val="100000"/>
              </a:lnSpc>
              <a:spcBef>
                <a:spcPts val="1333"/>
              </a:spcBef>
              <a:defRPr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45803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Title (Dark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aphique 7">
            <a:extLst>
              <a:ext uri="{FF2B5EF4-FFF2-40B4-BE49-F238E27FC236}">
                <a16:creationId xmlns:a16="http://schemas.microsoft.com/office/drawing/2014/main" id="{27488BCF-9F91-440E-B9B4-3B8628FE5A11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5528661" y="444457"/>
            <a:ext cx="1134681" cy="292121"/>
            <a:chOff x="4767702" y="-472136"/>
            <a:chExt cx="745525" cy="191931"/>
          </a:xfrm>
          <a:solidFill>
            <a:schemeClr val="bg1"/>
          </a:solidFill>
        </p:grpSpPr>
        <p:sp>
          <p:nvSpPr>
            <p:cNvPr id="10" name="Forme libre : forme 9">
              <a:extLst>
                <a:ext uri="{FF2B5EF4-FFF2-40B4-BE49-F238E27FC236}">
                  <a16:creationId xmlns:a16="http://schemas.microsoft.com/office/drawing/2014/main" id="{EB91D5A6-4846-4A0D-AEA5-4C76E28CB395}"/>
                </a:ext>
              </a:extLst>
            </p:cNvPr>
            <p:cNvSpPr/>
            <p:nvPr/>
          </p:nvSpPr>
          <p:spPr>
            <a:xfrm>
              <a:off x="4770087" y="-471716"/>
              <a:ext cx="740699" cy="191096"/>
            </a:xfrm>
            <a:custGeom>
              <a:avLst/>
              <a:gdLst>
                <a:gd name="connsiteX0" fmla="*/ 689325 w 740699"/>
                <a:gd name="connsiteY0" fmla="*/ 7347 h 191096"/>
                <a:gd name="connsiteX1" fmla="*/ 688790 w 740699"/>
                <a:gd name="connsiteY1" fmla="*/ 10847 h 191096"/>
                <a:gd name="connsiteX2" fmla="*/ 686092 w 740699"/>
                <a:gd name="connsiteY2" fmla="*/ 24840 h 191096"/>
                <a:gd name="connsiteX3" fmla="*/ 680980 w 740699"/>
                <a:gd name="connsiteY3" fmla="*/ 29953 h 191096"/>
                <a:gd name="connsiteX4" fmla="*/ 667797 w 740699"/>
                <a:gd name="connsiteY4" fmla="*/ 28608 h 191096"/>
                <a:gd name="connsiteX5" fmla="*/ 646528 w 740699"/>
                <a:gd name="connsiteY5" fmla="*/ 50946 h 191096"/>
                <a:gd name="connsiteX6" fmla="*/ 646528 w 740699"/>
                <a:gd name="connsiteY6" fmla="*/ 53911 h 191096"/>
                <a:gd name="connsiteX7" fmla="*/ 680712 w 740699"/>
                <a:gd name="connsiteY7" fmla="*/ 53911 h 191096"/>
                <a:gd name="connsiteX8" fmla="*/ 686092 w 740699"/>
                <a:gd name="connsiteY8" fmla="*/ 59559 h 191096"/>
                <a:gd name="connsiteX9" fmla="*/ 686092 w 740699"/>
                <a:gd name="connsiteY9" fmla="*/ 78130 h 191096"/>
                <a:gd name="connsiteX10" fmla="*/ 680712 w 740699"/>
                <a:gd name="connsiteY10" fmla="*/ 83518 h 191096"/>
                <a:gd name="connsiteX11" fmla="*/ 646528 w 740699"/>
                <a:gd name="connsiteY11" fmla="*/ 83518 h 191096"/>
                <a:gd name="connsiteX12" fmla="*/ 646528 w 740699"/>
                <a:gd name="connsiteY12" fmla="*/ 183097 h 191096"/>
                <a:gd name="connsiteX13" fmla="*/ 641148 w 740699"/>
                <a:gd name="connsiteY13" fmla="*/ 188485 h 191096"/>
                <a:gd name="connsiteX14" fmla="*/ 617197 w 740699"/>
                <a:gd name="connsiteY14" fmla="*/ 188485 h 191096"/>
                <a:gd name="connsiteX15" fmla="*/ 611809 w 740699"/>
                <a:gd name="connsiteY15" fmla="*/ 183097 h 191096"/>
                <a:gd name="connsiteX16" fmla="*/ 611809 w 740699"/>
                <a:gd name="connsiteY16" fmla="*/ 56602 h 191096"/>
                <a:gd name="connsiteX17" fmla="*/ 666987 w 740699"/>
                <a:gd name="connsiteY17" fmla="*/ 79 h 191096"/>
                <a:gd name="connsiteX18" fmla="*/ 683945 w 740699"/>
                <a:gd name="connsiteY18" fmla="*/ 1966 h 191096"/>
                <a:gd name="connsiteX19" fmla="*/ 689325 w 740699"/>
                <a:gd name="connsiteY19" fmla="*/ 7347 h 191096"/>
                <a:gd name="connsiteX20" fmla="*/ 741003 w 740699"/>
                <a:gd name="connsiteY20" fmla="*/ 59292 h 191096"/>
                <a:gd name="connsiteX21" fmla="*/ 741003 w 740699"/>
                <a:gd name="connsiteY21" fmla="*/ 183097 h 191096"/>
                <a:gd name="connsiteX22" fmla="*/ 735615 w 740699"/>
                <a:gd name="connsiteY22" fmla="*/ 188485 h 191096"/>
                <a:gd name="connsiteX23" fmla="*/ 711396 w 740699"/>
                <a:gd name="connsiteY23" fmla="*/ 188485 h 191096"/>
                <a:gd name="connsiteX24" fmla="*/ 706008 w 740699"/>
                <a:gd name="connsiteY24" fmla="*/ 183097 h 191096"/>
                <a:gd name="connsiteX25" fmla="*/ 706008 w 740699"/>
                <a:gd name="connsiteY25" fmla="*/ 59292 h 191096"/>
                <a:gd name="connsiteX26" fmla="*/ 711396 w 740699"/>
                <a:gd name="connsiteY26" fmla="*/ 53911 h 191096"/>
                <a:gd name="connsiteX27" fmla="*/ 735615 w 740699"/>
                <a:gd name="connsiteY27" fmla="*/ 53911 h 191096"/>
                <a:gd name="connsiteX28" fmla="*/ 741003 w 740699"/>
                <a:gd name="connsiteY28" fmla="*/ 59292 h 191096"/>
                <a:gd name="connsiteX29" fmla="*/ 518954 w 740699"/>
                <a:gd name="connsiteY29" fmla="*/ 158879 h 191096"/>
                <a:gd name="connsiteX30" fmla="*/ 485847 w 740699"/>
                <a:gd name="connsiteY30" fmla="*/ 121195 h 191096"/>
                <a:gd name="connsiteX31" fmla="*/ 517074 w 740699"/>
                <a:gd name="connsiteY31" fmla="*/ 83518 h 191096"/>
                <a:gd name="connsiteX32" fmla="*/ 550173 w 740699"/>
                <a:gd name="connsiteY32" fmla="*/ 121195 h 191096"/>
                <a:gd name="connsiteX33" fmla="*/ 518954 w 740699"/>
                <a:gd name="connsiteY33" fmla="*/ 158879 h 191096"/>
                <a:gd name="connsiteX34" fmla="*/ 517074 w 740699"/>
                <a:gd name="connsiteY34" fmla="*/ 51221 h 191096"/>
                <a:gd name="connsiteX35" fmla="*/ 450317 w 740699"/>
                <a:gd name="connsiteY35" fmla="*/ 121195 h 191096"/>
                <a:gd name="connsiteX36" fmla="*/ 518954 w 740699"/>
                <a:gd name="connsiteY36" fmla="*/ 191176 h 191096"/>
                <a:gd name="connsiteX37" fmla="*/ 585702 w 740699"/>
                <a:gd name="connsiteY37" fmla="*/ 121195 h 191096"/>
                <a:gd name="connsiteX38" fmla="*/ 517074 w 740699"/>
                <a:gd name="connsiteY38" fmla="*/ 51221 h 191096"/>
                <a:gd name="connsiteX39" fmla="*/ 424486 w 740699"/>
                <a:gd name="connsiteY39" fmla="*/ 101813 h 191096"/>
                <a:gd name="connsiteX40" fmla="*/ 424486 w 740699"/>
                <a:gd name="connsiteY40" fmla="*/ 183097 h 191096"/>
                <a:gd name="connsiteX41" fmla="*/ 419098 w 740699"/>
                <a:gd name="connsiteY41" fmla="*/ 188485 h 191096"/>
                <a:gd name="connsiteX42" fmla="*/ 394880 w 740699"/>
                <a:gd name="connsiteY42" fmla="*/ 188485 h 191096"/>
                <a:gd name="connsiteX43" fmla="*/ 389492 w 740699"/>
                <a:gd name="connsiteY43" fmla="*/ 183097 h 191096"/>
                <a:gd name="connsiteX44" fmla="*/ 389492 w 740699"/>
                <a:gd name="connsiteY44" fmla="*/ 106391 h 191096"/>
                <a:gd name="connsiteX45" fmla="*/ 363385 w 740699"/>
                <a:gd name="connsiteY45" fmla="*/ 83518 h 191096"/>
                <a:gd name="connsiteX46" fmla="*/ 343469 w 740699"/>
                <a:gd name="connsiteY46" fmla="*/ 85665 h 191096"/>
                <a:gd name="connsiteX47" fmla="*/ 337012 w 740699"/>
                <a:gd name="connsiteY47" fmla="*/ 92666 h 191096"/>
                <a:gd name="connsiteX48" fmla="*/ 337012 w 740699"/>
                <a:gd name="connsiteY48" fmla="*/ 183097 h 191096"/>
                <a:gd name="connsiteX49" fmla="*/ 331624 w 740699"/>
                <a:gd name="connsiteY49" fmla="*/ 188485 h 191096"/>
                <a:gd name="connsiteX50" fmla="*/ 307405 w 740699"/>
                <a:gd name="connsiteY50" fmla="*/ 188485 h 191096"/>
                <a:gd name="connsiteX51" fmla="*/ 302017 w 740699"/>
                <a:gd name="connsiteY51" fmla="*/ 183097 h 191096"/>
                <a:gd name="connsiteX52" fmla="*/ 302017 w 740699"/>
                <a:gd name="connsiteY52" fmla="*/ 71672 h 191096"/>
                <a:gd name="connsiteX53" fmla="*/ 308750 w 740699"/>
                <a:gd name="connsiteY53" fmla="*/ 60904 h 191096"/>
                <a:gd name="connsiteX54" fmla="*/ 362850 w 740699"/>
                <a:gd name="connsiteY54" fmla="*/ 51221 h 191096"/>
                <a:gd name="connsiteX55" fmla="*/ 424486 w 740699"/>
                <a:gd name="connsiteY55" fmla="*/ 101813 h 191096"/>
                <a:gd name="connsiteX56" fmla="*/ 122497 w 740699"/>
                <a:gd name="connsiteY56" fmla="*/ 167759 h 191096"/>
                <a:gd name="connsiteX57" fmla="*/ 120342 w 740699"/>
                <a:gd name="connsiteY57" fmla="*/ 183097 h 191096"/>
                <a:gd name="connsiteX58" fmla="*/ 113350 w 740699"/>
                <a:gd name="connsiteY58" fmla="*/ 188485 h 191096"/>
                <a:gd name="connsiteX59" fmla="*/ 89123 w 740699"/>
                <a:gd name="connsiteY59" fmla="*/ 188485 h 191096"/>
                <a:gd name="connsiteX60" fmla="*/ 85088 w 740699"/>
                <a:gd name="connsiteY60" fmla="*/ 184718 h 191096"/>
                <a:gd name="connsiteX61" fmla="*/ 85356 w 740699"/>
                <a:gd name="connsiteY61" fmla="*/ 183097 h 191096"/>
                <a:gd name="connsiteX62" fmla="*/ 86968 w 740699"/>
                <a:gd name="connsiteY62" fmla="*/ 173140 h 191096"/>
                <a:gd name="connsiteX63" fmla="*/ 303 w 740699"/>
                <a:gd name="connsiteY63" fmla="*/ 98589 h 191096"/>
                <a:gd name="connsiteX64" fmla="*/ 59517 w 740699"/>
                <a:gd name="connsiteY64" fmla="*/ 50144 h 191096"/>
                <a:gd name="connsiteX65" fmla="*/ 115230 w 740699"/>
                <a:gd name="connsiteY65" fmla="*/ 64404 h 191096"/>
                <a:gd name="connsiteX66" fmla="*/ 118462 w 740699"/>
                <a:gd name="connsiteY66" fmla="*/ 69792 h 191096"/>
                <a:gd name="connsiteX67" fmla="*/ 117385 w 740699"/>
                <a:gd name="connsiteY67" fmla="*/ 74362 h 191096"/>
                <a:gd name="connsiteX68" fmla="*/ 109039 w 740699"/>
                <a:gd name="connsiteY68" fmla="*/ 92131 h 191096"/>
                <a:gd name="connsiteX69" fmla="*/ 103116 w 740699"/>
                <a:gd name="connsiteY69" fmla="*/ 95899 h 191096"/>
                <a:gd name="connsiteX70" fmla="*/ 99081 w 740699"/>
                <a:gd name="connsiteY70" fmla="*/ 94821 h 191096"/>
                <a:gd name="connsiteX71" fmla="*/ 58439 w 740699"/>
                <a:gd name="connsiteY71" fmla="*/ 82708 h 191096"/>
                <a:gd name="connsiteX72" fmla="*/ 35833 w 740699"/>
                <a:gd name="connsiteY72" fmla="*/ 96166 h 191096"/>
                <a:gd name="connsiteX73" fmla="*/ 122497 w 740699"/>
                <a:gd name="connsiteY73" fmla="*/ 167759 h 191096"/>
                <a:gd name="connsiteX74" fmla="*/ 234191 w 740699"/>
                <a:gd name="connsiteY74" fmla="*/ 149189 h 191096"/>
                <a:gd name="connsiteX75" fmla="*/ 227466 w 740699"/>
                <a:gd name="connsiteY75" fmla="*/ 156456 h 191096"/>
                <a:gd name="connsiteX76" fmla="*/ 209162 w 740699"/>
                <a:gd name="connsiteY76" fmla="*/ 158879 h 191096"/>
                <a:gd name="connsiteX77" fmla="*/ 175788 w 740699"/>
                <a:gd name="connsiteY77" fmla="*/ 121195 h 191096"/>
                <a:gd name="connsiteX78" fmla="*/ 209162 w 740699"/>
                <a:gd name="connsiteY78" fmla="*/ 83518 h 191096"/>
                <a:gd name="connsiteX79" fmla="*/ 227466 w 740699"/>
                <a:gd name="connsiteY79" fmla="*/ 85941 h 191096"/>
                <a:gd name="connsiteX80" fmla="*/ 234191 w 740699"/>
                <a:gd name="connsiteY80" fmla="*/ 93201 h 191096"/>
                <a:gd name="connsiteX81" fmla="*/ 234191 w 740699"/>
                <a:gd name="connsiteY81" fmla="*/ 149189 h 191096"/>
                <a:gd name="connsiteX82" fmla="*/ 262452 w 740699"/>
                <a:gd name="connsiteY82" fmla="*/ 61179 h 191096"/>
                <a:gd name="connsiteX83" fmla="*/ 209430 w 740699"/>
                <a:gd name="connsiteY83" fmla="*/ 51221 h 191096"/>
                <a:gd name="connsiteX84" fmla="*/ 140258 w 740699"/>
                <a:gd name="connsiteY84" fmla="*/ 121195 h 191096"/>
                <a:gd name="connsiteX85" fmla="*/ 208895 w 740699"/>
                <a:gd name="connsiteY85" fmla="*/ 191176 h 191096"/>
                <a:gd name="connsiteX86" fmla="*/ 262452 w 740699"/>
                <a:gd name="connsiteY86" fmla="*/ 180407 h 191096"/>
                <a:gd name="connsiteX87" fmla="*/ 269185 w 740699"/>
                <a:gd name="connsiteY87" fmla="*/ 169639 h 191096"/>
                <a:gd name="connsiteX88" fmla="*/ 269185 w 740699"/>
                <a:gd name="connsiteY88" fmla="*/ 71940 h 191096"/>
                <a:gd name="connsiteX89" fmla="*/ 262452 w 740699"/>
                <a:gd name="connsiteY89" fmla="*/ 61179 h 191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740699" h="191096">
                  <a:moveTo>
                    <a:pt x="689325" y="7347"/>
                  </a:moveTo>
                  <a:cubicBezTo>
                    <a:pt x="689325" y="8511"/>
                    <a:pt x="689026" y="9604"/>
                    <a:pt x="688790" y="10847"/>
                  </a:cubicBezTo>
                  <a:lnTo>
                    <a:pt x="686092" y="24840"/>
                  </a:lnTo>
                  <a:cubicBezTo>
                    <a:pt x="685558" y="28073"/>
                    <a:pt x="684213" y="29953"/>
                    <a:pt x="680980" y="29953"/>
                  </a:cubicBezTo>
                  <a:cubicBezTo>
                    <a:pt x="678974" y="29953"/>
                    <a:pt x="673177" y="28608"/>
                    <a:pt x="667797" y="28608"/>
                  </a:cubicBezTo>
                  <a:cubicBezTo>
                    <a:pt x="652993" y="28608"/>
                    <a:pt x="646528" y="36143"/>
                    <a:pt x="646528" y="50946"/>
                  </a:cubicBezTo>
                  <a:lnTo>
                    <a:pt x="646528" y="53911"/>
                  </a:lnTo>
                  <a:lnTo>
                    <a:pt x="680712" y="53911"/>
                  </a:lnTo>
                  <a:cubicBezTo>
                    <a:pt x="684213" y="53911"/>
                    <a:pt x="686092" y="56059"/>
                    <a:pt x="686092" y="59559"/>
                  </a:cubicBezTo>
                  <a:lnTo>
                    <a:pt x="686092" y="78130"/>
                  </a:lnTo>
                  <a:cubicBezTo>
                    <a:pt x="686092" y="81363"/>
                    <a:pt x="684213" y="83518"/>
                    <a:pt x="680712" y="83518"/>
                  </a:cubicBezTo>
                  <a:lnTo>
                    <a:pt x="646528" y="83518"/>
                  </a:lnTo>
                  <a:lnTo>
                    <a:pt x="646528" y="183097"/>
                  </a:lnTo>
                  <a:cubicBezTo>
                    <a:pt x="646528" y="186330"/>
                    <a:pt x="644380" y="188485"/>
                    <a:pt x="641148" y="188485"/>
                  </a:cubicBezTo>
                  <a:lnTo>
                    <a:pt x="617197" y="188485"/>
                  </a:lnTo>
                  <a:cubicBezTo>
                    <a:pt x="613964" y="188485"/>
                    <a:pt x="611809" y="186330"/>
                    <a:pt x="611809" y="183097"/>
                  </a:cubicBezTo>
                  <a:lnTo>
                    <a:pt x="611809" y="56602"/>
                  </a:lnTo>
                  <a:cubicBezTo>
                    <a:pt x="611809" y="17839"/>
                    <a:pt x="633612" y="79"/>
                    <a:pt x="666987" y="79"/>
                  </a:cubicBezTo>
                  <a:cubicBezTo>
                    <a:pt x="672729" y="79"/>
                    <a:pt x="678557" y="621"/>
                    <a:pt x="683945" y="1966"/>
                  </a:cubicBezTo>
                  <a:cubicBezTo>
                    <a:pt x="687713" y="2769"/>
                    <a:pt x="689325" y="4358"/>
                    <a:pt x="689325" y="7347"/>
                  </a:cubicBezTo>
                  <a:moveTo>
                    <a:pt x="741003" y="59292"/>
                  </a:moveTo>
                  <a:lnTo>
                    <a:pt x="741003" y="183097"/>
                  </a:lnTo>
                  <a:cubicBezTo>
                    <a:pt x="741003" y="186330"/>
                    <a:pt x="738848" y="188485"/>
                    <a:pt x="735615" y="188485"/>
                  </a:cubicBezTo>
                  <a:lnTo>
                    <a:pt x="711396" y="188485"/>
                  </a:lnTo>
                  <a:cubicBezTo>
                    <a:pt x="708164" y="188485"/>
                    <a:pt x="706008" y="186330"/>
                    <a:pt x="706008" y="183097"/>
                  </a:cubicBezTo>
                  <a:lnTo>
                    <a:pt x="706008" y="59292"/>
                  </a:lnTo>
                  <a:cubicBezTo>
                    <a:pt x="706008" y="56059"/>
                    <a:pt x="708164" y="53911"/>
                    <a:pt x="711396" y="53911"/>
                  </a:cubicBezTo>
                  <a:lnTo>
                    <a:pt x="735615" y="53911"/>
                  </a:lnTo>
                  <a:cubicBezTo>
                    <a:pt x="738848" y="53911"/>
                    <a:pt x="741003" y="56059"/>
                    <a:pt x="741003" y="59292"/>
                  </a:cubicBezTo>
                  <a:moveTo>
                    <a:pt x="518954" y="158879"/>
                  </a:moveTo>
                  <a:cubicBezTo>
                    <a:pt x="499038" y="158879"/>
                    <a:pt x="485847" y="145956"/>
                    <a:pt x="485847" y="121195"/>
                  </a:cubicBezTo>
                  <a:cubicBezTo>
                    <a:pt x="485847" y="96433"/>
                    <a:pt x="499038" y="83518"/>
                    <a:pt x="517074" y="83518"/>
                  </a:cubicBezTo>
                  <a:cubicBezTo>
                    <a:pt x="536990" y="83518"/>
                    <a:pt x="550173" y="96433"/>
                    <a:pt x="550173" y="121195"/>
                  </a:cubicBezTo>
                  <a:cubicBezTo>
                    <a:pt x="550173" y="145956"/>
                    <a:pt x="536990" y="158879"/>
                    <a:pt x="518954" y="158879"/>
                  </a:cubicBezTo>
                  <a:moveTo>
                    <a:pt x="517074" y="51221"/>
                  </a:moveTo>
                  <a:cubicBezTo>
                    <a:pt x="476699" y="51221"/>
                    <a:pt x="450317" y="80553"/>
                    <a:pt x="450317" y="121195"/>
                  </a:cubicBezTo>
                  <a:cubicBezTo>
                    <a:pt x="450317" y="161837"/>
                    <a:pt x="476699" y="191176"/>
                    <a:pt x="518954" y="191176"/>
                  </a:cubicBezTo>
                  <a:cubicBezTo>
                    <a:pt x="559328" y="191176"/>
                    <a:pt x="585702" y="161837"/>
                    <a:pt x="585702" y="121195"/>
                  </a:cubicBezTo>
                  <a:cubicBezTo>
                    <a:pt x="585702" y="80553"/>
                    <a:pt x="559328" y="51221"/>
                    <a:pt x="517074" y="51221"/>
                  </a:cubicBezTo>
                  <a:moveTo>
                    <a:pt x="424486" y="101813"/>
                  </a:moveTo>
                  <a:lnTo>
                    <a:pt x="424486" y="183097"/>
                  </a:lnTo>
                  <a:cubicBezTo>
                    <a:pt x="424486" y="186330"/>
                    <a:pt x="422331" y="188485"/>
                    <a:pt x="419098" y="188485"/>
                  </a:cubicBezTo>
                  <a:lnTo>
                    <a:pt x="394880" y="188485"/>
                  </a:lnTo>
                  <a:cubicBezTo>
                    <a:pt x="391647" y="188485"/>
                    <a:pt x="389492" y="186330"/>
                    <a:pt x="389492" y="183097"/>
                  </a:cubicBezTo>
                  <a:lnTo>
                    <a:pt x="389492" y="106391"/>
                  </a:lnTo>
                  <a:cubicBezTo>
                    <a:pt x="389492" y="90243"/>
                    <a:pt x="377921" y="83518"/>
                    <a:pt x="363385" y="83518"/>
                  </a:cubicBezTo>
                  <a:cubicBezTo>
                    <a:pt x="355040" y="83518"/>
                    <a:pt x="350470" y="84053"/>
                    <a:pt x="343469" y="85665"/>
                  </a:cubicBezTo>
                  <a:cubicBezTo>
                    <a:pt x="339159" y="86743"/>
                    <a:pt x="337012" y="88631"/>
                    <a:pt x="337012" y="92666"/>
                  </a:cubicBezTo>
                  <a:lnTo>
                    <a:pt x="337012" y="183097"/>
                  </a:lnTo>
                  <a:cubicBezTo>
                    <a:pt x="337012" y="186330"/>
                    <a:pt x="334856" y="188485"/>
                    <a:pt x="331624" y="188485"/>
                  </a:cubicBezTo>
                  <a:lnTo>
                    <a:pt x="307405" y="188485"/>
                  </a:lnTo>
                  <a:cubicBezTo>
                    <a:pt x="304172" y="188485"/>
                    <a:pt x="302017" y="186330"/>
                    <a:pt x="302017" y="183097"/>
                  </a:cubicBezTo>
                  <a:lnTo>
                    <a:pt x="302017" y="71672"/>
                  </a:lnTo>
                  <a:cubicBezTo>
                    <a:pt x="302017" y="65482"/>
                    <a:pt x="304982" y="62249"/>
                    <a:pt x="308750" y="60904"/>
                  </a:cubicBezTo>
                  <a:cubicBezTo>
                    <a:pt x="328399" y="53911"/>
                    <a:pt x="346970" y="51221"/>
                    <a:pt x="362850" y="51221"/>
                  </a:cubicBezTo>
                  <a:cubicBezTo>
                    <a:pt x="404295" y="51221"/>
                    <a:pt x="424486" y="68982"/>
                    <a:pt x="424486" y="101813"/>
                  </a:cubicBezTo>
                  <a:moveTo>
                    <a:pt x="122497" y="167759"/>
                  </a:moveTo>
                  <a:cubicBezTo>
                    <a:pt x="122497" y="172337"/>
                    <a:pt x="121963" y="178528"/>
                    <a:pt x="120342" y="183097"/>
                  </a:cubicBezTo>
                  <a:cubicBezTo>
                    <a:pt x="118997" y="187140"/>
                    <a:pt x="117385" y="188485"/>
                    <a:pt x="113350" y="188485"/>
                  </a:cubicBezTo>
                  <a:lnTo>
                    <a:pt x="89123" y="188485"/>
                  </a:lnTo>
                  <a:cubicBezTo>
                    <a:pt x="86433" y="188485"/>
                    <a:pt x="85088" y="186865"/>
                    <a:pt x="85088" y="184718"/>
                  </a:cubicBezTo>
                  <a:cubicBezTo>
                    <a:pt x="85088" y="184175"/>
                    <a:pt x="85088" y="183640"/>
                    <a:pt x="85356" y="183097"/>
                  </a:cubicBezTo>
                  <a:cubicBezTo>
                    <a:pt x="86433" y="179597"/>
                    <a:pt x="86968" y="177175"/>
                    <a:pt x="86968" y="173140"/>
                  </a:cubicBezTo>
                  <a:cubicBezTo>
                    <a:pt x="86968" y="133559"/>
                    <a:pt x="303" y="155646"/>
                    <a:pt x="303" y="98589"/>
                  </a:cubicBezTo>
                  <a:cubicBezTo>
                    <a:pt x="303" y="69517"/>
                    <a:pt x="23452" y="50144"/>
                    <a:pt x="59517" y="50144"/>
                  </a:cubicBezTo>
                  <a:cubicBezTo>
                    <a:pt x="78623" y="50144"/>
                    <a:pt x="98546" y="54714"/>
                    <a:pt x="115230" y="64404"/>
                  </a:cubicBezTo>
                  <a:cubicBezTo>
                    <a:pt x="117393" y="65490"/>
                    <a:pt x="118462" y="67637"/>
                    <a:pt x="118462" y="69792"/>
                  </a:cubicBezTo>
                  <a:cubicBezTo>
                    <a:pt x="118462" y="71137"/>
                    <a:pt x="118164" y="72710"/>
                    <a:pt x="117385" y="74362"/>
                  </a:cubicBezTo>
                  <a:lnTo>
                    <a:pt x="109039" y="92131"/>
                  </a:lnTo>
                  <a:cubicBezTo>
                    <a:pt x="107962" y="94553"/>
                    <a:pt x="105539" y="95899"/>
                    <a:pt x="103116" y="95899"/>
                  </a:cubicBezTo>
                  <a:cubicBezTo>
                    <a:pt x="101771" y="95899"/>
                    <a:pt x="100426" y="95623"/>
                    <a:pt x="99081" y="94821"/>
                  </a:cubicBezTo>
                  <a:cubicBezTo>
                    <a:pt x="85356" y="87286"/>
                    <a:pt x="72165" y="82708"/>
                    <a:pt x="58439" y="82708"/>
                  </a:cubicBezTo>
                  <a:cubicBezTo>
                    <a:pt x="44179" y="82708"/>
                    <a:pt x="35833" y="87923"/>
                    <a:pt x="35833" y="96166"/>
                  </a:cubicBezTo>
                  <a:cubicBezTo>
                    <a:pt x="35833" y="121368"/>
                    <a:pt x="122497" y="106659"/>
                    <a:pt x="122497" y="167759"/>
                  </a:cubicBezTo>
                  <a:moveTo>
                    <a:pt x="234191" y="149189"/>
                  </a:moveTo>
                  <a:cubicBezTo>
                    <a:pt x="234191" y="153224"/>
                    <a:pt x="232043" y="155111"/>
                    <a:pt x="227466" y="156456"/>
                  </a:cubicBezTo>
                  <a:cubicBezTo>
                    <a:pt x="221543" y="158069"/>
                    <a:pt x="216430" y="158879"/>
                    <a:pt x="209162" y="158879"/>
                  </a:cubicBezTo>
                  <a:cubicBezTo>
                    <a:pt x="191936" y="158879"/>
                    <a:pt x="175788" y="148646"/>
                    <a:pt x="175788" y="121195"/>
                  </a:cubicBezTo>
                  <a:cubicBezTo>
                    <a:pt x="175788" y="93743"/>
                    <a:pt x="191936" y="83518"/>
                    <a:pt x="209162" y="83518"/>
                  </a:cubicBezTo>
                  <a:cubicBezTo>
                    <a:pt x="216430" y="83518"/>
                    <a:pt x="221543" y="84320"/>
                    <a:pt x="227466" y="85941"/>
                  </a:cubicBezTo>
                  <a:cubicBezTo>
                    <a:pt x="232043" y="87286"/>
                    <a:pt x="234191" y="89165"/>
                    <a:pt x="234191" y="93201"/>
                  </a:cubicBezTo>
                  <a:lnTo>
                    <a:pt x="234191" y="149189"/>
                  </a:lnTo>
                  <a:close/>
                  <a:moveTo>
                    <a:pt x="262452" y="61179"/>
                  </a:moveTo>
                  <a:cubicBezTo>
                    <a:pt x="244692" y="54446"/>
                    <a:pt x="228000" y="51221"/>
                    <a:pt x="209430" y="51221"/>
                  </a:cubicBezTo>
                  <a:cubicBezTo>
                    <a:pt x="168795" y="51221"/>
                    <a:pt x="140258" y="78405"/>
                    <a:pt x="140258" y="121195"/>
                  </a:cubicBezTo>
                  <a:cubicBezTo>
                    <a:pt x="140258" y="164527"/>
                    <a:pt x="165020" y="191176"/>
                    <a:pt x="208895" y="191176"/>
                  </a:cubicBezTo>
                  <a:cubicBezTo>
                    <a:pt x="226655" y="191176"/>
                    <a:pt x="243881" y="188210"/>
                    <a:pt x="262452" y="180407"/>
                  </a:cubicBezTo>
                  <a:cubicBezTo>
                    <a:pt x="266763" y="178528"/>
                    <a:pt x="269185" y="175562"/>
                    <a:pt x="269185" y="169639"/>
                  </a:cubicBezTo>
                  <a:lnTo>
                    <a:pt x="269185" y="71940"/>
                  </a:lnTo>
                  <a:cubicBezTo>
                    <a:pt x="269185" y="65749"/>
                    <a:pt x="266763" y="62792"/>
                    <a:pt x="262452" y="61179"/>
                  </a:cubicBezTo>
                </a:path>
              </a:pathLst>
            </a:custGeom>
            <a:grpFill/>
            <a:ln w="78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US" sz="2400" noProof="0"/>
            </a:p>
          </p:txBody>
        </p:sp>
        <p:sp>
          <p:nvSpPr>
            <p:cNvPr id="11" name="Forme libre : forme 10">
              <a:extLst>
                <a:ext uri="{FF2B5EF4-FFF2-40B4-BE49-F238E27FC236}">
                  <a16:creationId xmlns:a16="http://schemas.microsoft.com/office/drawing/2014/main" id="{503CE94E-53F9-481B-BF77-A348529571D3}"/>
                </a:ext>
              </a:extLst>
            </p:cNvPr>
            <p:cNvSpPr/>
            <p:nvPr/>
          </p:nvSpPr>
          <p:spPr>
            <a:xfrm rot="-73896" flipV="1">
              <a:off x="5474877" y="-471733"/>
              <a:ext cx="37949" cy="37711"/>
            </a:xfrm>
            <a:custGeom>
              <a:avLst/>
              <a:gdLst>
                <a:gd name="connsiteX0" fmla="*/ 19483 w 37949"/>
                <a:gd name="connsiteY0" fmla="*/ 17 h 37711"/>
                <a:gd name="connsiteX1" fmla="*/ 38456 w 37949"/>
                <a:gd name="connsiteY1" fmla="*/ 18454 h 37711"/>
                <a:gd name="connsiteX2" fmla="*/ 19491 w 37949"/>
                <a:gd name="connsiteY2" fmla="*/ 37717 h 37711"/>
                <a:gd name="connsiteX3" fmla="*/ 519 w 37949"/>
                <a:gd name="connsiteY3" fmla="*/ 19272 h 37711"/>
                <a:gd name="connsiteX4" fmla="*/ 19483 w 37949"/>
                <a:gd name="connsiteY4" fmla="*/ 17 h 37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49" h="37711">
                  <a:moveTo>
                    <a:pt x="19483" y="17"/>
                  </a:moveTo>
                  <a:cubicBezTo>
                    <a:pt x="30519" y="-219"/>
                    <a:pt x="38212" y="6883"/>
                    <a:pt x="38456" y="18454"/>
                  </a:cubicBezTo>
                  <a:cubicBezTo>
                    <a:pt x="38715" y="30300"/>
                    <a:pt x="31329" y="37457"/>
                    <a:pt x="19491" y="37717"/>
                  </a:cubicBezTo>
                  <a:cubicBezTo>
                    <a:pt x="8188" y="37953"/>
                    <a:pt x="771" y="31118"/>
                    <a:pt x="519" y="19272"/>
                  </a:cubicBezTo>
                  <a:cubicBezTo>
                    <a:pt x="267" y="7701"/>
                    <a:pt x="7378" y="284"/>
                    <a:pt x="19483" y="17"/>
                  </a:cubicBezTo>
                </a:path>
              </a:pathLst>
            </a:custGeom>
            <a:grpFill/>
            <a:ln w="78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US" sz="2400" noProof="0">
                <a:solidFill>
                  <a:schemeClr val="accent2"/>
                </a:solidFill>
              </a:endParaRPr>
            </a:p>
          </p:txBody>
        </p:sp>
        <p:sp>
          <p:nvSpPr>
            <p:cNvPr id="12" name="Forme libre : forme 11">
              <a:extLst>
                <a:ext uri="{FF2B5EF4-FFF2-40B4-BE49-F238E27FC236}">
                  <a16:creationId xmlns:a16="http://schemas.microsoft.com/office/drawing/2014/main" id="{7ADD6FFB-F84E-4F7B-930C-208E58062DD7}"/>
                </a:ext>
              </a:extLst>
            </p:cNvPr>
            <p:cNvSpPr/>
            <p:nvPr/>
          </p:nvSpPr>
          <p:spPr>
            <a:xfrm rot="10725025" flipV="1">
              <a:off x="4768103" y="-317778"/>
              <a:ext cx="37406" cy="37169"/>
            </a:xfrm>
            <a:custGeom>
              <a:avLst/>
              <a:gdLst>
                <a:gd name="connsiteX0" fmla="*/ 18717 w 37406"/>
                <a:gd name="connsiteY0" fmla="*/ 130 h 37169"/>
                <a:gd name="connsiteX1" fmla="*/ 37414 w 37406"/>
                <a:gd name="connsiteY1" fmla="*/ 18300 h 37169"/>
                <a:gd name="connsiteX2" fmla="*/ 18717 w 37406"/>
                <a:gd name="connsiteY2" fmla="*/ 37288 h 37169"/>
                <a:gd name="connsiteX3" fmla="*/ 20 w 37406"/>
                <a:gd name="connsiteY3" fmla="*/ 19118 h 37169"/>
                <a:gd name="connsiteX4" fmla="*/ 18717 w 37406"/>
                <a:gd name="connsiteY4" fmla="*/ 130 h 37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406" h="37169">
                  <a:moveTo>
                    <a:pt x="18717" y="130"/>
                  </a:moveTo>
                  <a:cubicBezTo>
                    <a:pt x="29745" y="-106"/>
                    <a:pt x="37162" y="6729"/>
                    <a:pt x="37414" y="18300"/>
                  </a:cubicBezTo>
                  <a:cubicBezTo>
                    <a:pt x="37665" y="29603"/>
                    <a:pt x="30555" y="37028"/>
                    <a:pt x="18717" y="37288"/>
                  </a:cubicBezTo>
                  <a:cubicBezTo>
                    <a:pt x="7681" y="37524"/>
                    <a:pt x="264" y="30421"/>
                    <a:pt x="20" y="19118"/>
                  </a:cubicBezTo>
                  <a:cubicBezTo>
                    <a:pt x="-240" y="7547"/>
                    <a:pt x="6871" y="390"/>
                    <a:pt x="18717" y="130"/>
                  </a:cubicBezTo>
                </a:path>
              </a:pathLst>
            </a:custGeom>
            <a:grpFill/>
            <a:ln w="78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US" sz="2400" noProof="0"/>
            </a:p>
          </p:txBody>
        </p:sp>
      </p:grp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055EFF8E-40A6-42AA-8E6F-31C4F50AAD2A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17" name="Espace réservé du graphique SmartArt 18">
            <a:extLst>
              <a:ext uri="{FF2B5EF4-FFF2-40B4-BE49-F238E27FC236}">
                <a16:creationId xmlns:a16="http://schemas.microsoft.com/office/drawing/2014/main" id="{50E609C3-EA6F-468A-8B7C-CD27949FB33C}"/>
              </a:ext>
            </a:extLst>
          </p:cNvPr>
          <p:cNvSpPr>
            <a:spLocks noGrp="1" noChangeAspect="1"/>
          </p:cNvSpPr>
          <p:nvPr>
            <p:ph type="dgm" sz="quarter" idx="13"/>
          </p:nvPr>
        </p:nvSpPr>
        <p:spPr>
          <a:xfrm>
            <a:off x="6019130" y="4999905"/>
            <a:ext cx="153740" cy="152649"/>
          </a:xfrm>
          <a:custGeom>
            <a:avLst/>
            <a:gdLst>
              <a:gd name="connsiteX0" fmla="*/ 122355 w 250013"/>
              <a:gd name="connsiteY0" fmla="*/ 0 h 248243"/>
              <a:gd name="connsiteX1" fmla="*/ 250013 w 250013"/>
              <a:gd name="connsiteY1" fmla="*/ 124134 h 248243"/>
              <a:gd name="connsiteX2" fmla="*/ 127674 w 250013"/>
              <a:gd name="connsiteY2" fmla="*/ 248243 h 248243"/>
              <a:gd name="connsiteX3" fmla="*/ 1 w 250013"/>
              <a:gd name="connsiteY3" fmla="*/ 124125 h 248243"/>
              <a:gd name="connsiteX4" fmla="*/ 122355 w 250013"/>
              <a:gd name="connsiteY4" fmla="*/ 0 h 248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0013" h="248243">
                <a:moveTo>
                  <a:pt x="122355" y="0"/>
                </a:moveTo>
                <a:cubicBezTo>
                  <a:pt x="200363" y="0"/>
                  <a:pt x="250013" y="46111"/>
                  <a:pt x="250013" y="124134"/>
                </a:cubicBezTo>
                <a:cubicBezTo>
                  <a:pt x="250022" y="200379"/>
                  <a:pt x="200361" y="248234"/>
                  <a:pt x="127674" y="248243"/>
                </a:cubicBezTo>
                <a:cubicBezTo>
                  <a:pt x="47872" y="248236"/>
                  <a:pt x="-6" y="200370"/>
                  <a:pt x="1" y="124125"/>
                </a:cubicBezTo>
                <a:cubicBezTo>
                  <a:pt x="0" y="46103"/>
                  <a:pt x="47874" y="2"/>
                  <a:pt x="122355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r>
              <a:rPr lang="en-US" noProof="0"/>
              <a:t>Click icon to add SmartArt graphic</a:t>
            </a:r>
          </a:p>
        </p:txBody>
      </p:sp>
      <p:sp>
        <p:nvSpPr>
          <p:cNvPr id="18" name="Espace réservé du graphique SmartArt 19">
            <a:extLst>
              <a:ext uri="{FF2B5EF4-FFF2-40B4-BE49-F238E27FC236}">
                <a16:creationId xmlns:a16="http://schemas.microsoft.com/office/drawing/2014/main" id="{F155B637-1E1E-462B-9FBB-56FD4231172C}"/>
              </a:ext>
            </a:extLst>
          </p:cNvPr>
          <p:cNvSpPr>
            <a:spLocks noGrp="1" noChangeAspect="1"/>
          </p:cNvSpPr>
          <p:nvPr>
            <p:ph type="dgm" sz="quarter" idx="14"/>
          </p:nvPr>
        </p:nvSpPr>
        <p:spPr>
          <a:xfrm>
            <a:off x="6019130" y="1548016"/>
            <a:ext cx="153740" cy="152649"/>
          </a:xfrm>
          <a:custGeom>
            <a:avLst/>
            <a:gdLst>
              <a:gd name="connsiteX0" fmla="*/ 122355 w 250013"/>
              <a:gd name="connsiteY0" fmla="*/ 0 h 248243"/>
              <a:gd name="connsiteX1" fmla="*/ 250013 w 250013"/>
              <a:gd name="connsiteY1" fmla="*/ 124134 h 248243"/>
              <a:gd name="connsiteX2" fmla="*/ 127674 w 250013"/>
              <a:gd name="connsiteY2" fmla="*/ 248243 h 248243"/>
              <a:gd name="connsiteX3" fmla="*/ 1 w 250013"/>
              <a:gd name="connsiteY3" fmla="*/ 124125 h 248243"/>
              <a:gd name="connsiteX4" fmla="*/ 122355 w 250013"/>
              <a:gd name="connsiteY4" fmla="*/ 0 h 248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0013" h="248243">
                <a:moveTo>
                  <a:pt x="122355" y="0"/>
                </a:moveTo>
                <a:cubicBezTo>
                  <a:pt x="200363" y="0"/>
                  <a:pt x="250013" y="46111"/>
                  <a:pt x="250013" y="124134"/>
                </a:cubicBezTo>
                <a:cubicBezTo>
                  <a:pt x="250022" y="200379"/>
                  <a:pt x="200361" y="248234"/>
                  <a:pt x="127674" y="248243"/>
                </a:cubicBezTo>
                <a:cubicBezTo>
                  <a:pt x="47872" y="248236"/>
                  <a:pt x="-6" y="200370"/>
                  <a:pt x="1" y="124125"/>
                </a:cubicBezTo>
                <a:cubicBezTo>
                  <a:pt x="0" y="46103"/>
                  <a:pt x="47874" y="2"/>
                  <a:pt x="122355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r>
              <a:rPr lang="en-US" noProof="0"/>
              <a:t>Click icon to add SmartArt graphic</a:t>
            </a:r>
          </a:p>
        </p:txBody>
      </p:sp>
      <p:sp>
        <p:nvSpPr>
          <p:cNvPr id="16" name="Espace réservé du texte 5">
            <a:extLst>
              <a:ext uri="{FF2B5EF4-FFF2-40B4-BE49-F238E27FC236}">
                <a16:creationId xmlns:a16="http://schemas.microsoft.com/office/drawing/2014/main" id="{287A90CB-3485-4D3D-9E87-2D7382BBBC1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480778" y="1926301"/>
            <a:ext cx="9230445" cy="1658148"/>
          </a:xfrm>
        </p:spPr>
        <p:txBody>
          <a:bodyPr anchor="b">
            <a:noAutofit/>
          </a:bodyPr>
          <a:lstStyle>
            <a:lvl1pPr algn="ctr">
              <a:lnSpc>
                <a:spcPct val="96000"/>
              </a:lnSpc>
              <a:spcAft>
                <a:spcPts val="1333"/>
              </a:spcAft>
              <a:defRPr lang="fr-FR" sz="5600" b="0" i="0" kern="1200" dirty="0" err="1" smtClean="0">
                <a:solidFill>
                  <a:schemeClr val="bg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algn="ctr">
              <a:lnSpc>
                <a:spcPct val="100000"/>
              </a:lnSpc>
              <a:defRPr sz="2667" b="0" i="1">
                <a:solidFill>
                  <a:schemeClr val="accent2"/>
                </a:solidFill>
                <a:latin typeface="Georgia" panose="02040502050405020303" pitchFamily="18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algn="ctr">
              <a:lnSpc>
                <a:spcPct val="100000"/>
              </a:lnSpc>
              <a:spcBef>
                <a:spcPts val="1333"/>
              </a:spcBef>
              <a:defRPr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Espace réservé du texte 5">
            <a:extLst>
              <a:ext uri="{FF2B5EF4-FFF2-40B4-BE49-F238E27FC236}">
                <a16:creationId xmlns:a16="http://schemas.microsoft.com/office/drawing/2014/main" id="{54CCF570-9115-4289-839C-7FACBC619C1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480778" y="3758157"/>
            <a:ext cx="9230445" cy="537959"/>
          </a:xfrm>
        </p:spPr>
        <p:txBody>
          <a:bodyPr anchor="ctr">
            <a:noAutofit/>
          </a:bodyPr>
          <a:lstStyle>
            <a:lvl1pPr algn="ctr">
              <a:lnSpc>
                <a:spcPct val="96000"/>
              </a:lnSpc>
              <a:spcAft>
                <a:spcPts val="1333"/>
              </a:spcAft>
              <a:defRPr lang="en-US" sz="2667" b="0" i="1" kern="1200" dirty="0">
                <a:solidFill>
                  <a:schemeClr val="bg2"/>
                </a:solidFill>
                <a:latin typeface="Georgia" panose="02040502050405020303" pitchFamily="18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371391" indent="0" algn="ctr">
              <a:lnSpc>
                <a:spcPct val="100000"/>
              </a:lnSpc>
              <a:buFont typeface="Arial" panose="020B0604020202020204" pitchFamily="34" charset="0"/>
              <a:buNone/>
              <a:defRPr sz="5600" b="0" i="1">
                <a:solidFill>
                  <a:schemeClr val="bg1"/>
                </a:solidFill>
                <a:latin typeface="Georgia" panose="02040502050405020303" pitchFamily="18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algn="ctr">
              <a:lnSpc>
                <a:spcPct val="100000"/>
              </a:lnSpc>
              <a:spcBef>
                <a:spcPts val="1333"/>
              </a:spcBef>
              <a:defRPr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Espace réservé du texte 5">
            <a:extLst>
              <a:ext uri="{FF2B5EF4-FFF2-40B4-BE49-F238E27FC236}">
                <a16:creationId xmlns:a16="http://schemas.microsoft.com/office/drawing/2014/main" id="{889FD9C7-FB39-4714-81F8-6EA37E5B621B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480778" y="4513248"/>
            <a:ext cx="9230445" cy="308387"/>
          </a:xfrm>
        </p:spPr>
        <p:txBody>
          <a:bodyPr anchor="t">
            <a:noAutofit/>
          </a:bodyPr>
          <a:lstStyle>
            <a:lvl1pPr algn="ctr">
              <a:lnSpc>
                <a:spcPct val="96000"/>
              </a:lnSpc>
              <a:spcAft>
                <a:spcPts val="1333"/>
              </a:spcAft>
              <a:defRPr lang="en-US" sz="1600" b="0" i="0" kern="1200" dirty="0">
                <a:solidFill>
                  <a:schemeClr val="bg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algn="l">
              <a:lnSpc>
                <a:spcPct val="100000"/>
              </a:lnSpc>
              <a:defRPr lang="en-US" sz="1600" b="0" i="0" kern="1200" noProof="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algn="ctr">
              <a:lnSpc>
                <a:spcPct val="100000"/>
              </a:lnSpc>
              <a:spcBef>
                <a:spcPts val="1333"/>
              </a:spcBef>
              <a:defRPr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28064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Title with Image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061F378-E818-498E-989A-601A8E73F31E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7886700" y="6046106"/>
            <a:ext cx="2743200" cy="366183"/>
          </a:xfrm>
        </p:spPr>
        <p:txBody>
          <a:bodyPr/>
          <a:lstStyle/>
          <a:p>
            <a:endParaRPr lang="fr-FR" dirty="0"/>
          </a:p>
        </p:txBody>
      </p:sp>
      <p:grpSp>
        <p:nvGrpSpPr>
          <p:cNvPr id="13" name="Graphique 7">
            <a:extLst>
              <a:ext uri="{FF2B5EF4-FFF2-40B4-BE49-F238E27FC236}">
                <a16:creationId xmlns:a16="http://schemas.microsoft.com/office/drawing/2014/main" id="{9EDD880A-DFFE-4F0B-ACE0-49E81EAC5C57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8690961" y="516248"/>
            <a:ext cx="1134681" cy="292121"/>
            <a:chOff x="4767702" y="-472136"/>
            <a:chExt cx="745525" cy="191931"/>
          </a:xfrm>
          <a:solidFill>
            <a:srgbClr val="FFFFFF"/>
          </a:solidFill>
        </p:grpSpPr>
        <p:sp>
          <p:nvSpPr>
            <p:cNvPr id="14" name="Forme libre : forme 13">
              <a:extLst>
                <a:ext uri="{FF2B5EF4-FFF2-40B4-BE49-F238E27FC236}">
                  <a16:creationId xmlns:a16="http://schemas.microsoft.com/office/drawing/2014/main" id="{23232CF7-6A63-4E62-9BB3-AEC2E2985622}"/>
                </a:ext>
              </a:extLst>
            </p:cNvPr>
            <p:cNvSpPr/>
            <p:nvPr/>
          </p:nvSpPr>
          <p:spPr>
            <a:xfrm>
              <a:off x="4770087" y="-471716"/>
              <a:ext cx="740699" cy="191096"/>
            </a:xfrm>
            <a:custGeom>
              <a:avLst/>
              <a:gdLst>
                <a:gd name="connsiteX0" fmla="*/ 689325 w 740699"/>
                <a:gd name="connsiteY0" fmla="*/ 7347 h 191096"/>
                <a:gd name="connsiteX1" fmla="*/ 688790 w 740699"/>
                <a:gd name="connsiteY1" fmla="*/ 10847 h 191096"/>
                <a:gd name="connsiteX2" fmla="*/ 686092 w 740699"/>
                <a:gd name="connsiteY2" fmla="*/ 24840 h 191096"/>
                <a:gd name="connsiteX3" fmla="*/ 680980 w 740699"/>
                <a:gd name="connsiteY3" fmla="*/ 29953 h 191096"/>
                <a:gd name="connsiteX4" fmla="*/ 667797 w 740699"/>
                <a:gd name="connsiteY4" fmla="*/ 28608 h 191096"/>
                <a:gd name="connsiteX5" fmla="*/ 646528 w 740699"/>
                <a:gd name="connsiteY5" fmla="*/ 50946 h 191096"/>
                <a:gd name="connsiteX6" fmla="*/ 646528 w 740699"/>
                <a:gd name="connsiteY6" fmla="*/ 53911 h 191096"/>
                <a:gd name="connsiteX7" fmla="*/ 680712 w 740699"/>
                <a:gd name="connsiteY7" fmla="*/ 53911 h 191096"/>
                <a:gd name="connsiteX8" fmla="*/ 686092 w 740699"/>
                <a:gd name="connsiteY8" fmla="*/ 59559 h 191096"/>
                <a:gd name="connsiteX9" fmla="*/ 686092 w 740699"/>
                <a:gd name="connsiteY9" fmla="*/ 78130 h 191096"/>
                <a:gd name="connsiteX10" fmla="*/ 680712 w 740699"/>
                <a:gd name="connsiteY10" fmla="*/ 83518 h 191096"/>
                <a:gd name="connsiteX11" fmla="*/ 646528 w 740699"/>
                <a:gd name="connsiteY11" fmla="*/ 83518 h 191096"/>
                <a:gd name="connsiteX12" fmla="*/ 646528 w 740699"/>
                <a:gd name="connsiteY12" fmla="*/ 183097 h 191096"/>
                <a:gd name="connsiteX13" fmla="*/ 641148 w 740699"/>
                <a:gd name="connsiteY13" fmla="*/ 188485 h 191096"/>
                <a:gd name="connsiteX14" fmla="*/ 617197 w 740699"/>
                <a:gd name="connsiteY14" fmla="*/ 188485 h 191096"/>
                <a:gd name="connsiteX15" fmla="*/ 611809 w 740699"/>
                <a:gd name="connsiteY15" fmla="*/ 183097 h 191096"/>
                <a:gd name="connsiteX16" fmla="*/ 611809 w 740699"/>
                <a:gd name="connsiteY16" fmla="*/ 56602 h 191096"/>
                <a:gd name="connsiteX17" fmla="*/ 666987 w 740699"/>
                <a:gd name="connsiteY17" fmla="*/ 79 h 191096"/>
                <a:gd name="connsiteX18" fmla="*/ 683945 w 740699"/>
                <a:gd name="connsiteY18" fmla="*/ 1966 h 191096"/>
                <a:gd name="connsiteX19" fmla="*/ 689325 w 740699"/>
                <a:gd name="connsiteY19" fmla="*/ 7347 h 191096"/>
                <a:gd name="connsiteX20" fmla="*/ 741003 w 740699"/>
                <a:gd name="connsiteY20" fmla="*/ 59292 h 191096"/>
                <a:gd name="connsiteX21" fmla="*/ 741003 w 740699"/>
                <a:gd name="connsiteY21" fmla="*/ 183097 h 191096"/>
                <a:gd name="connsiteX22" fmla="*/ 735615 w 740699"/>
                <a:gd name="connsiteY22" fmla="*/ 188485 h 191096"/>
                <a:gd name="connsiteX23" fmla="*/ 711396 w 740699"/>
                <a:gd name="connsiteY23" fmla="*/ 188485 h 191096"/>
                <a:gd name="connsiteX24" fmla="*/ 706008 w 740699"/>
                <a:gd name="connsiteY24" fmla="*/ 183097 h 191096"/>
                <a:gd name="connsiteX25" fmla="*/ 706008 w 740699"/>
                <a:gd name="connsiteY25" fmla="*/ 59292 h 191096"/>
                <a:gd name="connsiteX26" fmla="*/ 711396 w 740699"/>
                <a:gd name="connsiteY26" fmla="*/ 53911 h 191096"/>
                <a:gd name="connsiteX27" fmla="*/ 735615 w 740699"/>
                <a:gd name="connsiteY27" fmla="*/ 53911 h 191096"/>
                <a:gd name="connsiteX28" fmla="*/ 741003 w 740699"/>
                <a:gd name="connsiteY28" fmla="*/ 59292 h 191096"/>
                <a:gd name="connsiteX29" fmla="*/ 518954 w 740699"/>
                <a:gd name="connsiteY29" fmla="*/ 158879 h 191096"/>
                <a:gd name="connsiteX30" fmla="*/ 485847 w 740699"/>
                <a:gd name="connsiteY30" fmla="*/ 121195 h 191096"/>
                <a:gd name="connsiteX31" fmla="*/ 517074 w 740699"/>
                <a:gd name="connsiteY31" fmla="*/ 83518 h 191096"/>
                <a:gd name="connsiteX32" fmla="*/ 550173 w 740699"/>
                <a:gd name="connsiteY32" fmla="*/ 121195 h 191096"/>
                <a:gd name="connsiteX33" fmla="*/ 518954 w 740699"/>
                <a:gd name="connsiteY33" fmla="*/ 158879 h 191096"/>
                <a:gd name="connsiteX34" fmla="*/ 517074 w 740699"/>
                <a:gd name="connsiteY34" fmla="*/ 51221 h 191096"/>
                <a:gd name="connsiteX35" fmla="*/ 450317 w 740699"/>
                <a:gd name="connsiteY35" fmla="*/ 121195 h 191096"/>
                <a:gd name="connsiteX36" fmla="*/ 518954 w 740699"/>
                <a:gd name="connsiteY36" fmla="*/ 191176 h 191096"/>
                <a:gd name="connsiteX37" fmla="*/ 585702 w 740699"/>
                <a:gd name="connsiteY37" fmla="*/ 121195 h 191096"/>
                <a:gd name="connsiteX38" fmla="*/ 517074 w 740699"/>
                <a:gd name="connsiteY38" fmla="*/ 51221 h 191096"/>
                <a:gd name="connsiteX39" fmla="*/ 424486 w 740699"/>
                <a:gd name="connsiteY39" fmla="*/ 101813 h 191096"/>
                <a:gd name="connsiteX40" fmla="*/ 424486 w 740699"/>
                <a:gd name="connsiteY40" fmla="*/ 183097 h 191096"/>
                <a:gd name="connsiteX41" fmla="*/ 419098 w 740699"/>
                <a:gd name="connsiteY41" fmla="*/ 188485 h 191096"/>
                <a:gd name="connsiteX42" fmla="*/ 394880 w 740699"/>
                <a:gd name="connsiteY42" fmla="*/ 188485 h 191096"/>
                <a:gd name="connsiteX43" fmla="*/ 389492 w 740699"/>
                <a:gd name="connsiteY43" fmla="*/ 183097 h 191096"/>
                <a:gd name="connsiteX44" fmla="*/ 389492 w 740699"/>
                <a:gd name="connsiteY44" fmla="*/ 106391 h 191096"/>
                <a:gd name="connsiteX45" fmla="*/ 363385 w 740699"/>
                <a:gd name="connsiteY45" fmla="*/ 83518 h 191096"/>
                <a:gd name="connsiteX46" fmla="*/ 343469 w 740699"/>
                <a:gd name="connsiteY46" fmla="*/ 85665 h 191096"/>
                <a:gd name="connsiteX47" fmla="*/ 337012 w 740699"/>
                <a:gd name="connsiteY47" fmla="*/ 92666 h 191096"/>
                <a:gd name="connsiteX48" fmla="*/ 337012 w 740699"/>
                <a:gd name="connsiteY48" fmla="*/ 183097 h 191096"/>
                <a:gd name="connsiteX49" fmla="*/ 331624 w 740699"/>
                <a:gd name="connsiteY49" fmla="*/ 188485 h 191096"/>
                <a:gd name="connsiteX50" fmla="*/ 307405 w 740699"/>
                <a:gd name="connsiteY50" fmla="*/ 188485 h 191096"/>
                <a:gd name="connsiteX51" fmla="*/ 302017 w 740699"/>
                <a:gd name="connsiteY51" fmla="*/ 183097 h 191096"/>
                <a:gd name="connsiteX52" fmla="*/ 302017 w 740699"/>
                <a:gd name="connsiteY52" fmla="*/ 71672 h 191096"/>
                <a:gd name="connsiteX53" fmla="*/ 308750 w 740699"/>
                <a:gd name="connsiteY53" fmla="*/ 60904 h 191096"/>
                <a:gd name="connsiteX54" fmla="*/ 362850 w 740699"/>
                <a:gd name="connsiteY54" fmla="*/ 51221 h 191096"/>
                <a:gd name="connsiteX55" fmla="*/ 424486 w 740699"/>
                <a:gd name="connsiteY55" fmla="*/ 101813 h 191096"/>
                <a:gd name="connsiteX56" fmla="*/ 122497 w 740699"/>
                <a:gd name="connsiteY56" fmla="*/ 167759 h 191096"/>
                <a:gd name="connsiteX57" fmla="*/ 120342 w 740699"/>
                <a:gd name="connsiteY57" fmla="*/ 183097 h 191096"/>
                <a:gd name="connsiteX58" fmla="*/ 113350 w 740699"/>
                <a:gd name="connsiteY58" fmla="*/ 188485 h 191096"/>
                <a:gd name="connsiteX59" fmla="*/ 89123 w 740699"/>
                <a:gd name="connsiteY59" fmla="*/ 188485 h 191096"/>
                <a:gd name="connsiteX60" fmla="*/ 85088 w 740699"/>
                <a:gd name="connsiteY60" fmla="*/ 184718 h 191096"/>
                <a:gd name="connsiteX61" fmla="*/ 85356 w 740699"/>
                <a:gd name="connsiteY61" fmla="*/ 183097 h 191096"/>
                <a:gd name="connsiteX62" fmla="*/ 86968 w 740699"/>
                <a:gd name="connsiteY62" fmla="*/ 173140 h 191096"/>
                <a:gd name="connsiteX63" fmla="*/ 303 w 740699"/>
                <a:gd name="connsiteY63" fmla="*/ 98589 h 191096"/>
                <a:gd name="connsiteX64" fmla="*/ 59517 w 740699"/>
                <a:gd name="connsiteY64" fmla="*/ 50144 h 191096"/>
                <a:gd name="connsiteX65" fmla="*/ 115230 w 740699"/>
                <a:gd name="connsiteY65" fmla="*/ 64404 h 191096"/>
                <a:gd name="connsiteX66" fmla="*/ 118462 w 740699"/>
                <a:gd name="connsiteY66" fmla="*/ 69792 h 191096"/>
                <a:gd name="connsiteX67" fmla="*/ 117385 w 740699"/>
                <a:gd name="connsiteY67" fmla="*/ 74362 h 191096"/>
                <a:gd name="connsiteX68" fmla="*/ 109039 w 740699"/>
                <a:gd name="connsiteY68" fmla="*/ 92131 h 191096"/>
                <a:gd name="connsiteX69" fmla="*/ 103116 w 740699"/>
                <a:gd name="connsiteY69" fmla="*/ 95899 h 191096"/>
                <a:gd name="connsiteX70" fmla="*/ 99081 w 740699"/>
                <a:gd name="connsiteY70" fmla="*/ 94821 h 191096"/>
                <a:gd name="connsiteX71" fmla="*/ 58439 w 740699"/>
                <a:gd name="connsiteY71" fmla="*/ 82708 h 191096"/>
                <a:gd name="connsiteX72" fmla="*/ 35833 w 740699"/>
                <a:gd name="connsiteY72" fmla="*/ 96166 h 191096"/>
                <a:gd name="connsiteX73" fmla="*/ 122497 w 740699"/>
                <a:gd name="connsiteY73" fmla="*/ 167759 h 191096"/>
                <a:gd name="connsiteX74" fmla="*/ 234191 w 740699"/>
                <a:gd name="connsiteY74" fmla="*/ 149189 h 191096"/>
                <a:gd name="connsiteX75" fmla="*/ 227466 w 740699"/>
                <a:gd name="connsiteY75" fmla="*/ 156456 h 191096"/>
                <a:gd name="connsiteX76" fmla="*/ 209162 w 740699"/>
                <a:gd name="connsiteY76" fmla="*/ 158879 h 191096"/>
                <a:gd name="connsiteX77" fmla="*/ 175788 w 740699"/>
                <a:gd name="connsiteY77" fmla="*/ 121195 h 191096"/>
                <a:gd name="connsiteX78" fmla="*/ 209162 w 740699"/>
                <a:gd name="connsiteY78" fmla="*/ 83518 h 191096"/>
                <a:gd name="connsiteX79" fmla="*/ 227466 w 740699"/>
                <a:gd name="connsiteY79" fmla="*/ 85941 h 191096"/>
                <a:gd name="connsiteX80" fmla="*/ 234191 w 740699"/>
                <a:gd name="connsiteY80" fmla="*/ 93201 h 191096"/>
                <a:gd name="connsiteX81" fmla="*/ 234191 w 740699"/>
                <a:gd name="connsiteY81" fmla="*/ 149189 h 191096"/>
                <a:gd name="connsiteX82" fmla="*/ 262452 w 740699"/>
                <a:gd name="connsiteY82" fmla="*/ 61179 h 191096"/>
                <a:gd name="connsiteX83" fmla="*/ 209430 w 740699"/>
                <a:gd name="connsiteY83" fmla="*/ 51221 h 191096"/>
                <a:gd name="connsiteX84" fmla="*/ 140258 w 740699"/>
                <a:gd name="connsiteY84" fmla="*/ 121195 h 191096"/>
                <a:gd name="connsiteX85" fmla="*/ 208895 w 740699"/>
                <a:gd name="connsiteY85" fmla="*/ 191176 h 191096"/>
                <a:gd name="connsiteX86" fmla="*/ 262452 w 740699"/>
                <a:gd name="connsiteY86" fmla="*/ 180407 h 191096"/>
                <a:gd name="connsiteX87" fmla="*/ 269185 w 740699"/>
                <a:gd name="connsiteY87" fmla="*/ 169639 h 191096"/>
                <a:gd name="connsiteX88" fmla="*/ 269185 w 740699"/>
                <a:gd name="connsiteY88" fmla="*/ 71940 h 191096"/>
                <a:gd name="connsiteX89" fmla="*/ 262452 w 740699"/>
                <a:gd name="connsiteY89" fmla="*/ 61179 h 191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740699" h="191096">
                  <a:moveTo>
                    <a:pt x="689325" y="7347"/>
                  </a:moveTo>
                  <a:cubicBezTo>
                    <a:pt x="689325" y="8511"/>
                    <a:pt x="689026" y="9604"/>
                    <a:pt x="688790" y="10847"/>
                  </a:cubicBezTo>
                  <a:lnTo>
                    <a:pt x="686092" y="24840"/>
                  </a:lnTo>
                  <a:cubicBezTo>
                    <a:pt x="685558" y="28073"/>
                    <a:pt x="684213" y="29953"/>
                    <a:pt x="680980" y="29953"/>
                  </a:cubicBezTo>
                  <a:cubicBezTo>
                    <a:pt x="678974" y="29953"/>
                    <a:pt x="673177" y="28608"/>
                    <a:pt x="667797" y="28608"/>
                  </a:cubicBezTo>
                  <a:cubicBezTo>
                    <a:pt x="652993" y="28608"/>
                    <a:pt x="646528" y="36143"/>
                    <a:pt x="646528" y="50946"/>
                  </a:cubicBezTo>
                  <a:lnTo>
                    <a:pt x="646528" y="53911"/>
                  </a:lnTo>
                  <a:lnTo>
                    <a:pt x="680712" y="53911"/>
                  </a:lnTo>
                  <a:cubicBezTo>
                    <a:pt x="684213" y="53911"/>
                    <a:pt x="686092" y="56059"/>
                    <a:pt x="686092" y="59559"/>
                  </a:cubicBezTo>
                  <a:lnTo>
                    <a:pt x="686092" y="78130"/>
                  </a:lnTo>
                  <a:cubicBezTo>
                    <a:pt x="686092" y="81363"/>
                    <a:pt x="684213" y="83518"/>
                    <a:pt x="680712" y="83518"/>
                  </a:cubicBezTo>
                  <a:lnTo>
                    <a:pt x="646528" y="83518"/>
                  </a:lnTo>
                  <a:lnTo>
                    <a:pt x="646528" y="183097"/>
                  </a:lnTo>
                  <a:cubicBezTo>
                    <a:pt x="646528" y="186330"/>
                    <a:pt x="644380" y="188485"/>
                    <a:pt x="641148" y="188485"/>
                  </a:cubicBezTo>
                  <a:lnTo>
                    <a:pt x="617197" y="188485"/>
                  </a:lnTo>
                  <a:cubicBezTo>
                    <a:pt x="613964" y="188485"/>
                    <a:pt x="611809" y="186330"/>
                    <a:pt x="611809" y="183097"/>
                  </a:cubicBezTo>
                  <a:lnTo>
                    <a:pt x="611809" y="56602"/>
                  </a:lnTo>
                  <a:cubicBezTo>
                    <a:pt x="611809" y="17839"/>
                    <a:pt x="633612" y="79"/>
                    <a:pt x="666987" y="79"/>
                  </a:cubicBezTo>
                  <a:cubicBezTo>
                    <a:pt x="672729" y="79"/>
                    <a:pt x="678557" y="621"/>
                    <a:pt x="683945" y="1966"/>
                  </a:cubicBezTo>
                  <a:cubicBezTo>
                    <a:pt x="687713" y="2769"/>
                    <a:pt x="689325" y="4358"/>
                    <a:pt x="689325" y="7347"/>
                  </a:cubicBezTo>
                  <a:moveTo>
                    <a:pt x="741003" y="59292"/>
                  </a:moveTo>
                  <a:lnTo>
                    <a:pt x="741003" y="183097"/>
                  </a:lnTo>
                  <a:cubicBezTo>
                    <a:pt x="741003" y="186330"/>
                    <a:pt x="738848" y="188485"/>
                    <a:pt x="735615" y="188485"/>
                  </a:cubicBezTo>
                  <a:lnTo>
                    <a:pt x="711396" y="188485"/>
                  </a:lnTo>
                  <a:cubicBezTo>
                    <a:pt x="708164" y="188485"/>
                    <a:pt x="706008" y="186330"/>
                    <a:pt x="706008" y="183097"/>
                  </a:cubicBezTo>
                  <a:lnTo>
                    <a:pt x="706008" y="59292"/>
                  </a:lnTo>
                  <a:cubicBezTo>
                    <a:pt x="706008" y="56059"/>
                    <a:pt x="708164" y="53911"/>
                    <a:pt x="711396" y="53911"/>
                  </a:cubicBezTo>
                  <a:lnTo>
                    <a:pt x="735615" y="53911"/>
                  </a:lnTo>
                  <a:cubicBezTo>
                    <a:pt x="738848" y="53911"/>
                    <a:pt x="741003" y="56059"/>
                    <a:pt x="741003" y="59292"/>
                  </a:cubicBezTo>
                  <a:moveTo>
                    <a:pt x="518954" y="158879"/>
                  </a:moveTo>
                  <a:cubicBezTo>
                    <a:pt x="499038" y="158879"/>
                    <a:pt x="485847" y="145956"/>
                    <a:pt x="485847" y="121195"/>
                  </a:cubicBezTo>
                  <a:cubicBezTo>
                    <a:pt x="485847" y="96433"/>
                    <a:pt x="499038" y="83518"/>
                    <a:pt x="517074" y="83518"/>
                  </a:cubicBezTo>
                  <a:cubicBezTo>
                    <a:pt x="536990" y="83518"/>
                    <a:pt x="550173" y="96433"/>
                    <a:pt x="550173" y="121195"/>
                  </a:cubicBezTo>
                  <a:cubicBezTo>
                    <a:pt x="550173" y="145956"/>
                    <a:pt x="536990" y="158879"/>
                    <a:pt x="518954" y="158879"/>
                  </a:cubicBezTo>
                  <a:moveTo>
                    <a:pt x="517074" y="51221"/>
                  </a:moveTo>
                  <a:cubicBezTo>
                    <a:pt x="476699" y="51221"/>
                    <a:pt x="450317" y="80553"/>
                    <a:pt x="450317" y="121195"/>
                  </a:cubicBezTo>
                  <a:cubicBezTo>
                    <a:pt x="450317" y="161837"/>
                    <a:pt x="476699" y="191176"/>
                    <a:pt x="518954" y="191176"/>
                  </a:cubicBezTo>
                  <a:cubicBezTo>
                    <a:pt x="559328" y="191176"/>
                    <a:pt x="585702" y="161837"/>
                    <a:pt x="585702" y="121195"/>
                  </a:cubicBezTo>
                  <a:cubicBezTo>
                    <a:pt x="585702" y="80553"/>
                    <a:pt x="559328" y="51221"/>
                    <a:pt x="517074" y="51221"/>
                  </a:cubicBezTo>
                  <a:moveTo>
                    <a:pt x="424486" y="101813"/>
                  </a:moveTo>
                  <a:lnTo>
                    <a:pt x="424486" y="183097"/>
                  </a:lnTo>
                  <a:cubicBezTo>
                    <a:pt x="424486" y="186330"/>
                    <a:pt x="422331" y="188485"/>
                    <a:pt x="419098" y="188485"/>
                  </a:cubicBezTo>
                  <a:lnTo>
                    <a:pt x="394880" y="188485"/>
                  </a:lnTo>
                  <a:cubicBezTo>
                    <a:pt x="391647" y="188485"/>
                    <a:pt x="389492" y="186330"/>
                    <a:pt x="389492" y="183097"/>
                  </a:cubicBezTo>
                  <a:lnTo>
                    <a:pt x="389492" y="106391"/>
                  </a:lnTo>
                  <a:cubicBezTo>
                    <a:pt x="389492" y="90243"/>
                    <a:pt x="377921" y="83518"/>
                    <a:pt x="363385" y="83518"/>
                  </a:cubicBezTo>
                  <a:cubicBezTo>
                    <a:pt x="355040" y="83518"/>
                    <a:pt x="350470" y="84053"/>
                    <a:pt x="343469" y="85665"/>
                  </a:cubicBezTo>
                  <a:cubicBezTo>
                    <a:pt x="339159" y="86743"/>
                    <a:pt x="337012" y="88631"/>
                    <a:pt x="337012" y="92666"/>
                  </a:cubicBezTo>
                  <a:lnTo>
                    <a:pt x="337012" y="183097"/>
                  </a:lnTo>
                  <a:cubicBezTo>
                    <a:pt x="337012" y="186330"/>
                    <a:pt x="334856" y="188485"/>
                    <a:pt x="331624" y="188485"/>
                  </a:cubicBezTo>
                  <a:lnTo>
                    <a:pt x="307405" y="188485"/>
                  </a:lnTo>
                  <a:cubicBezTo>
                    <a:pt x="304172" y="188485"/>
                    <a:pt x="302017" y="186330"/>
                    <a:pt x="302017" y="183097"/>
                  </a:cubicBezTo>
                  <a:lnTo>
                    <a:pt x="302017" y="71672"/>
                  </a:lnTo>
                  <a:cubicBezTo>
                    <a:pt x="302017" y="65482"/>
                    <a:pt x="304982" y="62249"/>
                    <a:pt x="308750" y="60904"/>
                  </a:cubicBezTo>
                  <a:cubicBezTo>
                    <a:pt x="328399" y="53911"/>
                    <a:pt x="346970" y="51221"/>
                    <a:pt x="362850" y="51221"/>
                  </a:cubicBezTo>
                  <a:cubicBezTo>
                    <a:pt x="404295" y="51221"/>
                    <a:pt x="424486" y="68982"/>
                    <a:pt x="424486" y="101813"/>
                  </a:cubicBezTo>
                  <a:moveTo>
                    <a:pt x="122497" y="167759"/>
                  </a:moveTo>
                  <a:cubicBezTo>
                    <a:pt x="122497" y="172337"/>
                    <a:pt x="121963" y="178528"/>
                    <a:pt x="120342" y="183097"/>
                  </a:cubicBezTo>
                  <a:cubicBezTo>
                    <a:pt x="118997" y="187140"/>
                    <a:pt x="117385" y="188485"/>
                    <a:pt x="113350" y="188485"/>
                  </a:cubicBezTo>
                  <a:lnTo>
                    <a:pt x="89123" y="188485"/>
                  </a:lnTo>
                  <a:cubicBezTo>
                    <a:pt x="86433" y="188485"/>
                    <a:pt x="85088" y="186865"/>
                    <a:pt x="85088" y="184718"/>
                  </a:cubicBezTo>
                  <a:cubicBezTo>
                    <a:pt x="85088" y="184175"/>
                    <a:pt x="85088" y="183640"/>
                    <a:pt x="85356" y="183097"/>
                  </a:cubicBezTo>
                  <a:cubicBezTo>
                    <a:pt x="86433" y="179597"/>
                    <a:pt x="86968" y="177175"/>
                    <a:pt x="86968" y="173140"/>
                  </a:cubicBezTo>
                  <a:cubicBezTo>
                    <a:pt x="86968" y="133559"/>
                    <a:pt x="303" y="155646"/>
                    <a:pt x="303" y="98589"/>
                  </a:cubicBezTo>
                  <a:cubicBezTo>
                    <a:pt x="303" y="69517"/>
                    <a:pt x="23452" y="50144"/>
                    <a:pt x="59517" y="50144"/>
                  </a:cubicBezTo>
                  <a:cubicBezTo>
                    <a:pt x="78623" y="50144"/>
                    <a:pt x="98546" y="54714"/>
                    <a:pt x="115230" y="64404"/>
                  </a:cubicBezTo>
                  <a:cubicBezTo>
                    <a:pt x="117393" y="65490"/>
                    <a:pt x="118462" y="67637"/>
                    <a:pt x="118462" y="69792"/>
                  </a:cubicBezTo>
                  <a:cubicBezTo>
                    <a:pt x="118462" y="71137"/>
                    <a:pt x="118164" y="72710"/>
                    <a:pt x="117385" y="74362"/>
                  </a:cubicBezTo>
                  <a:lnTo>
                    <a:pt x="109039" y="92131"/>
                  </a:lnTo>
                  <a:cubicBezTo>
                    <a:pt x="107962" y="94553"/>
                    <a:pt x="105539" y="95899"/>
                    <a:pt x="103116" y="95899"/>
                  </a:cubicBezTo>
                  <a:cubicBezTo>
                    <a:pt x="101771" y="95899"/>
                    <a:pt x="100426" y="95623"/>
                    <a:pt x="99081" y="94821"/>
                  </a:cubicBezTo>
                  <a:cubicBezTo>
                    <a:pt x="85356" y="87286"/>
                    <a:pt x="72165" y="82708"/>
                    <a:pt x="58439" y="82708"/>
                  </a:cubicBezTo>
                  <a:cubicBezTo>
                    <a:pt x="44179" y="82708"/>
                    <a:pt x="35833" y="87923"/>
                    <a:pt x="35833" y="96166"/>
                  </a:cubicBezTo>
                  <a:cubicBezTo>
                    <a:pt x="35833" y="121368"/>
                    <a:pt x="122497" y="106659"/>
                    <a:pt x="122497" y="167759"/>
                  </a:cubicBezTo>
                  <a:moveTo>
                    <a:pt x="234191" y="149189"/>
                  </a:moveTo>
                  <a:cubicBezTo>
                    <a:pt x="234191" y="153224"/>
                    <a:pt x="232043" y="155111"/>
                    <a:pt x="227466" y="156456"/>
                  </a:cubicBezTo>
                  <a:cubicBezTo>
                    <a:pt x="221543" y="158069"/>
                    <a:pt x="216430" y="158879"/>
                    <a:pt x="209162" y="158879"/>
                  </a:cubicBezTo>
                  <a:cubicBezTo>
                    <a:pt x="191936" y="158879"/>
                    <a:pt x="175788" y="148646"/>
                    <a:pt x="175788" y="121195"/>
                  </a:cubicBezTo>
                  <a:cubicBezTo>
                    <a:pt x="175788" y="93743"/>
                    <a:pt x="191936" y="83518"/>
                    <a:pt x="209162" y="83518"/>
                  </a:cubicBezTo>
                  <a:cubicBezTo>
                    <a:pt x="216430" y="83518"/>
                    <a:pt x="221543" y="84320"/>
                    <a:pt x="227466" y="85941"/>
                  </a:cubicBezTo>
                  <a:cubicBezTo>
                    <a:pt x="232043" y="87286"/>
                    <a:pt x="234191" y="89165"/>
                    <a:pt x="234191" y="93201"/>
                  </a:cubicBezTo>
                  <a:lnTo>
                    <a:pt x="234191" y="149189"/>
                  </a:lnTo>
                  <a:close/>
                  <a:moveTo>
                    <a:pt x="262452" y="61179"/>
                  </a:moveTo>
                  <a:cubicBezTo>
                    <a:pt x="244692" y="54446"/>
                    <a:pt x="228000" y="51221"/>
                    <a:pt x="209430" y="51221"/>
                  </a:cubicBezTo>
                  <a:cubicBezTo>
                    <a:pt x="168795" y="51221"/>
                    <a:pt x="140258" y="78405"/>
                    <a:pt x="140258" y="121195"/>
                  </a:cubicBezTo>
                  <a:cubicBezTo>
                    <a:pt x="140258" y="164527"/>
                    <a:pt x="165020" y="191176"/>
                    <a:pt x="208895" y="191176"/>
                  </a:cubicBezTo>
                  <a:cubicBezTo>
                    <a:pt x="226655" y="191176"/>
                    <a:pt x="243881" y="188210"/>
                    <a:pt x="262452" y="180407"/>
                  </a:cubicBezTo>
                  <a:cubicBezTo>
                    <a:pt x="266763" y="178528"/>
                    <a:pt x="269185" y="175562"/>
                    <a:pt x="269185" y="169639"/>
                  </a:cubicBezTo>
                  <a:lnTo>
                    <a:pt x="269185" y="71940"/>
                  </a:lnTo>
                  <a:cubicBezTo>
                    <a:pt x="269185" y="65749"/>
                    <a:pt x="266763" y="62792"/>
                    <a:pt x="262452" y="61179"/>
                  </a:cubicBezTo>
                </a:path>
              </a:pathLst>
            </a:custGeom>
            <a:solidFill>
              <a:schemeClr val="tx1"/>
            </a:solidFill>
            <a:ln w="78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15" name="Forme libre : forme 14">
              <a:extLst>
                <a:ext uri="{FF2B5EF4-FFF2-40B4-BE49-F238E27FC236}">
                  <a16:creationId xmlns:a16="http://schemas.microsoft.com/office/drawing/2014/main" id="{57EF7850-35A6-4B4B-BC7E-9FC7583FB3C6}"/>
                </a:ext>
              </a:extLst>
            </p:cNvPr>
            <p:cNvSpPr/>
            <p:nvPr/>
          </p:nvSpPr>
          <p:spPr>
            <a:xfrm rot="-73896" flipV="1">
              <a:off x="5474877" y="-471733"/>
              <a:ext cx="37949" cy="37711"/>
            </a:xfrm>
            <a:custGeom>
              <a:avLst/>
              <a:gdLst>
                <a:gd name="connsiteX0" fmla="*/ 19483 w 37949"/>
                <a:gd name="connsiteY0" fmla="*/ 17 h 37711"/>
                <a:gd name="connsiteX1" fmla="*/ 38456 w 37949"/>
                <a:gd name="connsiteY1" fmla="*/ 18454 h 37711"/>
                <a:gd name="connsiteX2" fmla="*/ 19491 w 37949"/>
                <a:gd name="connsiteY2" fmla="*/ 37717 h 37711"/>
                <a:gd name="connsiteX3" fmla="*/ 519 w 37949"/>
                <a:gd name="connsiteY3" fmla="*/ 19272 h 37711"/>
                <a:gd name="connsiteX4" fmla="*/ 19483 w 37949"/>
                <a:gd name="connsiteY4" fmla="*/ 17 h 37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49" h="37711">
                  <a:moveTo>
                    <a:pt x="19483" y="17"/>
                  </a:moveTo>
                  <a:cubicBezTo>
                    <a:pt x="30519" y="-219"/>
                    <a:pt x="38212" y="6883"/>
                    <a:pt x="38456" y="18454"/>
                  </a:cubicBezTo>
                  <a:cubicBezTo>
                    <a:pt x="38715" y="30300"/>
                    <a:pt x="31329" y="37457"/>
                    <a:pt x="19491" y="37717"/>
                  </a:cubicBezTo>
                  <a:cubicBezTo>
                    <a:pt x="8188" y="37953"/>
                    <a:pt x="771" y="31118"/>
                    <a:pt x="519" y="19272"/>
                  </a:cubicBezTo>
                  <a:cubicBezTo>
                    <a:pt x="267" y="7701"/>
                    <a:pt x="7378" y="284"/>
                    <a:pt x="19483" y="17"/>
                  </a:cubicBezTo>
                </a:path>
              </a:pathLst>
            </a:custGeom>
            <a:solidFill>
              <a:schemeClr val="accent2"/>
            </a:solidFill>
            <a:ln w="78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fr-FR" sz="2400">
                <a:solidFill>
                  <a:schemeClr val="accent2"/>
                </a:solidFill>
              </a:endParaRPr>
            </a:p>
          </p:txBody>
        </p:sp>
        <p:sp>
          <p:nvSpPr>
            <p:cNvPr id="18" name="Forme libre : forme 17">
              <a:extLst>
                <a:ext uri="{FF2B5EF4-FFF2-40B4-BE49-F238E27FC236}">
                  <a16:creationId xmlns:a16="http://schemas.microsoft.com/office/drawing/2014/main" id="{2E436654-D7D3-4BBB-9470-2F10DA8514EE}"/>
                </a:ext>
              </a:extLst>
            </p:cNvPr>
            <p:cNvSpPr/>
            <p:nvPr/>
          </p:nvSpPr>
          <p:spPr>
            <a:xfrm rot="10725025" flipV="1">
              <a:off x="4768103" y="-317778"/>
              <a:ext cx="37406" cy="37169"/>
            </a:xfrm>
            <a:custGeom>
              <a:avLst/>
              <a:gdLst>
                <a:gd name="connsiteX0" fmla="*/ 18717 w 37406"/>
                <a:gd name="connsiteY0" fmla="*/ 130 h 37169"/>
                <a:gd name="connsiteX1" fmla="*/ 37414 w 37406"/>
                <a:gd name="connsiteY1" fmla="*/ 18300 h 37169"/>
                <a:gd name="connsiteX2" fmla="*/ 18717 w 37406"/>
                <a:gd name="connsiteY2" fmla="*/ 37288 h 37169"/>
                <a:gd name="connsiteX3" fmla="*/ 20 w 37406"/>
                <a:gd name="connsiteY3" fmla="*/ 19118 h 37169"/>
                <a:gd name="connsiteX4" fmla="*/ 18717 w 37406"/>
                <a:gd name="connsiteY4" fmla="*/ 130 h 37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406" h="37169">
                  <a:moveTo>
                    <a:pt x="18717" y="130"/>
                  </a:moveTo>
                  <a:cubicBezTo>
                    <a:pt x="29745" y="-106"/>
                    <a:pt x="37162" y="6729"/>
                    <a:pt x="37414" y="18300"/>
                  </a:cubicBezTo>
                  <a:cubicBezTo>
                    <a:pt x="37665" y="29603"/>
                    <a:pt x="30555" y="37028"/>
                    <a:pt x="18717" y="37288"/>
                  </a:cubicBezTo>
                  <a:cubicBezTo>
                    <a:pt x="7681" y="37524"/>
                    <a:pt x="264" y="30421"/>
                    <a:pt x="20" y="19118"/>
                  </a:cubicBezTo>
                  <a:cubicBezTo>
                    <a:pt x="-240" y="7547"/>
                    <a:pt x="6871" y="390"/>
                    <a:pt x="18717" y="130"/>
                  </a:cubicBezTo>
                </a:path>
              </a:pathLst>
            </a:custGeom>
            <a:solidFill>
              <a:schemeClr val="accent2"/>
            </a:solidFill>
            <a:ln w="78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fr-FR" sz="2400"/>
            </a:p>
          </p:txBody>
        </p:sp>
      </p:grpSp>
      <p:sp>
        <p:nvSpPr>
          <p:cNvPr id="17" name="Espace réservé du graphique SmartArt 11">
            <a:extLst>
              <a:ext uri="{FF2B5EF4-FFF2-40B4-BE49-F238E27FC236}">
                <a16:creationId xmlns:a16="http://schemas.microsoft.com/office/drawing/2014/main" id="{4F60E46E-0715-41F6-BEAC-C9C998D41D44}"/>
              </a:ext>
            </a:extLst>
          </p:cNvPr>
          <p:cNvSpPr>
            <a:spLocks noGrp="1" noChangeAspect="1"/>
          </p:cNvSpPr>
          <p:nvPr>
            <p:ph type="dgm" sz="quarter" idx="14"/>
          </p:nvPr>
        </p:nvSpPr>
        <p:spPr>
          <a:xfrm>
            <a:off x="9190079" y="1763753"/>
            <a:ext cx="136443" cy="135473"/>
          </a:xfrm>
          <a:custGeom>
            <a:avLst/>
            <a:gdLst>
              <a:gd name="connsiteX0" fmla="*/ 122355 w 250013"/>
              <a:gd name="connsiteY0" fmla="*/ 0 h 248243"/>
              <a:gd name="connsiteX1" fmla="*/ 250013 w 250013"/>
              <a:gd name="connsiteY1" fmla="*/ 124134 h 248243"/>
              <a:gd name="connsiteX2" fmla="*/ 127674 w 250013"/>
              <a:gd name="connsiteY2" fmla="*/ 248243 h 248243"/>
              <a:gd name="connsiteX3" fmla="*/ 1 w 250013"/>
              <a:gd name="connsiteY3" fmla="*/ 124125 h 248243"/>
              <a:gd name="connsiteX4" fmla="*/ 122355 w 250013"/>
              <a:gd name="connsiteY4" fmla="*/ 0 h 248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0013" h="248243">
                <a:moveTo>
                  <a:pt x="122355" y="0"/>
                </a:moveTo>
                <a:cubicBezTo>
                  <a:pt x="200363" y="0"/>
                  <a:pt x="250013" y="46111"/>
                  <a:pt x="250013" y="124134"/>
                </a:cubicBezTo>
                <a:cubicBezTo>
                  <a:pt x="250022" y="200379"/>
                  <a:pt x="200361" y="248234"/>
                  <a:pt x="127674" y="248243"/>
                </a:cubicBezTo>
                <a:cubicBezTo>
                  <a:pt x="47872" y="248236"/>
                  <a:pt x="-6" y="200370"/>
                  <a:pt x="1" y="124125"/>
                </a:cubicBezTo>
                <a:cubicBezTo>
                  <a:pt x="0" y="46103"/>
                  <a:pt x="47874" y="2"/>
                  <a:pt x="122355" y="0"/>
                </a:cubicBezTo>
                <a:close/>
              </a:path>
            </a:pathLst>
          </a:custGeom>
          <a:solidFill>
            <a:schemeClr val="accent2"/>
          </a:solidFill>
          <a:ln w="22225">
            <a:noFill/>
          </a:ln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r>
              <a:rPr lang="en-US"/>
              <a:t>Click icon to add SmartArt graphic</a:t>
            </a:r>
            <a:endParaRPr lang="fr-FR"/>
          </a:p>
        </p:txBody>
      </p:sp>
      <p:sp>
        <p:nvSpPr>
          <p:cNvPr id="22" name="Espace réservé du graphique SmartArt 11">
            <a:extLst>
              <a:ext uri="{FF2B5EF4-FFF2-40B4-BE49-F238E27FC236}">
                <a16:creationId xmlns:a16="http://schemas.microsoft.com/office/drawing/2014/main" id="{2835F6F0-E601-40E8-8F65-7949A8AA2AF1}"/>
              </a:ext>
            </a:extLst>
          </p:cNvPr>
          <p:cNvSpPr>
            <a:spLocks noGrp="1" noChangeAspect="1"/>
          </p:cNvSpPr>
          <p:nvPr>
            <p:ph type="dgm" sz="quarter" idx="19"/>
          </p:nvPr>
        </p:nvSpPr>
        <p:spPr>
          <a:xfrm>
            <a:off x="9190079" y="5169752"/>
            <a:ext cx="136443" cy="135473"/>
          </a:xfrm>
          <a:custGeom>
            <a:avLst/>
            <a:gdLst>
              <a:gd name="connsiteX0" fmla="*/ 122355 w 250013"/>
              <a:gd name="connsiteY0" fmla="*/ 0 h 248243"/>
              <a:gd name="connsiteX1" fmla="*/ 250013 w 250013"/>
              <a:gd name="connsiteY1" fmla="*/ 124134 h 248243"/>
              <a:gd name="connsiteX2" fmla="*/ 127674 w 250013"/>
              <a:gd name="connsiteY2" fmla="*/ 248243 h 248243"/>
              <a:gd name="connsiteX3" fmla="*/ 1 w 250013"/>
              <a:gd name="connsiteY3" fmla="*/ 124125 h 248243"/>
              <a:gd name="connsiteX4" fmla="*/ 122355 w 250013"/>
              <a:gd name="connsiteY4" fmla="*/ 0 h 248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0013" h="248243">
                <a:moveTo>
                  <a:pt x="122355" y="0"/>
                </a:moveTo>
                <a:cubicBezTo>
                  <a:pt x="200363" y="0"/>
                  <a:pt x="250013" y="46111"/>
                  <a:pt x="250013" y="124134"/>
                </a:cubicBezTo>
                <a:cubicBezTo>
                  <a:pt x="250022" y="200379"/>
                  <a:pt x="200361" y="248234"/>
                  <a:pt x="127674" y="248243"/>
                </a:cubicBezTo>
                <a:cubicBezTo>
                  <a:pt x="47872" y="248236"/>
                  <a:pt x="-6" y="200370"/>
                  <a:pt x="1" y="124125"/>
                </a:cubicBezTo>
                <a:cubicBezTo>
                  <a:pt x="0" y="46103"/>
                  <a:pt x="47874" y="2"/>
                  <a:pt x="122355" y="0"/>
                </a:cubicBezTo>
                <a:close/>
              </a:path>
            </a:pathLst>
          </a:custGeom>
          <a:solidFill>
            <a:schemeClr val="accent2"/>
          </a:solidFill>
          <a:ln w="22225">
            <a:noFill/>
          </a:ln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r>
              <a:rPr lang="en-US"/>
              <a:t>Click icon to add SmartArt graphic</a:t>
            </a:r>
            <a:endParaRPr lang="fr-FR"/>
          </a:p>
        </p:txBody>
      </p:sp>
      <p:sp>
        <p:nvSpPr>
          <p:cNvPr id="37" name="Espace réservé pour une image  36">
            <a:extLst>
              <a:ext uri="{FF2B5EF4-FFF2-40B4-BE49-F238E27FC236}">
                <a16:creationId xmlns:a16="http://schemas.microsoft.com/office/drawing/2014/main" id="{B393D89D-0FFD-4664-8FAD-EE45D64CF7A7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2" y="0"/>
            <a:ext cx="6374847" cy="6858000"/>
          </a:xfrm>
          <a:custGeom>
            <a:avLst/>
            <a:gdLst>
              <a:gd name="connsiteX0" fmla="*/ 0 w 4781135"/>
              <a:gd name="connsiteY0" fmla="*/ 0 h 5143500"/>
              <a:gd name="connsiteX1" fmla="*/ 3673235 w 4781135"/>
              <a:gd name="connsiteY1" fmla="*/ 0 h 5143500"/>
              <a:gd name="connsiteX2" fmla="*/ 3843349 w 4781135"/>
              <a:gd name="connsiteY2" fmla="*/ 145970 h 5143500"/>
              <a:gd name="connsiteX3" fmla="*/ 4781135 w 4781135"/>
              <a:gd name="connsiteY3" fmla="*/ 2622891 h 5143500"/>
              <a:gd name="connsiteX4" fmla="*/ 3861453 w 4781135"/>
              <a:gd name="connsiteY4" fmla="*/ 5081299 h 5143500"/>
              <a:gd name="connsiteX5" fmla="*/ 3792118 w 4781135"/>
              <a:gd name="connsiteY5" fmla="*/ 5143500 h 5143500"/>
              <a:gd name="connsiteX6" fmla="*/ 0 w 4781135"/>
              <a:gd name="connsiteY6" fmla="*/ 514350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781135" h="5143500">
                <a:moveTo>
                  <a:pt x="0" y="0"/>
                </a:moveTo>
                <a:lnTo>
                  <a:pt x="3673235" y="0"/>
                </a:lnTo>
                <a:lnTo>
                  <a:pt x="3843349" y="145970"/>
                </a:lnTo>
                <a:cubicBezTo>
                  <a:pt x="4444478" y="723140"/>
                  <a:pt x="4781135" y="1564827"/>
                  <a:pt x="4781135" y="2622891"/>
                </a:cubicBezTo>
                <a:cubicBezTo>
                  <a:pt x="4781257" y="3656845"/>
                  <a:pt x="4444586" y="4498301"/>
                  <a:pt x="3861453" y="5081299"/>
                </a:cubicBezTo>
                <a:lnTo>
                  <a:pt x="3792118" y="5143500"/>
                </a:lnTo>
                <a:lnTo>
                  <a:pt x="0" y="51435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  <a:endParaRPr lang="fr-FR"/>
          </a:p>
        </p:txBody>
      </p:sp>
      <p:sp>
        <p:nvSpPr>
          <p:cNvPr id="25" name="Espace réservé du texte 5">
            <a:extLst>
              <a:ext uri="{FF2B5EF4-FFF2-40B4-BE49-F238E27FC236}">
                <a16:creationId xmlns:a16="http://schemas.microsoft.com/office/drawing/2014/main" id="{CA236998-34E3-4BB4-B42A-72EE346C3C4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783430" y="1926301"/>
            <a:ext cx="4949741" cy="1658148"/>
          </a:xfrm>
        </p:spPr>
        <p:txBody>
          <a:bodyPr anchor="b">
            <a:noAutofit/>
          </a:bodyPr>
          <a:lstStyle>
            <a:lvl1pPr algn="ctr">
              <a:lnSpc>
                <a:spcPct val="96000"/>
              </a:lnSpc>
              <a:spcAft>
                <a:spcPts val="1333"/>
              </a:spcAft>
              <a:defRPr lang="fr-FR" sz="4000" b="0" i="0" kern="1200" dirty="0" err="1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algn="ctr">
              <a:lnSpc>
                <a:spcPct val="100000"/>
              </a:lnSpc>
              <a:defRPr sz="2667" b="0" i="1">
                <a:solidFill>
                  <a:schemeClr val="accent2"/>
                </a:solidFill>
                <a:latin typeface="Georgia" panose="02040502050405020303" pitchFamily="18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algn="ctr">
              <a:lnSpc>
                <a:spcPct val="100000"/>
              </a:lnSpc>
              <a:spcBef>
                <a:spcPts val="1333"/>
              </a:spcBef>
              <a:defRPr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Espace réservé du texte 5">
            <a:extLst>
              <a:ext uri="{FF2B5EF4-FFF2-40B4-BE49-F238E27FC236}">
                <a16:creationId xmlns:a16="http://schemas.microsoft.com/office/drawing/2014/main" id="{14179443-CD99-4560-A70A-CF3E60CA5C3E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783430" y="3758157"/>
            <a:ext cx="4949741" cy="537959"/>
          </a:xfrm>
        </p:spPr>
        <p:txBody>
          <a:bodyPr anchor="t">
            <a:noAutofit/>
          </a:bodyPr>
          <a:lstStyle>
            <a:lvl1pPr algn="ctr">
              <a:lnSpc>
                <a:spcPct val="96000"/>
              </a:lnSpc>
              <a:spcAft>
                <a:spcPts val="1333"/>
              </a:spcAft>
              <a:defRPr lang="en-US" sz="2667" b="0" i="1" kern="1200" dirty="0">
                <a:solidFill>
                  <a:schemeClr val="accent2"/>
                </a:solidFill>
                <a:latin typeface="Georgia" panose="02040502050405020303" pitchFamily="18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371391" indent="0" algn="ctr">
              <a:lnSpc>
                <a:spcPct val="100000"/>
              </a:lnSpc>
              <a:buFont typeface="Arial" panose="020B0604020202020204" pitchFamily="34" charset="0"/>
              <a:buNone/>
              <a:defRPr sz="2667" b="0" i="1">
                <a:solidFill>
                  <a:schemeClr val="accent2"/>
                </a:solidFill>
                <a:latin typeface="Georgia" panose="02040502050405020303" pitchFamily="18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algn="ctr">
              <a:lnSpc>
                <a:spcPct val="100000"/>
              </a:lnSpc>
              <a:spcBef>
                <a:spcPts val="1333"/>
              </a:spcBef>
              <a:defRPr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Espace réservé du texte 5">
            <a:extLst>
              <a:ext uri="{FF2B5EF4-FFF2-40B4-BE49-F238E27FC236}">
                <a16:creationId xmlns:a16="http://schemas.microsoft.com/office/drawing/2014/main" id="{633150E7-212E-42D8-857F-00B727BB0E6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783430" y="4320498"/>
            <a:ext cx="4949741" cy="770660"/>
          </a:xfrm>
        </p:spPr>
        <p:txBody>
          <a:bodyPr anchor="t">
            <a:noAutofit/>
          </a:bodyPr>
          <a:lstStyle>
            <a:lvl1pPr algn="ctr">
              <a:lnSpc>
                <a:spcPct val="96000"/>
              </a:lnSpc>
              <a:spcAft>
                <a:spcPts val="1333"/>
              </a:spcAft>
              <a:defRPr lang="en-US" sz="1600" b="0" i="0" kern="1200" dirty="0">
                <a:solidFill>
                  <a:schemeClr val="tx1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algn="l">
              <a:lnSpc>
                <a:spcPct val="100000"/>
              </a:lnSpc>
              <a:defRPr lang="en-US" sz="1600" b="0" i="0" kern="1200" noProof="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algn="ctr">
              <a:lnSpc>
                <a:spcPct val="100000"/>
              </a:lnSpc>
              <a:spcBef>
                <a:spcPts val="1333"/>
              </a:spcBef>
              <a:defRPr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16665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Title with Image (Dark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061F378-E818-498E-989A-601A8E73F31E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7886700" y="6046106"/>
            <a:ext cx="2743200" cy="366183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grpSp>
        <p:nvGrpSpPr>
          <p:cNvPr id="13" name="Graphique 7">
            <a:extLst>
              <a:ext uri="{FF2B5EF4-FFF2-40B4-BE49-F238E27FC236}">
                <a16:creationId xmlns:a16="http://schemas.microsoft.com/office/drawing/2014/main" id="{9EDD880A-DFFE-4F0B-ACE0-49E81EAC5C57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8690961" y="516248"/>
            <a:ext cx="1134681" cy="292121"/>
            <a:chOff x="4767702" y="-472136"/>
            <a:chExt cx="745525" cy="191931"/>
          </a:xfrm>
          <a:solidFill>
            <a:schemeClr val="bg1"/>
          </a:solidFill>
        </p:grpSpPr>
        <p:sp>
          <p:nvSpPr>
            <p:cNvPr id="14" name="Forme libre : forme 13">
              <a:extLst>
                <a:ext uri="{FF2B5EF4-FFF2-40B4-BE49-F238E27FC236}">
                  <a16:creationId xmlns:a16="http://schemas.microsoft.com/office/drawing/2014/main" id="{23232CF7-6A63-4E62-9BB3-AEC2E2985622}"/>
                </a:ext>
              </a:extLst>
            </p:cNvPr>
            <p:cNvSpPr/>
            <p:nvPr/>
          </p:nvSpPr>
          <p:spPr>
            <a:xfrm>
              <a:off x="4770087" y="-471716"/>
              <a:ext cx="740699" cy="191096"/>
            </a:xfrm>
            <a:custGeom>
              <a:avLst/>
              <a:gdLst>
                <a:gd name="connsiteX0" fmla="*/ 689325 w 740699"/>
                <a:gd name="connsiteY0" fmla="*/ 7347 h 191096"/>
                <a:gd name="connsiteX1" fmla="*/ 688790 w 740699"/>
                <a:gd name="connsiteY1" fmla="*/ 10847 h 191096"/>
                <a:gd name="connsiteX2" fmla="*/ 686092 w 740699"/>
                <a:gd name="connsiteY2" fmla="*/ 24840 h 191096"/>
                <a:gd name="connsiteX3" fmla="*/ 680980 w 740699"/>
                <a:gd name="connsiteY3" fmla="*/ 29953 h 191096"/>
                <a:gd name="connsiteX4" fmla="*/ 667797 w 740699"/>
                <a:gd name="connsiteY4" fmla="*/ 28608 h 191096"/>
                <a:gd name="connsiteX5" fmla="*/ 646528 w 740699"/>
                <a:gd name="connsiteY5" fmla="*/ 50946 h 191096"/>
                <a:gd name="connsiteX6" fmla="*/ 646528 w 740699"/>
                <a:gd name="connsiteY6" fmla="*/ 53911 h 191096"/>
                <a:gd name="connsiteX7" fmla="*/ 680712 w 740699"/>
                <a:gd name="connsiteY7" fmla="*/ 53911 h 191096"/>
                <a:gd name="connsiteX8" fmla="*/ 686092 w 740699"/>
                <a:gd name="connsiteY8" fmla="*/ 59559 h 191096"/>
                <a:gd name="connsiteX9" fmla="*/ 686092 w 740699"/>
                <a:gd name="connsiteY9" fmla="*/ 78130 h 191096"/>
                <a:gd name="connsiteX10" fmla="*/ 680712 w 740699"/>
                <a:gd name="connsiteY10" fmla="*/ 83518 h 191096"/>
                <a:gd name="connsiteX11" fmla="*/ 646528 w 740699"/>
                <a:gd name="connsiteY11" fmla="*/ 83518 h 191096"/>
                <a:gd name="connsiteX12" fmla="*/ 646528 w 740699"/>
                <a:gd name="connsiteY12" fmla="*/ 183097 h 191096"/>
                <a:gd name="connsiteX13" fmla="*/ 641148 w 740699"/>
                <a:gd name="connsiteY13" fmla="*/ 188485 h 191096"/>
                <a:gd name="connsiteX14" fmla="*/ 617197 w 740699"/>
                <a:gd name="connsiteY14" fmla="*/ 188485 h 191096"/>
                <a:gd name="connsiteX15" fmla="*/ 611809 w 740699"/>
                <a:gd name="connsiteY15" fmla="*/ 183097 h 191096"/>
                <a:gd name="connsiteX16" fmla="*/ 611809 w 740699"/>
                <a:gd name="connsiteY16" fmla="*/ 56602 h 191096"/>
                <a:gd name="connsiteX17" fmla="*/ 666987 w 740699"/>
                <a:gd name="connsiteY17" fmla="*/ 79 h 191096"/>
                <a:gd name="connsiteX18" fmla="*/ 683945 w 740699"/>
                <a:gd name="connsiteY18" fmla="*/ 1966 h 191096"/>
                <a:gd name="connsiteX19" fmla="*/ 689325 w 740699"/>
                <a:gd name="connsiteY19" fmla="*/ 7347 h 191096"/>
                <a:gd name="connsiteX20" fmla="*/ 741003 w 740699"/>
                <a:gd name="connsiteY20" fmla="*/ 59292 h 191096"/>
                <a:gd name="connsiteX21" fmla="*/ 741003 w 740699"/>
                <a:gd name="connsiteY21" fmla="*/ 183097 h 191096"/>
                <a:gd name="connsiteX22" fmla="*/ 735615 w 740699"/>
                <a:gd name="connsiteY22" fmla="*/ 188485 h 191096"/>
                <a:gd name="connsiteX23" fmla="*/ 711396 w 740699"/>
                <a:gd name="connsiteY23" fmla="*/ 188485 h 191096"/>
                <a:gd name="connsiteX24" fmla="*/ 706008 w 740699"/>
                <a:gd name="connsiteY24" fmla="*/ 183097 h 191096"/>
                <a:gd name="connsiteX25" fmla="*/ 706008 w 740699"/>
                <a:gd name="connsiteY25" fmla="*/ 59292 h 191096"/>
                <a:gd name="connsiteX26" fmla="*/ 711396 w 740699"/>
                <a:gd name="connsiteY26" fmla="*/ 53911 h 191096"/>
                <a:gd name="connsiteX27" fmla="*/ 735615 w 740699"/>
                <a:gd name="connsiteY27" fmla="*/ 53911 h 191096"/>
                <a:gd name="connsiteX28" fmla="*/ 741003 w 740699"/>
                <a:gd name="connsiteY28" fmla="*/ 59292 h 191096"/>
                <a:gd name="connsiteX29" fmla="*/ 518954 w 740699"/>
                <a:gd name="connsiteY29" fmla="*/ 158879 h 191096"/>
                <a:gd name="connsiteX30" fmla="*/ 485847 w 740699"/>
                <a:gd name="connsiteY30" fmla="*/ 121195 h 191096"/>
                <a:gd name="connsiteX31" fmla="*/ 517074 w 740699"/>
                <a:gd name="connsiteY31" fmla="*/ 83518 h 191096"/>
                <a:gd name="connsiteX32" fmla="*/ 550173 w 740699"/>
                <a:gd name="connsiteY32" fmla="*/ 121195 h 191096"/>
                <a:gd name="connsiteX33" fmla="*/ 518954 w 740699"/>
                <a:gd name="connsiteY33" fmla="*/ 158879 h 191096"/>
                <a:gd name="connsiteX34" fmla="*/ 517074 w 740699"/>
                <a:gd name="connsiteY34" fmla="*/ 51221 h 191096"/>
                <a:gd name="connsiteX35" fmla="*/ 450317 w 740699"/>
                <a:gd name="connsiteY35" fmla="*/ 121195 h 191096"/>
                <a:gd name="connsiteX36" fmla="*/ 518954 w 740699"/>
                <a:gd name="connsiteY36" fmla="*/ 191176 h 191096"/>
                <a:gd name="connsiteX37" fmla="*/ 585702 w 740699"/>
                <a:gd name="connsiteY37" fmla="*/ 121195 h 191096"/>
                <a:gd name="connsiteX38" fmla="*/ 517074 w 740699"/>
                <a:gd name="connsiteY38" fmla="*/ 51221 h 191096"/>
                <a:gd name="connsiteX39" fmla="*/ 424486 w 740699"/>
                <a:gd name="connsiteY39" fmla="*/ 101813 h 191096"/>
                <a:gd name="connsiteX40" fmla="*/ 424486 w 740699"/>
                <a:gd name="connsiteY40" fmla="*/ 183097 h 191096"/>
                <a:gd name="connsiteX41" fmla="*/ 419098 w 740699"/>
                <a:gd name="connsiteY41" fmla="*/ 188485 h 191096"/>
                <a:gd name="connsiteX42" fmla="*/ 394880 w 740699"/>
                <a:gd name="connsiteY42" fmla="*/ 188485 h 191096"/>
                <a:gd name="connsiteX43" fmla="*/ 389492 w 740699"/>
                <a:gd name="connsiteY43" fmla="*/ 183097 h 191096"/>
                <a:gd name="connsiteX44" fmla="*/ 389492 w 740699"/>
                <a:gd name="connsiteY44" fmla="*/ 106391 h 191096"/>
                <a:gd name="connsiteX45" fmla="*/ 363385 w 740699"/>
                <a:gd name="connsiteY45" fmla="*/ 83518 h 191096"/>
                <a:gd name="connsiteX46" fmla="*/ 343469 w 740699"/>
                <a:gd name="connsiteY46" fmla="*/ 85665 h 191096"/>
                <a:gd name="connsiteX47" fmla="*/ 337012 w 740699"/>
                <a:gd name="connsiteY47" fmla="*/ 92666 h 191096"/>
                <a:gd name="connsiteX48" fmla="*/ 337012 w 740699"/>
                <a:gd name="connsiteY48" fmla="*/ 183097 h 191096"/>
                <a:gd name="connsiteX49" fmla="*/ 331624 w 740699"/>
                <a:gd name="connsiteY49" fmla="*/ 188485 h 191096"/>
                <a:gd name="connsiteX50" fmla="*/ 307405 w 740699"/>
                <a:gd name="connsiteY50" fmla="*/ 188485 h 191096"/>
                <a:gd name="connsiteX51" fmla="*/ 302017 w 740699"/>
                <a:gd name="connsiteY51" fmla="*/ 183097 h 191096"/>
                <a:gd name="connsiteX52" fmla="*/ 302017 w 740699"/>
                <a:gd name="connsiteY52" fmla="*/ 71672 h 191096"/>
                <a:gd name="connsiteX53" fmla="*/ 308750 w 740699"/>
                <a:gd name="connsiteY53" fmla="*/ 60904 h 191096"/>
                <a:gd name="connsiteX54" fmla="*/ 362850 w 740699"/>
                <a:gd name="connsiteY54" fmla="*/ 51221 h 191096"/>
                <a:gd name="connsiteX55" fmla="*/ 424486 w 740699"/>
                <a:gd name="connsiteY55" fmla="*/ 101813 h 191096"/>
                <a:gd name="connsiteX56" fmla="*/ 122497 w 740699"/>
                <a:gd name="connsiteY56" fmla="*/ 167759 h 191096"/>
                <a:gd name="connsiteX57" fmla="*/ 120342 w 740699"/>
                <a:gd name="connsiteY57" fmla="*/ 183097 h 191096"/>
                <a:gd name="connsiteX58" fmla="*/ 113350 w 740699"/>
                <a:gd name="connsiteY58" fmla="*/ 188485 h 191096"/>
                <a:gd name="connsiteX59" fmla="*/ 89123 w 740699"/>
                <a:gd name="connsiteY59" fmla="*/ 188485 h 191096"/>
                <a:gd name="connsiteX60" fmla="*/ 85088 w 740699"/>
                <a:gd name="connsiteY60" fmla="*/ 184718 h 191096"/>
                <a:gd name="connsiteX61" fmla="*/ 85356 w 740699"/>
                <a:gd name="connsiteY61" fmla="*/ 183097 h 191096"/>
                <a:gd name="connsiteX62" fmla="*/ 86968 w 740699"/>
                <a:gd name="connsiteY62" fmla="*/ 173140 h 191096"/>
                <a:gd name="connsiteX63" fmla="*/ 303 w 740699"/>
                <a:gd name="connsiteY63" fmla="*/ 98589 h 191096"/>
                <a:gd name="connsiteX64" fmla="*/ 59517 w 740699"/>
                <a:gd name="connsiteY64" fmla="*/ 50144 h 191096"/>
                <a:gd name="connsiteX65" fmla="*/ 115230 w 740699"/>
                <a:gd name="connsiteY65" fmla="*/ 64404 h 191096"/>
                <a:gd name="connsiteX66" fmla="*/ 118462 w 740699"/>
                <a:gd name="connsiteY66" fmla="*/ 69792 h 191096"/>
                <a:gd name="connsiteX67" fmla="*/ 117385 w 740699"/>
                <a:gd name="connsiteY67" fmla="*/ 74362 h 191096"/>
                <a:gd name="connsiteX68" fmla="*/ 109039 w 740699"/>
                <a:gd name="connsiteY68" fmla="*/ 92131 h 191096"/>
                <a:gd name="connsiteX69" fmla="*/ 103116 w 740699"/>
                <a:gd name="connsiteY69" fmla="*/ 95899 h 191096"/>
                <a:gd name="connsiteX70" fmla="*/ 99081 w 740699"/>
                <a:gd name="connsiteY70" fmla="*/ 94821 h 191096"/>
                <a:gd name="connsiteX71" fmla="*/ 58439 w 740699"/>
                <a:gd name="connsiteY71" fmla="*/ 82708 h 191096"/>
                <a:gd name="connsiteX72" fmla="*/ 35833 w 740699"/>
                <a:gd name="connsiteY72" fmla="*/ 96166 h 191096"/>
                <a:gd name="connsiteX73" fmla="*/ 122497 w 740699"/>
                <a:gd name="connsiteY73" fmla="*/ 167759 h 191096"/>
                <a:gd name="connsiteX74" fmla="*/ 234191 w 740699"/>
                <a:gd name="connsiteY74" fmla="*/ 149189 h 191096"/>
                <a:gd name="connsiteX75" fmla="*/ 227466 w 740699"/>
                <a:gd name="connsiteY75" fmla="*/ 156456 h 191096"/>
                <a:gd name="connsiteX76" fmla="*/ 209162 w 740699"/>
                <a:gd name="connsiteY76" fmla="*/ 158879 h 191096"/>
                <a:gd name="connsiteX77" fmla="*/ 175788 w 740699"/>
                <a:gd name="connsiteY77" fmla="*/ 121195 h 191096"/>
                <a:gd name="connsiteX78" fmla="*/ 209162 w 740699"/>
                <a:gd name="connsiteY78" fmla="*/ 83518 h 191096"/>
                <a:gd name="connsiteX79" fmla="*/ 227466 w 740699"/>
                <a:gd name="connsiteY79" fmla="*/ 85941 h 191096"/>
                <a:gd name="connsiteX80" fmla="*/ 234191 w 740699"/>
                <a:gd name="connsiteY80" fmla="*/ 93201 h 191096"/>
                <a:gd name="connsiteX81" fmla="*/ 234191 w 740699"/>
                <a:gd name="connsiteY81" fmla="*/ 149189 h 191096"/>
                <a:gd name="connsiteX82" fmla="*/ 262452 w 740699"/>
                <a:gd name="connsiteY82" fmla="*/ 61179 h 191096"/>
                <a:gd name="connsiteX83" fmla="*/ 209430 w 740699"/>
                <a:gd name="connsiteY83" fmla="*/ 51221 h 191096"/>
                <a:gd name="connsiteX84" fmla="*/ 140258 w 740699"/>
                <a:gd name="connsiteY84" fmla="*/ 121195 h 191096"/>
                <a:gd name="connsiteX85" fmla="*/ 208895 w 740699"/>
                <a:gd name="connsiteY85" fmla="*/ 191176 h 191096"/>
                <a:gd name="connsiteX86" fmla="*/ 262452 w 740699"/>
                <a:gd name="connsiteY86" fmla="*/ 180407 h 191096"/>
                <a:gd name="connsiteX87" fmla="*/ 269185 w 740699"/>
                <a:gd name="connsiteY87" fmla="*/ 169639 h 191096"/>
                <a:gd name="connsiteX88" fmla="*/ 269185 w 740699"/>
                <a:gd name="connsiteY88" fmla="*/ 71940 h 191096"/>
                <a:gd name="connsiteX89" fmla="*/ 262452 w 740699"/>
                <a:gd name="connsiteY89" fmla="*/ 61179 h 191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740699" h="191096">
                  <a:moveTo>
                    <a:pt x="689325" y="7347"/>
                  </a:moveTo>
                  <a:cubicBezTo>
                    <a:pt x="689325" y="8511"/>
                    <a:pt x="689026" y="9604"/>
                    <a:pt x="688790" y="10847"/>
                  </a:cubicBezTo>
                  <a:lnTo>
                    <a:pt x="686092" y="24840"/>
                  </a:lnTo>
                  <a:cubicBezTo>
                    <a:pt x="685558" y="28073"/>
                    <a:pt x="684213" y="29953"/>
                    <a:pt x="680980" y="29953"/>
                  </a:cubicBezTo>
                  <a:cubicBezTo>
                    <a:pt x="678974" y="29953"/>
                    <a:pt x="673177" y="28608"/>
                    <a:pt x="667797" y="28608"/>
                  </a:cubicBezTo>
                  <a:cubicBezTo>
                    <a:pt x="652993" y="28608"/>
                    <a:pt x="646528" y="36143"/>
                    <a:pt x="646528" y="50946"/>
                  </a:cubicBezTo>
                  <a:lnTo>
                    <a:pt x="646528" y="53911"/>
                  </a:lnTo>
                  <a:lnTo>
                    <a:pt x="680712" y="53911"/>
                  </a:lnTo>
                  <a:cubicBezTo>
                    <a:pt x="684213" y="53911"/>
                    <a:pt x="686092" y="56059"/>
                    <a:pt x="686092" y="59559"/>
                  </a:cubicBezTo>
                  <a:lnTo>
                    <a:pt x="686092" y="78130"/>
                  </a:lnTo>
                  <a:cubicBezTo>
                    <a:pt x="686092" y="81363"/>
                    <a:pt x="684213" y="83518"/>
                    <a:pt x="680712" y="83518"/>
                  </a:cubicBezTo>
                  <a:lnTo>
                    <a:pt x="646528" y="83518"/>
                  </a:lnTo>
                  <a:lnTo>
                    <a:pt x="646528" y="183097"/>
                  </a:lnTo>
                  <a:cubicBezTo>
                    <a:pt x="646528" y="186330"/>
                    <a:pt x="644380" y="188485"/>
                    <a:pt x="641148" y="188485"/>
                  </a:cubicBezTo>
                  <a:lnTo>
                    <a:pt x="617197" y="188485"/>
                  </a:lnTo>
                  <a:cubicBezTo>
                    <a:pt x="613964" y="188485"/>
                    <a:pt x="611809" y="186330"/>
                    <a:pt x="611809" y="183097"/>
                  </a:cubicBezTo>
                  <a:lnTo>
                    <a:pt x="611809" y="56602"/>
                  </a:lnTo>
                  <a:cubicBezTo>
                    <a:pt x="611809" y="17839"/>
                    <a:pt x="633612" y="79"/>
                    <a:pt x="666987" y="79"/>
                  </a:cubicBezTo>
                  <a:cubicBezTo>
                    <a:pt x="672729" y="79"/>
                    <a:pt x="678557" y="621"/>
                    <a:pt x="683945" y="1966"/>
                  </a:cubicBezTo>
                  <a:cubicBezTo>
                    <a:pt x="687713" y="2769"/>
                    <a:pt x="689325" y="4358"/>
                    <a:pt x="689325" y="7347"/>
                  </a:cubicBezTo>
                  <a:moveTo>
                    <a:pt x="741003" y="59292"/>
                  </a:moveTo>
                  <a:lnTo>
                    <a:pt x="741003" y="183097"/>
                  </a:lnTo>
                  <a:cubicBezTo>
                    <a:pt x="741003" y="186330"/>
                    <a:pt x="738848" y="188485"/>
                    <a:pt x="735615" y="188485"/>
                  </a:cubicBezTo>
                  <a:lnTo>
                    <a:pt x="711396" y="188485"/>
                  </a:lnTo>
                  <a:cubicBezTo>
                    <a:pt x="708164" y="188485"/>
                    <a:pt x="706008" y="186330"/>
                    <a:pt x="706008" y="183097"/>
                  </a:cubicBezTo>
                  <a:lnTo>
                    <a:pt x="706008" y="59292"/>
                  </a:lnTo>
                  <a:cubicBezTo>
                    <a:pt x="706008" y="56059"/>
                    <a:pt x="708164" y="53911"/>
                    <a:pt x="711396" y="53911"/>
                  </a:cubicBezTo>
                  <a:lnTo>
                    <a:pt x="735615" y="53911"/>
                  </a:lnTo>
                  <a:cubicBezTo>
                    <a:pt x="738848" y="53911"/>
                    <a:pt x="741003" y="56059"/>
                    <a:pt x="741003" y="59292"/>
                  </a:cubicBezTo>
                  <a:moveTo>
                    <a:pt x="518954" y="158879"/>
                  </a:moveTo>
                  <a:cubicBezTo>
                    <a:pt x="499038" y="158879"/>
                    <a:pt x="485847" y="145956"/>
                    <a:pt x="485847" y="121195"/>
                  </a:cubicBezTo>
                  <a:cubicBezTo>
                    <a:pt x="485847" y="96433"/>
                    <a:pt x="499038" y="83518"/>
                    <a:pt x="517074" y="83518"/>
                  </a:cubicBezTo>
                  <a:cubicBezTo>
                    <a:pt x="536990" y="83518"/>
                    <a:pt x="550173" y="96433"/>
                    <a:pt x="550173" y="121195"/>
                  </a:cubicBezTo>
                  <a:cubicBezTo>
                    <a:pt x="550173" y="145956"/>
                    <a:pt x="536990" y="158879"/>
                    <a:pt x="518954" y="158879"/>
                  </a:cubicBezTo>
                  <a:moveTo>
                    <a:pt x="517074" y="51221"/>
                  </a:moveTo>
                  <a:cubicBezTo>
                    <a:pt x="476699" y="51221"/>
                    <a:pt x="450317" y="80553"/>
                    <a:pt x="450317" y="121195"/>
                  </a:cubicBezTo>
                  <a:cubicBezTo>
                    <a:pt x="450317" y="161837"/>
                    <a:pt x="476699" y="191176"/>
                    <a:pt x="518954" y="191176"/>
                  </a:cubicBezTo>
                  <a:cubicBezTo>
                    <a:pt x="559328" y="191176"/>
                    <a:pt x="585702" y="161837"/>
                    <a:pt x="585702" y="121195"/>
                  </a:cubicBezTo>
                  <a:cubicBezTo>
                    <a:pt x="585702" y="80553"/>
                    <a:pt x="559328" y="51221"/>
                    <a:pt x="517074" y="51221"/>
                  </a:cubicBezTo>
                  <a:moveTo>
                    <a:pt x="424486" y="101813"/>
                  </a:moveTo>
                  <a:lnTo>
                    <a:pt x="424486" y="183097"/>
                  </a:lnTo>
                  <a:cubicBezTo>
                    <a:pt x="424486" y="186330"/>
                    <a:pt x="422331" y="188485"/>
                    <a:pt x="419098" y="188485"/>
                  </a:cubicBezTo>
                  <a:lnTo>
                    <a:pt x="394880" y="188485"/>
                  </a:lnTo>
                  <a:cubicBezTo>
                    <a:pt x="391647" y="188485"/>
                    <a:pt x="389492" y="186330"/>
                    <a:pt x="389492" y="183097"/>
                  </a:cubicBezTo>
                  <a:lnTo>
                    <a:pt x="389492" y="106391"/>
                  </a:lnTo>
                  <a:cubicBezTo>
                    <a:pt x="389492" y="90243"/>
                    <a:pt x="377921" y="83518"/>
                    <a:pt x="363385" y="83518"/>
                  </a:cubicBezTo>
                  <a:cubicBezTo>
                    <a:pt x="355040" y="83518"/>
                    <a:pt x="350470" y="84053"/>
                    <a:pt x="343469" y="85665"/>
                  </a:cubicBezTo>
                  <a:cubicBezTo>
                    <a:pt x="339159" y="86743"/>
                    <a:pt x="337012" y="88631"/>
                    <a:pt x="337012" y="92666"/>
                  </a:cubicBezTo>
                  <a:lnTo>
                    <a:pt x="337012" y="183097"/>
                  </a:lnTo>
                  <a:cubicBezTo>
                    <a:pt x="337012" y="186330"/>
                    <a:pt x="334856" y="188485"/>
                    <a:pt x="331624" y="188485"/>
                  </a:cubicBezTo>
                  <a:lnTo>
                    <a:pt x="307405" y="188485"/>
                  </a:lnTo>
                  <a:cubicBezTo>
                    <a:pt x="304172" y="188485"/>
                    <a:pt x="302017" y="186330"/>
                    <a:pt x="302017" y="183097"/>
                  </a:cubicBezTo>
                  <a:lnTo>
                    <a:pt x="302017" y="71672"/>
                  </a:lnTo>
                  <a:cubicBezTo>
                    <a:pt x="302017" y="65482"/>
                    <a:pt x="304982" y="62249"/>
                    <a:pt x="308750" y="60904"/>
                  </a:cubicBezTo>
                  <a:cubicBezTo>
                    <a:pt x="328399" y="53911"/>
                    <a:pt x="346970" y="51221"/>
                    <a:pt x="362850" y="51221"/>
                  </a:cubicBezTo>
                  <a:cubicBezTo>
                    <a:pt x="404295" y="51221"/>
                    <a:pt x="424486" y="68982"/>
                    <a:pt x="424486" y="101813"/>
                  </a:cubicBezTo>
                  <a:moveTo>
                    <a:pt x="122497" y="167759"/>
                  </a:moveTo>
                  <a:cubicBezTo>
                    <a:pt x="122497" y="172337"/>
                    <a:pt x="121963" y="178528"/>
                    <a:pt x="120342" y="183097"/>
                  </a:cubicBezTo>
                  <a:cubicBezTo>
                    <a:pt x="118997" y="187140"/>
                    <a:pt x="117385" y="188485"/>
                    <a:pt x="113350" y="188485"/>
                  </a:cubicBezTo>
                  <a:lnTo>
                    <a:pt x="89123" y="188485"/>
                  </a:lnTo>
                  <a:cubicBezTo>
                    <a:pt x="86433" y="188485"/>
                    <a:pt x="85088" y="186865"/>
                    <a:pt x="85088" y="184718"/>
                  </a:cubicBezTo>
                  <a:cubicBezTo>
                    <a:pt x="85088" y="184175"/>
                    <a:pt x="85088" y="183640"/>
                    <a:pt x="85356" y="183097"/>
                  </a:cubicBezTo>
                  <a:cubicBezTo>
                    <a:pt x="86433" y="179597"/>
                    <a:pt x="86968" y="177175"/>
                    <a:pt x="86968" y="173140"/>
                  </a:cubicBezTo>
                  <a:cubicBezTo>
                    <a:pt x="86968" y="133559"/>
                    <a:pt x="303" y="155646"/>
                    <a:pt x="303" y="98589"/>
                  </a:cubicBezTo>
                  <a:cubicBezTo>
                    <a:pt x="303" y="69517"/>
                    <a:pt x="23452" y="50144"/>
                    <a:pt x="59517" y="50144"/>
                  </a:cubicBezTo>
                  <a:cubicBezTo>
                    <a:pt x="78623" y="50144"/>
                    <a:pt x="98546" y="54714"/>
                    <a:pt x="115230" y="64404"/>
                  </a:cubicBezTo>
                  <a:cubicBezTo>
                    <a:pt x="117393" y="65490"/>
                    <a:pt x="118462" y="67637"/>
                    <a:pt x="118462" y="69792"/>
                  </a:cubicBezTo>
                  <a:cubicBezTo>
                    <a:pt x="118462" y="71137"/>
                    <a:pt x="118164" y="72710"/>
                    <a:pt x="117385" y="74362"/>
                  </a:cubicBezTo>
                  <a:lnTo>
                    <a:pt x="109039" y="92131"/>
                  </a:lnTo>
                  <a:cubicBezTo>
                    <a:pt x="107962" y="94553"/>
                    <a:pt x="105539" y="95899"/>
                    <a:pt x="103116" y="95899"/>
                  </a:cubicBezTo>
                  <a:cubicBezTo>
                    <a:pt x="101771" y="95899"/>
                    <a:pt x="100426" y="95623"/>
                    <a:pt x="99081" y="94821"/>
                  </a:cubicBezTo>
                  <a:cubicBezTo>
                    <a:pt x="85356" y="87286"/>
                    <a:pt x="72165" y="82708"/>
                    <a:pt x="58439" y="82708"/>
                  </a:cubicBezTo>
                  <a:cubicBezTo>
                    <a:pt x="44179" y="82708"/>
                    <a:pt x="35833" y="87923"/>
                    <a:pt x="35833" y="96166"/>
                  </a:cubicBezTo>
                  <a:cubicBezTo>
                    <a:pt x="35833" y="121368"/>
                    <a:pt x="122497" y="106659"/>
                    <a:pt x="122497" y="167759"/>
                  </a:cubicBezTo>
                  <a:moveTo>
                    <a:pt x="234191" y="149189"/>
                  </a:moveTo>
                  <a:cubicBezTo>
                    <a:pt x="234191" y="153224"/>
                    <a:pt x="232043" y="155111"/>
                    <a:pt x="227466" y="156456"/>
                  </a:cubicBezTo>
                  <a:cubicBezTo>
                    <a:pt x="221543" y="158069"/>
                    <a:pt x="216430" y="158879"/>
                    <a:pt x="209162" y="158879"/>
                  </a:cubicBezTo>
                  <a:cubicBezTo>
                    <a:pt x="191936" y="158879"/>
                    <a:pt x="175788" y="148646"/>
                    <a:pt x="175788" y="121195"/>
                  </a:cubicBezTo>
                  <a:cubicBezTo>
                    <a:pt x="175788" y="93743"/>
                    <a:pt x="191936" y="83518"/>
                    <a:pt x="209162" y="83518"/>
                  </a:cubicBezTo>
                  <a:cubicBezTo>
                    <a:pt x="216430" y="83518"/>
                    <a:pt x="221543" y="84320"/>
                    <a:pt x="227466" y="85941"/>
                  </a:cubicBezTo>
                  <a:cubicBezTo>
                    <a:pt x="232043" y="87286"/>
                    <a:pt x="234191" y="89165"/>
                    <a:pt x="234191" y="93201"/>
                  </a:cubicBezTo>
                  <a:lnTo>
                    <a:pt x="234191" y="149189"/>
                  </a:lnTo>
                  <a:close/>
                  <a:moveTo>
                    <a:pt x="262452" y="61179"/>
                  </a:moveTo>
                  <a:cubicBezTo>
                    <a:pt x="244692" y="54446"/>
                    <a:pt x="228000" y="51221"/>
                    <a:pt x="209430" y="51221"/>
                  </a:cubicBezTo>
                  <a:cubicBezTo>
                    <a:pt x="168795" y="51221"/>
                    <a:pt x="140258" y="78405"/>
                    <a:pt x="140258" y="121195"/>
                  </a:cubicBezTo>
                  <a:cubicBezTo>
                    <a:pt x="140258" y="164527"/>
                    <a:pt x="165020" y="191176"/>
                    <a:pt x="208895" y="191176"/>
                  </a:cubicBezTo>
                  <a:cubicBezTo>
                    <a:pt x="226655" y="191176"/>
                    <a:pt x="243881" y="188210"/>
                    <a:pt x="262452" y="180407"/>
                  </a:cubicBezTo>
                  <a:cubicBezTo>
                    <a:pt x="266763" y="178528"/>
                    <a:pt x="269185" y="175562"/>
                    <a:pt x="269185" y="169639"/>
                  </a:cubicBezTo>
                  <a:lnTo>
                    <a:pt x="269185" y="71940"/>
                  </a:lnTo>
                  <a:cubicBezTo>
                    <a:pt x="269185" y="65749"/>
                    <a:pt x="266763" y="62792"/>
                    <a:pt x="262452" y="61179"/>
                  </a:cubicBezTo>
                </a:path>
              </a:pathLst>
            </a:custGeom>
            <a:grpFill/>
            <a:ln w="78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US" sz="2400" noProof="0"/>
            </a:p>
          </p:txBody>
        </p:sp>
        <p:sp>
          <p:nvSpPr>
            <p:cNvPr id="15" name="Forme libre : forme 14">
              <a:extLst>
                <a:ext uri="{FF2B5EF4-FFF2-40B4-BE49-F238E27FC236}">
                  <a16:creationId xmlns:a16="http://schemas.microsoft.com/office/drawing/2014/main" id="{57EF7850-35A6-4B4B-BC7E-9FC7583FB3C6}"/>
                </a:ext>
              </a:extLst>
            </p:cNvPr>
            <p:cNvSpPr/>
            <p:nvPr/>
          </p:nvSpPr>
          <p:spPr>
            <a:xfrm rot="-73896" flipV="1">
              <a:off x="5474877" y="-471733"/>
              <a:ext cx="37949" cy="37711"/>
            </a:xfrm>
            <a:custGeom>
              <a:avLst/>
              <a:gdLst>
                <a:gd name="connsiteX0" fmla="*/ 19483 w 37949"/>
                <a:gd name="connsiteY0" fmla="*/ 17 h 37711"/>
                <a:gd name="connsiteX1" fmla="*/ 38456 w 37949"/>
                <a:gd name="connsiteY1" fmla="*/ 18454 h 37711"/>
                <a:gd name="connsiteX2" fmla="*/ 19491 w 37949"/>
                <a:gd name="connsiteY2" fmla="*/ 37717 h 37711"/>
                <a:gd name="connsiteX3" fmla="*/ 519 w 37949"/>
                <a:gd name="connsiteY3" fmla="*/ 19272 h 37711"/>
                <a:gd name="connsiteX4" fmla="*/ 19483 w 37949"/>
                <a:gd name="connsiteY4" fmla="*/ 17 h 37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49" h="37711">
                  <a:moveTo>
                    <a:pt x="19483" y="17"/>
                  </a:moveTo>
                  <a:cubicBezTo>
                    <a:pt x="30519" y="-219"/>
                    <a:pt x="38212" y="6883"/>
                    <a:pt x="38456" y="18454"/>
                  </a:cubicBezTo>
                  <a:cubicBezTo>
                    <a:pt x="38715" y="30300"/>
                    <a:pt x="31329" y="37457"/>
                    <a:pt x="19491" y="37717"/>
                  </a:cubicBezTo>
                  <a:cubicBezTo>
                    <a:pt x="8188" y="37953"/>
                    <a:pt x="771" y="31118"/>
                    <a:pt x="519" y="19272"/>
                  </a:cubicBezTo>
                  <a:cubicBezTo>
                    <a:pt x="267" y="7701"/>
                    <a:pt x="7378" y="284"/>
                    <a:pt x="19483" y="17"/>
                  </a:cubicBezTo>
                </a:path>
              </a:pathLst>
            </a:custGeom>
            <a:grpFill/>
            <a:ln w="78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US" sz="2400" noProof="0">
                <a:solidFill>
                  <a:schemeClr val="accent2"/>
                </a:solidFill>
              </a:endParaRPr>
            </a:p>
          </p:txBody>
        </p:sp>
        <p:sp>
          <p:nvSpPr>
            <p:cNvPr id="18" name="Forme libre : forme 17">
              <a:extLst>
                <a:ext uri="{FF2B5EF4-FFF2-40B4-BE49-F238E27FC236}">
                  <a16:creationId xmlns:a16="http://schemas.microsoft.com/office/drawing/2014/main" id="{2E436654-D7D3-4BBB-9470-2F10DA8514EE}"/>
                </a:ext>
              </a:extLst>
            </p:cNvPr>
            <p:cNvSpPr/>
            <p:nvPr/>
          </p:nvSpPr>
          <p:spPr>
            <a:xfrm rot="10725025" flipV="1">
              <a:off x="4768103" y="-317778"/>
              <a:ext cx="37406" cy="37169"/>
            </a:xfrm>
            <a:custGeom>
              <a:avLst/>
              <a:gdLst>
                <a:gd name="connsiteX0" fmla="*/ 18717 w 37406"/>
                <a:gd name="connsiteY0" fmla="*/ 130 h 37169"/>
                <a:gd name="connsiteX1" fmla="*/ 37414 w 37406"/>
                <a:gd name="connsiteY1" fmla="*/ 18300 h 37169"/>
                <a:gd name="connsiteX2" fmla="*/ 18717 w 37406"/>
                <a:gd name="connsiteY2" fmla="*/ 37288 h 37169"/>
                <a:gd name="connsiteX3" fmla="*/ 20 w 37406"/>
                <a:gd name="connsiteY3" fmla="*/ 19118 h 37169"/>
                <a:gd name="connsiteX4" fmla="*/ 18717 w 37406"/>
                <a:gd name="connsiteY4" fmla="*/ 130 h 37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406" h="37169">
                  <a:moveTo>
                    <a:pt x="18717" y="130"/>
                  </a:moveTo>
                  <a:cubicBezTo>
                    <a:pt x="29745" y="-106"/>
                    <a:pt x="37162" y="6729"/>
                    <a:pt x="37414" y="18300"/>
                  </a:cubicBezTo>
                  <a:cubicBezTo>
                    <a:pt x="37665" y="29603"/>
                    <a:pt x="30555" y="37028"/>
                    <a:pt x="18717" y="37288"/>
                  </a:cubicBezTo>
                  <a:cubicBezTo>
                    <a:pt x="7681" y="37524"/>
                    <a:pt x="264" y="30421"/>
                    <a:pt x="20" y="19118"/>
                  </a:cubicBezTo>
                  <a:cubicBezTo>
                    <a:pt x="-240" y="7547"/>
                    <a:pt x="6871" y="390"/>
                    <a:pt x="18717" y="130"/>
                  </a:cubicBezTo>
                </a:path>
              </a:pathLst>
            </a:custGeom>
            <a:grpFill/>
            <a:ln w="78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US" sz="2400" noProof="0"/>
            </a:p>
          </p:txBody>
        </p:sp>
      </p:grpSp>
      <p:sp>
        <p:nvSpPr>
          <p:cNvPr id="37" name="Espace réservé pour une image  36">
            <a:extLst>
              <a:ext uri="{FF2B5EF4-FFF2-40B4-BE49-F238E27FC236}">
                <a16:creationId xmlns:a16="http://schemas.microsoft.com/office/drawing/2014/main" id="{B393D89D-0FFD-4664-8FAD-EE45D64CF7A7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2" y="0"/>
            <a:ext cx="6374847" cy="6858000"/>
          </a:xfrm>
          <a:custGeom>
            <a:avLst/>
            <a:gdLst>
              <a:gd name="connsiteX0" fmla="*/ 0 w 4781135"/>
              <a:gd name="connsiteY0" fmla="*/ 0 h 5143500"/>
              <a:gd name="connsiteX1" fmla="*/ 3673235 w 4781135"/>
              <a:gd name="connsiteY1" fmla="*/ 0 h 5143500"/>
              <a:gd name="connsiteX2" fmla="*/ 3843349 w 4781135"/>
              <a:gd name="connsiteY2" fmla="*/ 145970 h 5143500"/>
              <a:gd name="connsiteX3" fmla="*/ 4781135 w 4781135"/>
              <a:gd name="connsiteY3" fmla="*/ 2622891 h 5143500"/>
              <a:gd name="connsiteX4" fmla="*/ 3861453 w 4781135"/>
              <a:gd name="connsiteY4" fmla="*/ 5081299 h 5143500"/>
              <a:gd name="connsiteX5" fmla="*/ 3792118 w 4781135"/>
              <a:gd name="connsiteY5" fmla="*/ 5143500 h 5143500"/>
              <a:gd name="connsiteX6" fmla="*/ 0 w 4781135"/>
              <a:gd name="connsiteY6" fmla="*/ 514350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781135" h="5143500">
                <a:moveTo>
                  <a:pt x="0" y="0"/>
                </a:moveTo>
                <a:lnTo>
                  <a:pt x="3673235" y="0"/>
                </a:lnTo>
                <a:lnTo>
                  <a:pt x="3843349" y="145970"/>
                </a:lnTo>
                <a:cubicBezTo>
                  <a:pt x="4444478" y="723140"/>
                  <a:pt x="4781135" y="1564827"/>
                  <a:pt x="4781135" y="2622891"/>
                </a:cubicBezTo>
                <a:cubicBezTo>
                  <a:pt x="4781257" y="3656845"/>
                  <a:pt x="4444586" y="4498301"/>
                  <a:pt x="3861453" y="5081299"/>
                </a:cubicBezTo>
                <a:lnTo>
                  <a:pt x="3792118" y="5143500"/>
                </a:lnTo>
                <a:lnTo>
                  <a:pt x="0" y="51435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1" name="Espace réservé du graphique SmartArt 11">
            <a:extLst>
              <a:ext uri="{FF2B5EF4-FFF2-40B4-BE49-F238E27FC236}">
                <a16:creationId xmlns:a16="http://schemas.microsoft.com/office/drawing/2014/main" id="{540F3744-EAB0-48D1-B7AE-720C8628C071}"/>
              </a:ext>
            </a:extLst>
          </p:cNvPr>
          <p:cNvSpPr>
            <a:spLocks noGrp="1" noChangeAspect="1"/>
          </p:cNvSpPr>
          <p:nvPr>
            <p:ph type="dgm" sz="quarter" idx="14"/>
          </p:nvPr>
        </p:nvSpPr>
        <p:spPr>
          <a:xfrm>
            <a:off x="9190079" y="1763753"/>
            <a:ext cx="136443" cy="135473"/>
          </a:xfrm>
          <a:custGeom>
            <a:avLst/>
            <a:gdLst>
              <a:gd name="connsiteX0" fmla="*/ 122355 w 250013"/>
              <a:gd name="connsiteY0" fmla="*/ 0 h 248243"/>
              <a:gd name="connsiteX1" fmla="*/ 250013 w 250013"/>
              <a:gd name="connsiteY1" fmla="*/ 124134 h 248243"/>
              <a:gd name="connsiteX2" fmla="*/ 127674 w 250013"/>
              <a:gd name="connsiteY2" fmla="*/ 248243 h 248243"/>
              <a:gd name="connsiteX3" fmla="*/ 1 w 250013"/>
              <a:gd name="connsiteY3" fmla="*/ 124125 h 248243"/>
              <a:gd name="connsiteX4" fmla="*/ 122355 w 250013"/>
              <a:gd name="connsiteY4" fmla="*/ 0 h 248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0013" h="248243">
                <a:moveTo>
                  <a:pt x="122355" y="0"/>
                </a:moveTo>
                <a:cubicBezTo>
                  <a:pt x="200363" y="0"/>
                  <a:pt x="250013" y="46111"/>
                  <a:pt x="250013" y="124134"/>
                </a:cubicBezTo>
                <a:cubicBezTo>
                  <a:pt x="250022" y="200379"/>
                  <a:pt x="200361" y="248234"/>
                  <a:pt x="127674" y="248243"/>
                </a:cubicBezTo>
                <a:cubicBezTo>
                  <a:pt x="47872" y="248236"/>
                  <a:pt x="-6" y="200370"/>
                  <a:pt x="1" y="124125"/>
                </a:cubicBezTo>
                <a:cubicBezTo>
                  <a:pt x="0" y="46103"/>
                  <a:pt x="47874" y="2"/>
                  <a:pt x="122355" y="0"/>
                </a:cubicBezTo>
                <a:close/>
              </a:path>
            </a:pathLst>
          </a:custGeom>
          <a:solidFill>
            <a:schemeClr val="bg1"/>
          </a:solidFill>
          <a:ln w="22225">
            <a:noFill/>
          </a:ln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r>
              <a:rPr lang="en-US" noProof="0"/>
              <a:t>Click icon to add SmartArt graphic</a:t>
            </a:r>
          </a:p>
        </p:txBody>
      </p:sp>
      <p:sp>
        <p:nvSpPr>
          <p:cNvPr id="16" name="Espace réservé du graphique SmartArt 11">
            <a:extLst>
              <a:ext uri="{FF2B5EF4-FFF2-40B4-BE49-F238E27FC236}">
                <a16:creationId xmlns:a16="http://schemas.microsoft.com/office/drawing/2014/main" id="{E04644FF-725F-4770-81BC-F016774228AE}"/>
              </a:ext>
            </a:extLst>
          </p:cNvPr>
          <p:cNvSpPr>
            <a:spLocks noGrp="1" noChangeAspect="1"/>
          </p:cNvSpPr>
          <p:nvPr>
            <p:ph type="dgm" sz="quarter" idx="19"/>
          </p:nvPr>
        </p:nvSpPr>
        <p:spPr>
          <a:xfrm>
            <a:off x="9190079" y="5169752"/>
            <a:ext cx="136443" cy="135473"/>
          </a:xfrm>
          <a:custGeom>
            <a:avLst/>
            <a:gdLst>
              <a:gd name="connsiteX0" fmla="*/ 122355 w 250013"/>
              <a:gd name="connsiteY0" fmla="*/ 0 h 248243"/>
              <a:gd name="connsiteX1" fmla="*/ 250013 w 250013"/>
              <a:gd name="connsiteY1" fmla="*/ 124134 h 248243"/>
              <a:gd name="connsiteX2" fmla="*/ 127674 w 250013"/>
              <a:gd name="connsiteY2" fmla="*/ 248243 h 248243"/>
              <a:gd name="connsiteX3" fmla="*/ 1 w 250013"/>
              <a:gd name="connsiteY3" fmla="*/ 124125 h 248243"/>
              <a:gd name="connsiteX4" fmla="*/ 122355 w 250013"/>
              <a:gd name="connsiteY4" fmla="*/ 0 h 248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0013" h="248243">
                <a:moveTo>
                  <a:pt x="122355" y="0"/>
                </a:moveTo>
                <a:cubicBezTo>
                  <a:pt x="200363" y="0"/>
                  <a:pt x="250013" y="46111"/>
                  <a:pt x="250013" y="124134"/>
                </a:cubicBezTo>
                <a:cubicBezTo>
                  <a:pt x="250022" y="200379"/>
                  <a:pt x="200361" y="248234"/>
                  <a:pt x="127674" y="248243"/>
                </a:cubicBezTo>
                <a:cubicBezTo>
                  <a:pt x="47872" y="248236"/>
                  <a:pt x="-6" y="200370"/>
                  <a:pt x="1" y="124125"/>
                </a:cubicBezTo>
                <a:cubicBezTo>
                  <a:pt x="0" y="46103"/>
                  <a:pt x="47874" y="2"/>
                  <a:pt x="122355" y="0"/>
                </a:cubicBezTo>
                <a:close/>
              </a:path>
            </a:pathLst>
          </a:custGeom>
          <a:solidFill>
            <a:schemeClr val="bg1"/>
          </a:solidFill>
          <a:ln w="22225">
            <a:noFill/>
          </a:ln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r>
              <a:rPr lang="en-US" noProof="0"/>
              <a:t>Click icon to add SmartArt graphic</a:t>
            </a:r>
          </a:p>
        </p:txBody>
      </p:sp>
      <p:sp>
        <p:nvSpPr>
          <p:cNvPr id="21" name="Espace réservé du texte 5">
            <a:extLst>
              <a:ext uri="{FF2B5EF4-FFF2-40B4-BE49-F238E27FC236}">
                <a16:creationId xmlns:a16="http://schemas.microsoft.com/office/drawing/2014/main" id="{008D4AEF-2960-4B86-98AA-A0ABA6675BC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783430" y="1926301"/>
            <a:ext cx="4949741" cy="1658148"/>
          </a:xfrm>
        </p:spPr>
        <p:txBody>
          <a:bodyPr anchor="b">
            <a:noAutofit/>
          </a:bodyPr>
          <a:lstStyle>
            <a:lvl1pPr algn="ctr">
              <a:lnSpc>
                <a:spcPct val="96000"/>
              </a:lnSpc>
              <a:spcAft>
                <a:spcPts val="1333"/>
              </a:spcAft>
              <a:defRPr lang="fr-FR" sz="4000" b="0" i="0" kern="1200" dirty="0" err="1" smtClean="0">
                <a:solidFill>
                  <a:schemeClr val="bg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algn="ctr">
              <a:lnSpc>
                <a:spcPct val="100000"/>
              </a:lnSpc>
              <a:defRPr sz="2667" b="0" i="1">
                <a:solidFill>
                  <a:schemeClr val="accent2"/>
                </a:solidFill>
                <a:latin typeface="Georgia" panose="02040502050405020303" pitchFamily="18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algn="ctr">
              <a:lnSpc>
                <a:spcPct val="100000"/>
              </a:lnSpc>
              <a:spcBef>
                <a:spcPts val="1333"/>
              </a:spcBef>
              <a:defRPr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Espace réservé du texte 5">
            <a:extLst>
              <a:ext uri="{FF2B5EF4-FFF2-40B4-BE49-F238E27FC236}">
                <a16:creationId xmlns:a16="http://schemas.microsoft.com/office/drawing/2014/main" id="{C4763866-3F61-4A13-9CE8-9A542B41F4F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783430" y="3758157"/>
            <a:ext cx="4949741" cy="537959"/>
          </a:xfrm>
        </p:spPr>
        <p:txBody>
          <a:bodyPr anchor="t">
            <a:noAutofit/>
          </a:bodyPr>
          <a:lstStyle>
            <a:lvl1pPr algn="ctr">
              <a:lnSpc>
                <a:spcPct val="96000"/>
              </a:lnSpc>
              <a:spcAft>
                <a:spcPts val="1333"/>
              </a:spcAft>
              <a:defRPr lang="en-US" sz="2667" b="0" i="1" kern="1200" dirty="0">
                <a:solidFill>
                  <a:schemeClr val="bg2"/>
                </a:solidFill>
                <a:latin typeface="Georgia" panose="02040502050405020303" pitchFamily="18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371391" indent="0" algn="ctr">
              <a:lnSpc>
                <a:spcPct val="100000"/>
              </a:lnSpc>
              <a:buFont typeface="Arial" panose="020B0604020202020204" pitchFamily="34" charset="0"/>
              <a:buNone/>
              <a:defRPr sz="2667" b="0" i="1">
                <a:solidFill>
                  <a:schemeClr val="bg1"/>
                </a:solidFill>
                <a:latin typeface="Georgia" panose="02040502050405020303" pitchFamily="18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algn="ctr">
              <a:lnSpc>
                <a:spcPct val="100000"/>
              </a:lnSpc>
              <a:spcBef>
                <a:spcPts val="1333"/>
              </a:spcBef>
              <a:defRPr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Espace réservé du texte 5">
            <a:extLst>
              <a:ext uri="{FF2B5EF4-FFF2-40B4-BE49-F238E27FC236}">
                <a16:creationId xmlns:a16="http://schemas.microsoft.com/office/drawing/2014/main" id="{7A2D6EFB-94B5-487C-A9CF-03E9B187D67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783430" y="4320498"/>
            <a:ext cx="4949741" cy="770660"/>
          </a:xfrm>
        </p:spPr>
        <p:txBody>
          <a:bodyPr anchor="t">
            <a:noAutofit/>
          </a:bodyPr>
          <a:lstStyle>
            <a:lvl1pPr algn="ctr">
              <a:lnSpc>
                <a:spcPct val="96000"/>
              </a:lnSpc>
              <a:spcAft>
                <a:spcPts val="1333"/>
              </a:spcAft>
              <a:defRPr lang="en-US" sz="1600" b="0" i="0" kern="1200" dirty="0">
                <a:solidFill>
                  <a:schemeClr val="bg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algn="l">
              <a:lnSpc>
                <a:spcPct val="100000"/>
              </a:lnSpc>
              <a:defRPr lang="en-US" sz="1600" b="0" i="0" kern="1200" noProof="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algn="ctr">
              <a:lnSpc>
                <a:spcPct val="100000"/>
              </a:lnSpc>
              <a:spcBef>
                <a:spcPts val="1333"/>
              </a:spcBef>
              <a:defRPr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48190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 with Visual">
    <p:bg>
      <p:bgPr>
        <a:solidFill>
          <a:srgbClr val="F5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Espace réservé pour une image  15">
            <a:extLst>
              <a:ext uri="{FF2B5EF4-FFF2-40B4-BE49-F238E27FC236}">
                <a16:creationId xmlns:a16="http://schemas.microsoft.com/office/drawing/2014/main" id="{AE9FBA9E-4B66-4D19-A4F1-FA106CF9436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403703" y="710399"/>
            <a:ext cx="6342328" cy="5510591"/>
          </a:xfrm>
        </p:spPr>
        <p:txBody>
          <a:bodyPr>
            <a:noAutofit/>
          </a:bodyPr>
          <a:lstStyle>
            <a:lvl1pPr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  <a:endParaRPr lang="fr-FR" dirty="0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D76DFA8B-7FBD-4F98-B6B6-233EDD2317EE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6B54B0F7-55DD-40D6-B7F4-70B586885C0B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13" name="Espace réservé du texte 17">
            <a:extLst>
              <a:ext uri="{FF2B5EF4-FFF2-40B4-BE49-F238E27FC236}">
                <a16:creationId xmlns:a16="http://schemas.microsoft.com/office/drawing/2014/main" id="{33DFCED8-0EB4-4E57-BDC7-7349EFC7B90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42031" y="1960151"/>
            <a:ext cx="517952" cy="563307"/>
          </a:xfrm>
        </p:spPr>
        <p:txBody>
          <a:bodyPr/>
          <a:lstStyle>
            <a:lvl1pPr>
              <a:lnSpc>
                <a:spcPct val="90000"/>
              </a:lnSpc>
              <a:spcBef>
                <a:spcPts val="800"/>
              </a:spcBef>
              <a:defRPr lang="en-US" sz="2133" b="0" i="0" kern="1200" noProof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959976">
              <a:lnSpc>
                <a:spcPct val="90000"/>
              </a:lnSpc>
              <a:spcBef>
                <a:spcPts val="400"/>
              </a:spcBef>
              <a:defRPr lang="fr-FR" sz="933" b="0" i="0" kern="1200" cap="all" baseline="0" dirty="0" err="1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90000"/>
              </a:lnSpc>
              <a:spcBef>
                <a:spcPts val="800"/>
              </a:spcBef>
              <a:defRPr sz="2267" b="0" i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959976">
              <a:lnSpc>
                <a:spcPct val="90000"/>
              </a:lnSpc>
              <a:spcBef>
                <a:spcPts val="400"/>
              </a:spcBef>
              <a:defRPr lang="fr-FR" sz="933" b="0" i="0" kern="1200" cap="all" baseline="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</a:lstStyle>
          <a:p>
            <a:pPr lvl="0"/>
            <a:r>
              <a:rPr lang="en-US" noProof="0" dirty="0"/>
              <a:t>00</a:t>
            </a:r>
          </a:p>
        </p:txBody>
      </p:sp>
      <p:sp>
        <p:nvSpPr>
          <p:cNvPr id="17" name="Espace réservé du texte 17">
            <a:extLst>
              <a:ext uri="{FF2B5EF4-FFF2-40B4-BE49-F238E27FC236}">
                <a16:creationId xmlns:a16="http://schemas.microsoft.com/office/drawing/2014/main" id="{C565C352-3015-43B5-A637-271B7D2E320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42031" y="2753672"/>
            <a:ext cx="517952" cy="563307"/>
          </a:xfrm>
        </p:spPr>
        <p:txBody>
          <a:bodyPr/>
          <a:lstStyle>
            <a:lvl1pPr>
              <a:lnSpc>
                <a:spcPct val="90000"/>
              </a:lnSpc>
              <a:spcBef>
                <a:spcPts val="800"/>
              </a:spcBef>
              <a:defRPr lang="en-US" sz="2133" b="0" i="0" kern="1200" noProof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959976">
              <a:lnSpc>
                <a:spcPct val="90000"/>
              </a:lnSpc>
              <a:spcBef>
                <a:spcPts val="400"/>
              </a:spcBef>
              <a:defRPr lang="fr-FR" sz="933" b="0" i="0" kern="1200" cap="all" baseline="0" dirty="0" err="1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90000"/>
              </a:lnSpc>
              <a:spcBef>
                <a:spcPts val="800"/>
              </a:spcBef>
              <a:defRPr sz="2267" b="0" i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959976">
              <a:lnSpc>
                <a:spcPct val="90000"/>
              </a:lnSpc>
              <a:spcBef>
                <a:spcPts val="400"/>
              </a:spcBef>
              <a:defRPr lang="fr-FR" sz="933" b="0" i="0" kern="1200" cap="all" baseline="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</a:lstStyle>
          <a:p>
            <a:pPr lvl="0"/>
            <a:r>
              <a:rPr lang="en-US" noProof="0" dirty="0"/>
              <a:t>00</a:t>
            </a:r>
          </a:p>
        </p:txBody>
      </p:sp>
      <p:sp>
        <p:nvSpPr>
          <p:cNvPr id="20" name="Espace réservé du texte 17">
            <a:extLst>
              <a:ext uri="{FF2B5EF4-FFF2-40B4-BE49-F238E27FC236}">
                <a16:creationId xmlns:a16="http://schemas.microsoft.com/office/drawing/2014/main" id="{15EE83C4-9859-4D9B-B740-E8C01E8B93D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2031" y="3541323"/>
            <a:ext cx="517952" cy="563307"/>
          </a:xfrm>
        </p:spPr>
        <p:txBody>
          <a:bodyPr/>
          <a:lstStyle>
            <a:lvl1pPr>
              <a:lnSpc>
                <a:spcPct val="90000"/>
              </a:lnSpc>
              <a:spcBef>
                <a:spcPts val="800"/>
              </a:spcBef>
              <a:defRPr lang="en-US" sz="2133" b="0" i="0" kern="1200" noProof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959976">
              <a:lnSpc>
                <a:spcPct val="90000"/>
              </a:lnSpc>
              <a:spcBef>
                <a:spcPts val="400"/>
              </a:spcBef>
              <a:defRPr lang="fr-FR" sz="933" b="0" i="0" kern="1200" cap="all" baseline="0" dirty="0" err="1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90000"/>
              </a:lnSpc>
              <a:spcBef>
                <a:spcPts val="800"/>
              </a:spcBef>
              <a:defRPr sz="2267" b="0" i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959976">
              <a:lnSpc>
                <a:spcPct val="90000"/>
              </a:lnSpc>
              <a:spcBef>
                <a:spcPts val="400"/>
              </a:spcBef>
              <a:defRPr lang="fr-FR" sz="933" b="0" i="0" kern="1200" cap="all" baseline="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</a:lstStyle>
          <a:p>
            <a:pPr lvl="0"/>
            <a:r>
              <a:rPr lang="en-US" noProof="0" dirty="0"/>
              <a:t>00</a:t>
            </a:r>
          </a:p>
        </p:txBody>
      </p:sp>
      <p:sp>
        <p:nvSpPr>
          <p:cNvPr id="22" name="Espace réservé du texte 17">
            <a:extLst>
              <a:ext uri="{FF2B5EF4-FFF2-40B4-BE49-F238E27FC236}">
                <a16:creationId xmlns:a16="http://schemas.microsoft.com/office/drawing/2014/main" id="{74DFA65F-CF7B-4ED8-8B06-C50BE51634C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42031" y="4334844"/>
            <a:ext cx="517952" cy="563307"/>
          </a:xfrm>
        </p:spPr>
        <p:txBody>
          <a:bodyPr/>
          <a:lstStyle>
            <a:lvl1pPr>
              <a:lnSpc>
                <a:spcPct val="90000"/>
              </a:lnSpc>
              <a:spcBef>
                <a:spcPts val="800"/>
              </a:spcBef>
              <a:defRPr lang="en-US" sz="2133" b="0" i="0" kern="1200" noProof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959976">
              <a:lnSpc>
                <a:spcPct val="90000"/>
              </a:lnSpc>
              <a:spcBef>
                <a:spcPts val="400"/>
              </a:spcBef>
              <a:defRPr lang="fr-FR" sz="933" b="0" i="0" kern="1200" cap="all" baseline="0" dirty="0" err="1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90000"/>
              </a:lnSpc>
              <a:spcBef>
                <a:spcPts val="800"/>
              </a:spcBef>
              <a:defRPr sz="2267" b="0" i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959976">
              <a:lnSpc>
                <a:spcPct val="90000"/>
              </a:lnSpc>
              <a:spcBef>
                <a:spcPts val="400"/>
              </a:spcBef>
              <a:defRPr lang="fr-FR" sz="933" b="0" i="0" kern="1200" cap="all" baseline="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</a:lstStyle>
          <a:p>
            <a:pPr lvl="0"/>
            <a:r>
              <a:rPr lang="en-US" noProof="0" dirty="0"/>
              <a:t>00</a:t>
            </a:r>
          </a:p>
        </p:txBody>
      </p:sp>
      <p:sp>
        <p:nvSpPr>
          <p:cNvPr id="25" name="Espace réservé du texte 17">
            <a:extLst>
              <a:ext uri="{FF2B5EF4-FFF2-40B4-BE49-F238E27FC236}">
                <a16:creationId xmlns:a16="http://schemas.microsoft.com/office/drawing/2014/main" id="{DBF18F57-A4B6-4E01-8E41-3610197C40D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42031" y="5128365"/>
            <a:ext cx="517952" cy="563307"/>
          </a:xfrm>
        </p:spPr>
        <p:txBody>
          <a:bodyPr/>
          <a:lstStyle>
            <a:lvl1pPr>
              <a:lnSpc>
                <a:spcPct val="90000"/>
              </a:lnSpc>
              <a:spcBef>
                <a:spcPts val="800"/>
              </a:spcBef>
              <a:defRPr lang="en-US" sz="2133" b="0" i="0" kern="1200" noProof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959976">
              <a:lnSpc>
                <a:spcPct val="90000"/>
              </a:lnSpc>
              <a:spcBef>
                <a:spcPts val="400"/>
              </a:spcBef>
              <a:defRPr lang="fr-FR" sz="933" b="0" i="0" kern="1200" cap="all" baseline="0" dirty="0" err="1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90000"/>
              </a:lnSpc>
              <a:spcBef>
                <a:spcPts val="800"/>
              </a:spcBef>
              <a:defRPr sz="2267" b="0" i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959976">
              <a:lnSpc>
                <a:spcPct val="90000"/>
              </a:lnSpc>
              <a:spcBef>
                <a:spcPts val="400"/>
              </a:spcBef>
              <a:defRPr lang="fr-FR" sz="933" b="0" i="0" kern="1200" cap="all" baseline="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</a:lstStyle>
          <a:p>
            <a:pPr lvl="0"/>
            <a:r>
              <a:rPr lang="en-US" noProof="0" dirty="0"/>
              <a:t>00</a:t>
            </a:r>
          </a:p>
        </p:txBody>
      </p:sp>
      <p:sp>
        <p:nvSpPr>
          <p:cNvPr id="41" name="Espace réservé du texte 17">
            <a:extLst>
              <a:ext uri="{FF2B5EF4-FFF2-40B4-BE49-F238E27FC236}">
                <a16:creationId xmlns:a16="http://schemas.microsoft.com/office/drawing/2014/main" id="{8AFC591C-8E4C-4797-84E6-9ACB86CA6964}"/>
              </a:ext>
            </a:extLst>
          </p:cNvPr>
          <p:cNvSpPr>
            <a:spLocks noGrp="1"/>
          </p:cNvSpPr>
          <p:nvPr>
            <p:ph type="body" sz="quarter" idx="64"/>
          </p:nvPr>
        </p:nvSpPr>
        <p:spPr>
          <a:xfrm>
            <a:off x="1191546" y="2311400"/>
            <a:ext cx="3982961" cy="205912"/>
          </a:xfrm>
        </p:spPr>
        <p:txBody>
          <a:bodyPr/>
          <a:lstStyle>
            <a:lvl1pPr>
              <a:lnSpc>
                <a:spcPct val="90000"/>
              </a:lnSpc>
              <a:spcBef>
                <a:spcPts val="800"/>
              </a:spcBef>
              <a:defRPr sz="1067" b="0" i="0" cap="all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None/>
              <a:defRPr lang="fr-FR" sz="1067" b="0" i="0" kern="1200" cap="all" baseline="0" dirty="0" err="1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90000"/>
              </a:lnSpc>
              <a:spcBef>
                <a:spcPts val="800"/>
              </a:spcBef>
              <a:defRPr sz="1067" b="0" i="0" cap="all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0">
              <a:lnSpc>
                <a:spcPct val="90000"/>
              </a:lnSpc>
              <a:spcBef>
                <a:spcPts val="400"/>
              </a:spcBef>
              <a:defRPr lang="fr-FR" sz="1067" b="0" i="0" kern="1200" cap="all" baseline="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0" name="Espace réservé du texte 17">
            <a:extLst>
              <a:ext uri="{FF2B5EF4-FFF2-40B4-BE49-F238E27FC236}">
                <a16:creationId xmlns:a16="http://schemas.microsoft.com/office/drawing/2014/main" id="{591A3E6F-3476-47ED-8C55-9EBB33F42A52}"/>
              </a:ext>
            </a:extLst>
          </p:cNvPr>
          <p:cNvSpPr>
            <a:spLocks noGrp="1"/>
          </p:cNvSpPr>
          <p:nvPr>
            <p:ph type="body" sz="quarter" idx="73"/>
          </p:nvPr>
        </p:nvSpPr>
        <p:spPr>
          <a:xfrm>
            <a:off x="1190362" y="1957990"/>
            <a:ext cx="3982961" cy="323309"/>
          </a:xfrm>
        </p:spPr>
        <p:txBody>
          <a:bodyPr/>
          <a:lstStyle>
            <a:lvl1pPr>
              <a:lnSpc>
                <a:spcPct val="90000"/>
              </a:lnSpc>
              <a:spcBef>
                <a:spcPts val="800"/>
              </a:spcBef>
              <a:defRPr sz="2133" b="0" i="0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None/>
              <a:defRPr lang="fr-FR" sz="2133" b="0" i="0" kern="1200" cap="none" baseline="0" dirty="0" err="1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90000"/>
              </a:lnSpc>
              <a:spcBef>
                <a:spcPts val="800"/>
              </a:spcBef>
              <a:defRPr sz="2133" b="0" i="0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0">
              <a:lnSpc>
                <a:spcPct val="90000"/>
              </a:lnSpc>
              <a:spcBef>
                <a:spcPts val="400"/>
              </a:spcBef>
              <a:defRPr lang="fr-FR" sz="2133" b="0" i="0" kern="1200" cap="none" baseline="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5" name="Espace réservé du texte 17">
            <a:extLst>
              <a:ext uri="{FF2B5EF4-FFF2-40B4-BE49-F238E27FC236}">
                <a16:creationId xmlns:a16="http://schemas.microsoft.com/office/drawing/2014/main" id="{BD354000-934E-43A7-902B-EB0E6D553454}"/>
              </a:ext>
            </a:extLst>
          </p:cNvPr>
          <p:cNvSpPr>
            <a:spLocks noGrp="1"/>
          </p:cNvSpPr>
          <p:nvPr>
            <p:ph type="body" sz="quarter" idx="74"/>
          </p:nvPr>
        </p:nvSpPr>
        <p:spPr>
          <a:xfrm>
            <a:off x="1191546" y="3111067"/>
            <a:ext cx="3982961" cy="205912"/>
          </a:xfrm>
        </p:spPr>
        <p:txBody>
          <a:bodyPr/>
          <a:lstStyle>
            <a:lvl1pPr>
              <a:lnSpc>
                <a:spcPct val="90000"/>
              </a:lnSpc>
              <a:spcBef>
                <a:spcPts val="800"/>
              </a:spcBef>
              <a:defRPr sz="1067" b="0" i="0" cap="all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None/>
              <a:defRPr lang="fr-FR" sz="1067" b="0" i="0" kern="1200" cap="all" baseline="0" dirty="0" err="1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90000"/>
              </a:lnSpc>
              <a:spcBef>
                <a:spcPts val="800"/>
              </a:spcBef>
              <a:defRPr sz="1067" b="0" i="0" cap="all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0">
              <a:lnSpc>
                <a:spcPct val="90000"/>
              </a:lnSpc>
              <a:spcBef>
                <a:spcPts val="400"/>
              </a:spcBef>
              <a:defRPr lang="fr-FR" sz="1067" b="0" i="0" kern="1200" cap="all" baseline="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6" name="Espace réservé du texte 17">
            <a:extLst>
              <a:ext uri="{FF2B5EF4-FFF2-40B4-BE49-F238E27FC236}">
                <a16:creationId xmlns:a16="http://schemas.microsoft.com/office/drawing/2014/main" id="{674EDB5F-2360-4BDB-B4A4-F38BB2AA2521}"/>
              </a:ext>
            </a:extLst>
          </p:cNvPr>
          <p:cNvSpPr>
            <a:spLocks noGrp="1"/>
          </p:cNvSpPr>
          <p:nvPr>
            <p:ph type="body" sz="quarter" idx="75"/>
          </p:nvPr>
        </p:nvSpPr>
        <p:spPr>
          <a:xfrm>
            <a:off x="1190362" y="2757656"/>
            <a:ext cx="3982961" cy="323309"/>
          </a:xfrm>
        </p:spPr>
        <p:txBody>
          <a:bodyPr/>
          <a:lstStyle>
            <a:lvl1pPr>
              <a:lnSpc>
                <a:spcPct val="90000"/>
              </a:lnSpc>
              <a:spcBef>
                <a:spcPts val="800"/>
              </a:spcBef>
              <a:defRPr sz="2133" b="0" i="0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None/>
              <a:defRPr lang="fr-FR" sz="2133" b="0" i="0" kern="1200" cap="none" baseline="0" dirty="0" err="1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90000"/>
              </a:lnSpc>
              <a:spcBef>
                <a:spcPts val="800"/>
              </a:spcBef>
              <a:defRPr sz="2133" b="0" i="0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0">
              <a:lnSpc>
                <a:spcPct val="90000"/>
              </a:lnSpc>
              <a:spcBef>
                <a:spcPts val="400"/>
              </a:spcBef>
              <a:defRPr lang="fr-FR" sz="2133" b="0" i="0" kern="1200" cap="none" baseline="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7" name="Espace réservé du texte 17">
            <a:extLst>
              <a:ext uri="{FF2B5EF4-FFF2-40B4-BE49-F238E27FC236}">
                <a16:creationId xmlns:a16="http://schemas.microsoft.com/office/drawing/2014/main" id="{6764734A-FBDE-4D25-92A5-672B3F6077B1}"/>
              </a:ext>
            </a:extLst>
          </p:cNvPr>
          <p:cNvSpPr>
            <a:spLocks noGrp="1"/>
          </p:cNvSpPr>
          <p:nvPr>
            <p:ph type="body" sz="quarter" idx="76"/>
          </p:nvPr>
        </p:nvSpPr>
        <p:spPr>
          <a:xfrm>
            <a:off x="1191546" y="3894737"/>
            <a:ext cx="3982961" cy="205912"/>
          </a:xfrm>
        </p:spPr>
        <p:txBody>
          <a:bodyPr/>
          <a:lstStyle>
            <a:lvl1pPr>
              <a:lnSpc>
                <a:spcPct val="90000"/>
              </a:lnSpc>
              <a:spcBef>
                <a:spcPts val="800"/>
              </a:spcBef>
              <a:defRPr sz="1067" b="0" i="0" cap="all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None/>
              <a:defRPr lang="fr-FR" sz="1067" b="0" i="0" kern="1200" cap="all" baseline="0" dirty="0" err="1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90000"/>
              </a:lnSpc>
              <a:spcBef>
                <a:spcPts val="800"/>
              </a:spcBef>
              <a:defRPr sz="1067" b="0" i="0" cap="all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0">
              <a:lnSpc>
                <a:spcPct val="90000"/>
              </a:lnSpc>
              <a:spcBef>
                <a:spcPts val="400"/>
              </a:spcBef>
              <a:defRPr lang="fr-FR" sz="1067" b="0" i="0" kern="1200" cap="all" baseline="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8" name="Espace réservé du texte 17">
            <a:extLst>
              <a:ext uri="{FF2B5EF4-FFF2-40B4-BE49-F238E27FC236}">
                <a16:creationId xmlns:a16="http://schemas.microsoft.com/office/drawing/2014/main" id="{6227F425-D7E4-4B90-9761-EBF3BCC4260C}"/>
              </a:ext>
            </a:extLst>
          </p:cNvPr>
          <p:cNvSpPr>
            <a:spLocks noGrp="1"/>
          </p:cNvSpPr>
          <p:nvPr>
            <p:ph type="body" sz="quarter" idx="77"/>
          </p:nvPr>
        </p:nvSpPr>
        <p:spPr>
          <a:xfrm>
            <a:off x="1190362" y="3541327"/>
            <a:ext cx="3982961" cy="323309"/>
          </a:xfrm>
        </p:spPr>
        <p:txBody>
          <a:bodyPr/>
          <a:lstStyle>
            <a:lvl1pPr>
              <a:lnSpc>
                <a:spcPct val="90000"/>
              </a:lnSpc>
              <a:spcBef>
                <a:spcPts val="800"/>
              </a:spcBef>
              <a:defRPr sz="2133" b="0" i="0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None/>
              <a:defRPr lang="fr-FR" sz="2133" b="0" i="0" kern="1200" cap="none" baseline="0" dirty="0" err="1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90000"/>
              </a:lnSpc>
              <a:spcBef>
                <a:spcPts val="800"/>
              </a:spcBef>
              <a:defRPr sz="2133" b="0" i="0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0">
              <a:lnSpc>
                <a:spcPct val="90000"/>
              </a:lnSpc>
              <a:spcBef>
                <a:spcPts val="400"/>
              </a:spcBef>
              <a:defRPr lang="fr-FR" sz="2133" b="0" i="0" kern="1200" cap="none" baseline="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9" name="Espace réservé du texte 17">
            <a:extLst>
              <a:ext uri="{FF2B5EF4-FFF2-40B4-BE49-F238E27FC236}">
                <a16:creationId xmlns:a16="http://schemas.microsoft.com/office/drawing/2014/main" id="{7A462145-8066-42E6-AEC7-B7FFB4004F0C}"/>
              </a:ext>
            </a:extLst>
          </p:cNvPr>
          <p:cNvSpPr>
            <a:spLocks noGrp="1"/>
          </p:cNvSpPr>
          <p:nvPr>
            <p:ph type="body" sz="quarter" idx="78"/>
          </p:nvPr>
        </p:nvSpPr>
        <p:spPr>
          <a:xfrm>
            <a:off x="1191546" y="4686405"/>
            <a:ext cx="3982961" cy="205912"/>
          </a:xfrm>
        </p:spPr>
        <p:txBody>
          <a:bodyPr/>
          <a:lstStyle>
            <a:lvl1pPr>
              <a:lnSpc>
                <a:spcPct val="90000"/>
              </a:lnSpc>
              <a:spcBef>
                <a:spcPts val="800"/>
              </a:spcBef>
              <a:defRPr sz="1067" b="0" i="0" cap="all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None/>
              <a:defRPr lang="fr-FR" sz="1067" b="0" i="0" kern="1200" cap="all" baseline="0" dirty="0" err="1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90000"/>
              </a:lnSpc>
              <a:spcBef>
                <a:spcPts val="800"/>
              </a:spcBef>
              <a:defRPr sz="1067" b="0" i="0" cap="all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0">
              <a:lnSpc>
                <a:spcPct val="90000"/>
              </a:lnSpc>
              <a:spcBef>
                <a:spcPts val="400"/>
              </a:spcBef>
              <a:defRPr lang="fr-FR" sz="1067" b="0" i="0" kern="1200" cap="all" baseline="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60" name="Espace réservé du texte 17">
            <a:extLst>
              <a:ext uri="{FF2B5EF4-FFF2-40B4-BE49-F238E27FC236}">
                <a16:creationId xmlns:a16="http://schemas.microsoft.com/office/drawing/2014/main" id="{BDFC2A5C-1456-4E38-B7B8-53173C4D7226}"/>
              </a:ext>
            </a:extLst>
          </p:cNvPr>
          <p:cNvSpPr>
            <a:spLocks noGrp="1"/>
          </p:cNvSpPr>
          <p:nvPr>
            <p:ph type="body" sz="quarter" idx="79"/>
          </p:nvPr>
        </p:nvSpPr>
        <p:spPr>
          <a:xfrm>
            <a:off x="1190362" y="4332995"/>
            <a:ext cx="3982961" cy="323309"/>
          </a:xfrm>
        </p:spPr>
        <p:txBody>
          <a:bodyPr/>
          <a:lstStyle>
            <a:lvl1pPr>
              <a:lnSpc>
                <a:spcPct val="90000"/>
              </a:lnSpc>
              <a:spcBef>
                <a:spcPts val="800"/>
              </a:spcBef>
              <a:defRPr sz="2133" b="0" i="0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None/>
              <a:defRPr lang="fr-FR" sz="2133" b="0" i="0" kern="1200" cap="none" baseline="0" dirty="0" err="1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90000"/>
              </a:lnSpc>
              <a:spcBef>
                <a:spcPts val="800"/>
              </a:spcBef>
              <a:defRPr sz="2133" b="0" i="0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0">
              <a:lnSpc>
                <a:spcPct val="90000"/>
              </a:lnSpc>
              <a:spcBef>
                <a:spcPts val="400"/>
              </a:spcBef>
              <a:defRPr lang="fr-FR" sz="2133" b="0" i="0" kern="1200" cap="none" baseline="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61" name="Espace réservé du texte 17">
            <a:extLst>
              <a:ext uri="{FF2B5EF4-FFF2-40B4-BE49-F238E27FC236}">
                <a16:creationId xmlns:a16="http://schemas.microsoft.com/office/drawing/2014/main" id="{6F16C3B8-AA5D-4F33-B410-8B2C3BE2F2C6}"/>
              </a:ext>
            </a:extLst>
          </p:cNvPr>
          <p:cNvSpPr>
            <a:spLocks noGrp="1"/>
          </p:cNvSpPr>
          <p:nvPr>
            <p:ph type="body" sz="quarter" idx="80"/>
          </p:nvPr>
        </p:nvSpPr>
        <p:spPr>
          <a:xfrm>
            <a:off x="1191546" y="5485760"/>
            <a:ext cx="3982961" cy="205912"/>
          </a:xfrm>
        </p:spPr>
        <p:txBody>
          <a:bodyPr/>
          <a:lstStyle>
            <a:lvl1pPr>
              <a:lnSpc>
                <a:spcPct val="90000"/>
              </a:lnSpc>
              <a:spcBef>
                <a:spcPts val="800"/>
              </a:spcBef>
              <a:defRPr sz="1067" b="0" i="0" cap="all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None/>
              <a:defRPr lang="fr-FR" sz="1067" b="0" i="0" kern="1200" cap="all" baseline="0" dirty="0" err="1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90000"/>
              </a:lnSpc>
              <a:spcBef>
                <a:spcPts val="800"/>
              </a:spcBef>
              <a:defRPr sz="1067" b="0" i="0" cap="all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0">
              <a:lnSpc>
                <a:spcPct val="90000"/>
              </a:lnSpc>
              <a:spcBef>
                <a:spcPts val="400"/>
              </a:spcBef>
              <a:defRPr lang="fr-FR" sz="1067" b="0" i="0" kern="1200" cap="all" baseline="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62" name="Espace réservé du texte 17">
            <a:extLst>
              <a:ext uri="{FF2B5EF4-FFF2-40B4-BE49-F238E27FC236}">
                <a16:creationId xmlns:a16="http://schemas.microsoft.com/office/drawing/2014/main" id="{8C14FA2C-33DC-431E-9580-8F16A359800B}"/>
              </a:ext>
            </a:extLst>
          </p:cNvPr>
          <p:cNvSpPr>
            <a:spLocks noGrp="1"/>
          </p:cNvSpPr>
          <p:nvPr>
            <p:ph type="body" sz="quarter" idx="81"/>
          </p:nvPr>
        </p:nvSpPr>
        <p:spPr>
          <a:xfrm>
            <a:off x="1190362" y="5132350"/>
            <a:ext cx="3982961" cy="323309"/>
          </a:xfrm>
        </p:spPr>
        <p:txBody>
          <a:bodyPr/>
          <a:lstStyle>
            <a:lvl1pPr>
              <a:lnSpc>
                <a:spcPct val="90000"/>
              </a:lnSpc>
              <a:spcBef>
                <a:spcPts val="800"/>
              </a:spcBef>
              <a:defRPr sz="2133" b="0" i="0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None/>
              <a:defRPr lang="fr-FR" sz="2133" b="0" i="0" kern="1200" cap="none" baseline="0" dirty="0" err="1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90000"/>
              </a:lnSpc>
              <a:spcBef>
                <a:spcPts val="800"/>
              </a:spcBef>
              <a:defRPr sz="2133" b="0" i="0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0">
              <a:lnSpc>
                <a:spcPct val="90000"/>
              </a:lnSpc>
              <a:spcBef>
                <a:spcPts val="400"/>
              </a:spcBef>
              <a:defRPr lang="fr-FR" sz="2133" b="0" i="0" kern="1200" cap="none" baseline="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77699B-FF9F-427C-87A3-B361DFAB5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600" y="710401"/>
            <a:ext cx="4731723" cy="74824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2366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 Large">
    <p:bg>
      <p:bgPr>
        <a:solidFill>
          <a:srgbClr val="F5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D76DFA8B-7FBD-4F98-B6B6-233EDD2317EE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6B54B0F7-55DD-40D6-B7F4-70B586885C0B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97" name="Espace réservé du texte 17">
            <a:extLst>
              <a:ext uri="{FF2B5EF4-FFF2-40B4-BE49-F238E27FC236}">
                <a16:creationId xmlns:a16="http://schemas.microsoft.com/office/drawing/2014/main" id="{9CDF02F4-4E8C-4E89-B7C0-915F018992F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143071" y="1960151"/>
            <a:ext cx="517952" cy="563307"/>
          </a:xfrm>
        </p:spPr>
        <p:txBody>
          <a:bodyPr/>
          <a:lstStyle>
            <a:lvl1pPr>
              <a:lnSpc>
                <a:spcPct val="90000"/>
              </a:lnSpc>
              <a:spcBef>
                <a:spcPts val="800"/>
              </a:spcBef>
              <a:defRPr lang="en-US" sz="2133" b="0" i="0" kern="1200" noProof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959976">
              <a:lnSpc>
                <a:spcPct val="90000"/>
              </a:lnSpc>
              <a:spcBef>
                <a:spcPts val="400"/>
              </a:spcBef>
              <a:defRPr lang="fr-FR" sz="933" b="0" i="0" kern="1200" cap="all" baseline="0" dirty="0" err="1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90000"/>
              </a:lnSpc>
              <a:spcBef>
                <a:spcPts val="800"/>
              </a:spcBef>
              <a:defRPr sz="2267" b="0" i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959976">
              <a:lnSpc>
                <a:spcPct val="90000"/>
              </a:lnSpc>
              <a:spcBef>
                <a:spcPts val="400"/>
              </a:spcBef>
              <a:defRPr lang="fr-FR" sz="933" b="0" i="0" kern="1200" cap="all" baseline="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</a:lstStyle>
          <a:p>
            <a:pPr lvl="0"/>
            <a:r>
              <a:rPr lang="en-US" noProof="0" dirty="0"/>
              <a:t>00</a:t>
            </a:r>
          </a:p>
        </p:txBody>
      </p:sp>
      <p:sp>
        <p:nvSpPr>
          <p:cNvPr id="99" name="Espace réservé du texte 17">
            <a:extLst>
              <a:ext uri="{FF2B5EF4-FFF2-40B4-BE49-F238E27FC236}">
                <a16:creationId xmlns:a16="http://schemas.microsoft.com/office/drawing/2014/main" id="{E9841E24-6A28-4ABC-A6CA-596885012B8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143071" y="2753672"/>
            <a:ext cx="517952" cy="563307"/>
          </a:xfrm>
        </p:spPr>
        <p:txBody>
          <a:bodyPr/>
          <a:lstStyle>
            <a:lvl1pPr>
              <a:lnSpc>
                <a:spcPct val="90000"/>
              </a:lnSpc>
              <a:spcBef>
                <a:spcPts val="800"/>
              </a:spcBef>
              <a:defRPr lang="en-US" sz="2133" b="0" i="0" kern="1200" noProof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959976">
              <a:lnSpc>
                <a:spcPct val="90000"/>
              </a:lnSpc>
              <a:spcBef>
                <a:spcPts val="400"/>
              </a:spcBef>
              <a:defRPr lang="fr-FR" sz="933" b="0" i="0" kern="1200" cap="all" baseline="0" dirty="0" err="1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90000"/>
              </a:lnSpc>
              <a:spcBef>
                <a:spcPts val="800"/>
              </a:spcBef>
              <a:defRPr sz="2267" b="0" i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959976">
              <a:lnSpc>
                <a:spcPct val="90000"/>
              </a:lnSpc>
              <a:spcBef>
                <a:spcPts val="400"/>
              </a:spcBef>
              <a:defRPr lang="fr-FR" sz="933" b="0" i="0" kern="1200" cap="all" baseline="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</a:lstStyle>
          <a:p>
            <a:pPr lvl="0"/>
            <a:r>
              <a:rPr lang="en-US" noProof="0" dirty="0"/>
              <a:t>00</a:t>
            </a:r>
          </a:p>
        </p:txBody>
      </p:sp>
      <p:sp>
        <p:nvSpPr>
          <p:cNvPr id="101" name="Espace réservé du texte 17">
            <a:extLst>
              <a:ext uri="{FF2B5EF4-FFF2-40B4-BE49-F238E27FC236}">
                <a16:creationId xmlns:a16="http://schemas.microsoft.com/office/drawing/2014/main" id="{E6201C6B-3D61-415D-A81D-394F193593E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143071" y="3541323"/>
            <a:ext cx="517952" cy="563307"/>
          </a:xfrm>
        </p:spPr>
        <p:txBody>
          <a:bodyPr/>
          <a:lstStyle>
            <a:lvl1pPr>
              <a:lnSpc>
                <a:spcPct val="90000"/>
              </a:lnSpc>
              <a:spcBef>
                <a:spcPts val="800"/>
              </a:spcBef>
              <a:defRPr lang="en-US" sz="2133" b="0" i="0" kern="1200" noProof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959976">
              <a:lnSpc>
                <a:spcPct val="90000"/>
              </a:lnSpc>
              <a:spcBef>
                <a:spcPts val="400"/>
              </a:spcBef>
              <a:defRPr lang="fr-FR" sz="933" b="0" i="0" kern="1200" cap="all" baseline="0" dirty="0" err="1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90000"/>
              </a:lnSpc>
              <a:spcBef>
                <a:spcPts val="800"/>
              </a:spcBef>
              <a:defRPr sz="2267" b="0" i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959976">
              <a:lnSpc>
                <a:spcPct val="90000"/>
              </a:lnSpc>
              <a:spcBef>
                <a:spcPts val="400"/>
              </a:spcBef>
              <a:defRPr lang="fr-FR" sz="933" b="0" i="0" kern="1200" cap="all" baseline="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</a:lstStyle>
          <a:p>
            <a:pPr lvl="0"/>
            <a:r>
              <a:rPr lang="en-US" noProof="0" dirty="0"/>
              <a:t>00</a:t>
            </a:r>
          </a:p>
        </p:txBody>
      </p:sp>
      <p:sp>
        <p:nvSpPr>
          <p:cNvPr id="103" name="Espace réservé du texte 17">
            <a:extLst>
              <a:ext uri="{FF2B5EF4-FFF2-40B4-BE49-F238E27FC236}">
                <a16:creationId xmlns:a16="http://schemas.microsoft.com/office/drawing/2014/main" id="{E49EEF33-C71E-40D1-9265-9BA472F3F6C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143071" y="4334844"/>
            <a:ext cx="517952" cy="563307"/>
          </a:xfrm>
        </p:spPr>
        <p:txBody>
          <a:bodyPr/>
          <a:lstStyle>
            <a:lvl1pPr>
              <a:lnSpc>
                <a:spcPct val="90000"/>
              </a:lnSpc>
              <a:spcBef>
                <a:spcPts val="800"/>
              </a:spcBef>
              <a:defRPr lang="en-US" sz="2133" b="0" i="0" kern="1200" noProof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959976">
              <a:lnSpc>
                <a:spcPct val="90000"/>
              </a:lnSpc>
              <a:spcBef>
                <a:spcPts val="400"/>
              </a:spcBef>
              <a:defRPr lang="fr-FR" sz="933" b="0" i="0" kern="1200" cap="all" baseline="0" dirty="0" err="1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90000"/>
              </a:lnSpc>
              <a:spcBef>
                <a:spcPts val="800"/>
              </a:spcBef>
              <a:defRPr sz="2267" b="0" i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959976">
              <a:lnSpc>
                <a:spcPct val="90000"/>
              </a:lnSpc>
              <a:spcBef>
                <a:spcPts val="400"/>
              </a:spcBef>
              <a:defRPr lang="fr-FR" sz="933" b="0" i="0" kern="1200" cap="all" baseline="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</a:lstStyle>
          <a:p>
            <a:pPr lvl="0"/>
            <a:r>
              <a:rPr lang="en-US" noProof="0" dirty="0"/>
              <a:t>00</a:t>
            </a:r>
          </a:p>
        </p:txBody>
      </p:sp>
      <p:sp>
        <p:nvSpPr>
          <p:cNvPr id="105" name="Espace réservé du texte 17">
            <a:extLst>
              <a:ext uri="{FF2B5EF4-FFF2-40B4-BE49-F238E27FC236}">
                <a16:creationId xmlns:a16="http://schemas.microsoft.com/office/drawing/2014/main" id="{C11A4F59-2FB0-4630-BFDA-22FD2B557649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143071" y="5128365"/>
            <a:ext cx="517952" cy="563307"/>
          </a:xfrm>
        </p:spPr>
        <p:txBody>
          <a:bodyPr/>
          <a:lstStyle>
            <a:lvl1pPr>
              <a:lnSpc>
                <a:spcPct val="90000"/>
              </a:lnSpc>
              <a:spcBef>
                <a:spcPts val="800"/>
              </a:spcBef>
              <a:defRPr lang="en-US" sz="2133" b="0" i="0" kern="1200" noProof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959976">
              <a:lnSpc>
                <a:spcPct val="90000"/>
              </a:lnSpc>
              <a:spcBef>
                <a:spcPts val="400"/>
              </a:spcBef>
              <a:defRPr lang="fr-FR" sz="933" b="0" i="0" kern="1200" cap="all" baseline="0" dirty="0" err="1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90000"/>
              </a:lnSpc>
              <a:spcBef>
                <a:spcPts val="800"/>
              </a:spcBef>
              <a:defRPr sz="2267" b="0" i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959976">
              <a:lnSpc>
                <a:spcPct val="90000"/>
              </a:lnSpc>
              <a:spcBef>
                <a:spcPts val="400"/>
              </a:spcBef>
              <a:defRPr lang="fr-FR" sz="933" b="0" i="0" kern="1200" cap="all" baseline="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</a:lstStyle>
          <a:p>
            <a:pPr lvl="0"/>
            <a:r>
              <a:rPr lang="en-US" noProof="0" dirty="0"/>
              <a:t>00</a:t>
            </a:r>
          </a:p>
        </p:txBody>
      </p:sp>
      <p:sp>
        <p:nvSpPr>
          <p:cNvPr id="117" name="Espace réservé du texte 17">
            <a:extLst>
              <a:ext uri="{FF2B5EF4-FFF2-40B4-BE49-F238E27FC236}">
                <a16:creationId xmlns:a16="http://schemas.microsoft.com/office/drawing/2014/main" id="{BC549DD2-19EC-48CD-B888-45BB704C417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6628593" y="1960151"/>
            <a:ext cx="517952" cy="563307"/>
          </a:xfrm>
        </p:spPr>
        <p:txBody>
          <a:bodyPr/>
          <a:lstStyle>
            <a:lvl1pPr>
              <a:lnSpc>
                <a:spcPct val="90000"/>
              </a:lnSpc>
              <a:spcBef>
                <a:spcPts val="800"/>
              </a:spcBef>
              <a:defRPr lang="en-US" sz="2133" b="0" i="0" kern="1200" noProof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959976">
              <a:lnSpc>
                <a:spcPct val="90000"/>
              </a:lnSpc>
              <a:spcBef>
                <a:spcPts val="400"/>
              </a:spcBef>
              <a:defRPr lang="fr-FR" sz="933" b="0" i="0" kern="1200" cap="all" baseline="0" dirty="0" err="1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90000"/>
              </a:lnSpc>
              <a:spcBef>
                <a:spcPts val="800"/>
              </a:spcBef>
              <a:defRPr sz="2267" b="0" i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959976">
              <a:lnSpc>
                <a:spcPct val="90000"/>
              </a:lnSpc>
              <a:spcBef>
                <a:spcPts val="400"/>
              </a:spcBef>
              <a:defRPr lang="fr-FR" sz="933" b="0" i="0" kern="1200" cap="all" baseline="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</a:lstStyle>
          <a:p>
            <a:pPr lvl="0"/>
            <a:r>
              <a:rPr lang="en-US" noProof="0" dirty="0"/>
              <a:t>00</a:t>
            </a:r>
          </a:p>
        </p:txBody>
      </p:sp>
      <p:sp>
        <p:nvSpPr>
          <p:cNvPr id="119" name="Espace réservé du texte 17">
            <a:extLst>
              <a:ext uri="{FF2B5EF4-FFF2-40B4-BE49-F238E27FC236}">
                <a16:creationId xmlns:a16="http://schemas.microsoft.com/office/drawing/2014/main" id="{3F60EFF9-C152-4B38-A6F0-B6187C82AB3A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6628593" y="2753672"/>
            <a:ext cx="517952" cy="563307"/>
          </a:xfrm>
        </p:spPr>
        <p:txBody>
          <a:bodyPr/>
          <a:lstStyle>
            <a:lvl1pPr>
              <a:lnSpc>
                <a:spcPct val="90000"/>
              </a:lnSpc>
              <a:spcBef>
                <a:spcPts val="800"/>
              </a:spcBef>
              <a:defRPr lang="en-US" sz="2133" b="0" i="0" kern="1200" noProof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959976">
              <a:lnSpc>
                <a:spcPct val="90000"/>
              </a:lnSpc>
              <a:spcBef>
                <a:spcPts val="400"/>
              </a:spcBef>
              <a:defRPr lang="fr-FR" sz="933" b="0" i="0" kern="1200" cap="all" baseline="0" dirty="0" err="1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90000"/>
              </a:lnSpc>
              <a:spcBef>
                <a:spcPts val="800"/>
              </a:spcBef>
              <a:defRPr sz="2267" b="0" i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959976">
              <a:lnSpc>
                <a:spcPct val="90000"/>
              </a:lnSpc>
              <a:spcBef>
                <a:spcPts val="400"/>
              </a:spcBef>
              <a:defRPr lang="fr-FR" sz="933" b="0" i="0" kern="1200" cap="all" baseline="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</a:lstStyle>
          <a:p>
            <a:pPr lvl="0"/>
            <a:r>
              <a:rPr lang="en-US" noProof="0" dirty="0"/>
              <a:t>00</a:t>
            </a:r>
          </a:p>
        </p:txBody>
      </p:sp>
      <p:sp>
        <p:nvSpPr>
          <p:cNvPr id="121" name="Espace réservé du texte 17">
            <a:extLst>
              <a:ext uri="{FF2B5EF4-FFF2-40B4-BE49-F238E27FC236}">
                <a16:creationId xmlns:a16="http://schemas.microsoft.com/office/drawing/2014/main" id="{79245E80-9388-4650-8049-250CA8CADB14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6628593" y="3541323"/>
            <a:ext cx="517952" cy="563307"/>
          </a:xfrm>
        </p:spPr>
        <p:txBody>
          <a:bodyPr/>
          <a:lstStyle>
            <a:lvl1pPr>
              <a:lnSpc>
                <a:spcPct val="90000"/>
              </a:lnSpc>
              <a:spcBef>
                <a:spcPts val="800"/>
              </a:spcBef>
              <a:defRPr lang="en-US" sz="2133" b="0" i="0" kern="1200" noProof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959976">
              <a:lnSpc>
                <a:spcPct val="90000"/>
              </a:lnSpc>
              <a:spcBef>
                <a:spcPts val="400"/>
              </a:spcBef>
              <a:defRPr lang="fr-FR" sz="933" b="0" i="0" kern="1200" cap="all" baseline="0" dirty="0" err="1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90000"/>
              </a:lnSpc>
              <a:spcBef>
                <a:spcPts val="800"/>
              </a:spcBef>
              <a:defRPr sz="2267" b="0" i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959976">
              <a:lnSpc>
                <a:spcPct val="90000"/>
              </a:lnSpc>
              <a:spcBef>
                <a:spcPts val="400"/>
              </a:spcBef>
              <a:defRPr lang="fr-FR" sz="933" b="0" i="0" kern="1200" cap="all" baseline="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</a:lstStyle>
          <a:p>
            <a:pPr lvl="0"/>
            <a:r>
              <a:rPr lang="en-US" noProof="0" dirty="0"/>
              <a:t>00</a:t>
            </a:r>
          </a:p>
        </p:txBody>
      </p:sp>
      <p:sp>
        <p:nvSpPr>
          <p:cNvPr id="123" name="Espace réservé du texte 17">
            <a:extLst>
              <a:ext uri="{FF2B5EF4-FFF2-40B4-BE49-F238E27FC236}">
                <a16:creationId xmlns:a16="http://schemas.microsoft.com/office/drawing/2014/main" id="{38029C0C-186F-4AA6-979B-ED3F5FBAE0CE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6628593" y="4334844"/>
            <a:ext cx="517952" cy="563307"/>
          </a:xfrm>
        </p:spPr>
        <p:txBody>
          <a:bodyPr/>
          <a:lstStyle>
            <a:lvl1pPr>
              <a:lnSpc>
                <a:spcPct val="90000"/>
              </a:lnSpc>
              <a:spcBef>
                <a:spcPts val="800"/>
              </a:spcBef>
              <a:defRPr lang="en-US" sz="2133" b="0" i="0" kern="1200" noProof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959976">
              <a:lnSpc>
                <a:spcPct val="90000"/>
              </a:lnSpc>
              <a:spcBef>
                <a:spcPts val="400"/>
              </a:spcBef>
              <a:defRPr lang="fr-FR" sz="933" b="0" i="0" kern="1200" cap="all" baseline="0" dirty="0" err="1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90000"/>
              </a:lnSpc>
              <a:spcBef>
                <a:spcPts val="800"/>
              </a:spcBef>
              <a:defRPr sz="2267" b="0" i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959976">
              <a:lnSpc>
                <a:spcPct val="90000"/>
              </a:lnSpc>
              <a:spcBef>
                <a:spcPts val="400"/>
              </a:spcBef>
              <a:defRPr lang="fr-FR" sz="933" b="0" i="0" kern="1200" cap="all" baseline="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</a:lstStyle>
          <a:p>
            <a:pPr lvl="0"/>
            <a:r>
              <a:rPr lang="en-US" noProof="0" dirty="0"/>
              <a:t>00</a:t>
            </a:r>
          </a:p>
        </p:txBody>
      </p:sp>
      <p:sp>
        <p:nvSpPr>
          <p:cNvPr id="125" name="Espace réservé du texte 17">
            <a:extLst>
              <a:ext uri="{FF2B5EF4-FFF2-40B4-BE49-F238E27FC236}">
                <a16:creationId xmlns:a16="http://schemas.microsoft.com/office/drawing/2014/main" id="{59A7AD2F-F568-4503-8FF8-3611A660ED34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6628593" y="5128365"/>
            <a:ext cx="517952" cy="563307"/>
          </a:xfrm>
        </p:spPr>
        <p:txBody>
          <a:bodyPr/>
          <a:lstStyle>
            <a:lvl1pPr>
              <a:lnSpc>
                <a:spcPct val="90000"/>
              </a:lnSpc>
              <a:spcBef>
                <a:spcPts val="800"/>
              </a:spcBef>
              <a:defRPr lang="en-US" sz="2133" b="0" i="0" kern="1200" noProof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959976">
              <a:lnSpc>
                <a:spcPct val="90000"/>
              </a:lnSpc>
              <a:spcBef>
                <a:spcPts val="400"/>
              </a:spcBef>
              <a:defRPr lang="fr-FR" sz="933" b="0" i="0" kern="1200" cap="all" baseline="0" dirty="0" err="1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90000"/>
              </a:lnSpc>
              <a:spcBef>
                <a:spcPts val="800"/>
              </a:spcBef>
              <a:defRPr sz="2267" b="0" i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959976">
              <a:lnSpc>
                <a:spcPct val="90000"/>
              </a:lnSpc>
              <a:spcBef>
                <a:spcPts val="400"/>
              </a:spcBef>
              <a:defRPr lang="fr-FR" sz="933" b="0" i="0" kern="1200" cap="all" baseline="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</a:lstStyle>
          <a:p>
            <a:pPr lvl="0"/>
            <a:r>
              <a:rPr lang="en-US" noProof="0" dirty="0"/>
              <a:t>00</a:t>
            </a:r>
          </a:p>
        </p:txBody>
      </p:sp>
      <p:sp>
        <p:nvSpPr>
          <p:cNvPr id="171" name="Espace réservé du texte 17">
            <a:extLst>
              <a:ext uri="{FF2B5EF4-FFF2-40B4-BE49-F238E27FC236}">
                <a16:creationId xmlns:a16="http://schemas.microsoft.com/office/drawing/2014/main" id="{F76009EF-0F43-4873-91C8-26C6B0F441B3}"/>
              </a:ext>
            </a:extLst>
          </p:cNvPr>
          <p:cNvSpPr>
            <a:spLocks noGrp="1"/>
          </p:cNvSpPr>
          <p:nvPr>
            <p:ph type="body" sz="quarter" idx="83"/>
          </p:nvPr>
        </p:nvSpPr>
        <p:spPr>
          <a:xfrm>
            <a:off x="1890217" y="2311400"/>
            <a:ext cx="3984145" cy="205912"/>
          </a:xfrm>
        </p:spPr>
        <p:txBody>
          <a:bodyPr/>
          <a:lstStyle>
            <a:lvl1pPr>
              <a:lnSpc>
                <a:spcPct val="90000"/>
              </a:lnSpc>
              <a:spcBef>
                <a:spcPts val="800"/>
              </a:spcBef>
              <a:defRPr sz="1067" b="0" i="0" cap="all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None/>
              <a:defRPr lang="fr-FR" sz="1067" b="0" i="0" kern="1200" cap="all" baseline="0" dirty="0" err="1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90000"/>
              </a:lnSpc>
              <a:spcBef>
                <a:spcPts val="800"/>
              </a:spcBef>
              <a:defRPr sz="1067" b="0" i="0" cap="all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0">
              <a:lnSpc>
                <a:spcPct val="90000"/>
              </a:lnSpc>
              <a:spcBef>
                <a:spcPts val="400"/>
              </a:spcBef>
              <a:defRPr lang="fr-FR" sz="1067" b="0" i="0" kern="1200" cap="all" baseline="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72" name="Espace réservé du texte 17">
            <a:extLst>
              <a:ext uri="{FF2B5EF4-FFF2-40B4-BE49-F238E27FC236}">
                <a16:creationId xmlns:a16="http://schemas.microsoft.com/office/drawing/2014/main" id="{992C4267-8843-489C-BDA2-A7781B549C30}"/>
              </a:ext>
            </a:extLst>
          </p:cNvPr>
          <p:cNvSpPr>
            <a:spLocks noGrp="1"/>
          </p:cNvSpPr>
          <p:nvPr>
            <p:ph type="body" sz="quarter" idx="84"/>
          </p:nvPr>
        </p:nvSpPr>
        <p:spPr>
          <a:xfrm>
            <a:off x="1889033" y="1957990"/>
            <a:ext cx="3984145" cy="323309"/>
          </a:xfrm>
        </p:spPr>
        <p:txBody>
          <a:bodyPr/>
          <a:lstStyle>
            <a:lvl1pPr>
              <a:lnSpc>
                <a:spcPct val="90000"/>
              </a:lnSpc>
              <a:spcBef>
                <a:spcPts val="800"/>
              </a:spcBef>
              <a:defRPr sz="2133" b="0" i="0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None/>
              <a:defRPr lang="fr-FR" sz="2133" b="0" i="0" kern="1200" cap="none" baseline="0" dirty="0" err="1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90000"/>
              </a:lnSpc>
              <a:spcBef>
                <a:spcPts val="800"/>
              </a:spcBef>
              <a:defRPr sz="2133" b="0" i="0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0">
              <a:lnSpc>
                <a:spcPct val="90000"/>
              </a:lnSpc>
              <a:spcBef>
                <a:spcPts val="400"/>
              </a:spcBef>
              <a:defRPr lang="fr-FR" sz="2133" b="0" i="0" kern="1200" cap="none" baseline="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73" name="Espace réservé du texte 17">
            <a:extLst>
              <a:ext uri="{FF2B5EF4-FFF2-40B4-BE49-F238E27FC236}">
                <a16:creationId xmlns:a16="http://schemas.microsoft.com/office/drawing/2014/main" id="{9CA0A737-645E-4692-BFD7-8713830985A3}"/>
              </a:ext>
            </a:extLst>
          </p:cNvPr>
          <p:cNvSpPr>
            <a:spLocks noGrp="1"/>
          </p:cNvSpPr>
          <p:nvPr>
            <p:ph type="body" sz="quarter" idx="85"/>
          </p:nvPr>
        </p:nvSpPr>
        <p:spPr>
          <a:xfrm>
            <a:off x="1890217" y="3111067"/>
            <a:ext cx="3984145" cy="205912"/>
          </a:xfrm>
        </p:spPr>
        <p:txBody>
          <a:bodyPr/>
          <a:lstStyle>
            <a:lvl1pPr>
              <a:lnSpc>
                <a:spcPct val="90000"/>
              </a:lnSpc>
              <a:spcBef>
                <a:spcPts val="800"/>
              </a:spcBef>
              <a:defRPr sz="1067" b="0" i="0" cap="all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None/>
              <a:defRPr lang="fr-FR" sz="1067" b="0" i="0" kern="1200" cap="all" baseline="0" dirty="0" err="1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90000"/>
              </a:lnSpc>
              <a:spcBef>
                <a:spcPts val="800"/>
              </a:spcBef>
              <a:defRPr sz="1067" b="0" i="0" cap="all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0">
              <a:lnSpc>
                <a:spcPct val="90000"/>
              </a:lnSpc>
              <a:spcBef>
                <a:spcPts val="400"/>
              </a:spcBef>
              <a:defRPr lang="fr-FR" sz="1067" b="0" i="0" kern="1200" cap="all" baseline="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74" name="Espace réservé du texte 17">
            <a:extLst>
              <a:ext uri="{FF2B5EF4-FFF2-40B4-BE49-F238E27FC236}">
                <a16:creationId xmlns:a16="http://schemas.microsoft.com/office/drawing/2014/main" id="{EA07FC7D-0F48-467E-8265-8D2A4C7B25A5}"/>
              </a:ext>
            </a:extLst>
          </p:cNvPr>
          <p:cNvSpPr>
            <a:spLocks noGrp="1"/>
          </p:cNvSpPr>
          <p:nvPr>
            <p:ph type="body" sz="quarter" idx="86"/>
          </p:nvPr>
        </p:nvSpPr>
        <p:spPr>
          <a:xfrm>
            <a:off x="1889033" y="2757656"/>
            <a:ext cx="3984145" cy="323309"/>
          </a:xfrm>
        </p:spPr>
        <p:txBody>
          <a:bodyPr/>
          <a:lstStyle>
            <a:lvl1pPr>
              <a:lnSpc>
                <a:spcPct val="90000"/>
              </a:lnSpc>
              <a:spcBef>
                <a:spcPts val="800"/>
              </a:spcBef>
              <a:defRPr sz="2133" b="0" i="0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None/>
              <a:defRPr lang="fr-FR" sz="2133" b="0" i="0" kern="1200" cap="none" baseline="0" dirty="0" err="1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90000"/>
              </a:lnSpc>
              <a:spcBef>
                <a:spcPts val="800"/>
              </a:spcBef>
              <a:defRPr sz="2133" b="0" i="0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0">
              <a:lnSpc>
                <a:spcPct val="90000"/>
              </a:lnSpc>
              <a:spcBef>
                <a:spcPts val="400"/>
              </a:spcBef>
              <a:defRPr lang="fr-FR" sz="2133" b="0" i="0" kern="1200" cap="none" baseline="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75" name="Espace réservé du texte 17">
            <a:extLst>
              <a:ext uri="{FF2B5EF4-FFF2-40B4-BE49-F238E27FC236}">
                <a16:creationId xmlns:a16="http://schemas.microsoft.com/office/drawing/2014/main" id="{DABC94A2-3D6D-4C3B-99A1-FC80D5B47E01}"/>
              </a:ext>
            </a:extLst>
          </p:cNvPr>
          <p:cNvSpPr>
            <a:spLocks noGrp="1"/>
          </p:cNvSpPr>
          <p:nvPr>
            <p:ph type="body" sz="quarter" idx="87"/>
          </p:nvPr>
        </p:nvSpPr>
        <p:spPr>
          <a:xfrm>
            <a:off x="1890217" y="3894737"/>
            <a:ext cx="3984145" cy="205912"/>
          </a:xfrm>
        </p:spPr>
        <p:txBody>
          <a:bodyPr/>
          <a:lstStyle>
            <a:lvl1pPr>
              <a:lnSpc>
                <a:spcPct val="90000"/>
              </a:lnSpc>
              <a:spcBef>
                <a:spcPts val="800"/>
              </a:spcBef>
              <a:defRPr sz="1067" b="0" i="0" cap="all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None/>
              <a:defRPr lang="fr-FR" sz="1067" b="0" i="0" kern="1200" cap="all" baseline="0" dirty="0" err="1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90000"/>
              </a:lnSpc>
              <a:spcBef>
                <a:spcPts val="800"/>
              </a:spcBef>
              <a:defRPr sz="1067" b="0" i="0" cap="all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0">
              <a:lnSpc>
                <a:spcPct val="90000"/>
              </a:lnSpc>
              <a:spcBef>
                <a:spcPts val="400"/>
              </a:spcBef>
              <a:defRPr lang="fr-FR" sz="1067" b="0" i="0" kern="1200" cap="all" baseline="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76" name="Espace réservé du texte 17">
            <a:extLst>
              <a:ext uri="{FF2B5EF4-FFF2-40B4-BE49-F238E27FC236}">
                <a16:creationId xmlns:a16="http://schemas.microsoft.com/office/drawing/2014/main" id="{B4BCF212-97F3-4F17-A4AF-E597DA1C4089}"/>
              </a:ext>
            </a:extLst>
          </p:cNvPr>
          <p:cNvSpPr>
            <a:spLocks noGrp="1"/>
          </p:cNvSpPr>
          <p:nvPr>
            <p:ph type="body" sz="quarter" idx="88"/>
          </p:nvPr>
        </p:nvSpPr>
        <p:spPr>
          <a:xfrm>
            <a:off x="1889033" y="3541327"/>
            <a:ext cx="3984145" cy="323309"/>
          </a:xfrm>
        </p:spPr>
        <p:txBody>
          <a:bodyPr/>
          <a:lstStyle>
            <a:lvl1pPr>
              <a:lnSpc>
                <a:spcPct val="90000"/>
              </a:lnSpc>
              <a:spcBef>
                <a:spcPts val="800"/>
              </a:spcBef>
              <a:defRPr sz="2133" b="0" i="0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None/>
              <a:defRPr lang="fr-FR" sz="2133" b="0" i="0" kern="1200" cap="none" baseline="0" dirty="0" err="1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90000"/>
              </a:lnSpc>
              <a:spcBef>
                <a:spcPts val="800"/>
              </a:spcBef>
              <a:defRPr sz="2133" b="0" i="0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0">
              <a:lnSpc>
                <a:spcPct val="90000"/>
              </a:lnSpc>
              <a:spcBef>
                <a:spcPts val="400"/>
              </a:spcBef>
              <a:defRPr lang="fr-FR" sz="2133" b="0" i="0" kern="1200" cap="none" baseline="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77" name="Espace réservé du texte 17">
            <a:extLst>
              <a:ext uri="{FF2B5EF4-FFF2-40B4-BE49-F238E27FC236}">
                <a16:creationId xmlns:a16="http://schemas.microsoft.com/office/drawing/2014/main" id="{F13BA32F-5E1A-4B20-A528-9672446426DC}"/>
              </a:ext>
            </a:extLst>
          </p:cNvPr>
          <p:cNvSpPr>
            <a:spLocks noGrp="1"/>
          </p:cNvSpPr>
          <p:nvPr>
            <p:ph type="body" sz="quarter" idx="89"/>
          </p:nvPr>
        </p:nvSpPr>
        <p:spPr>
          <a:xfrm>
            <a:off x="1890217" y="4686405"/>
            <a:ext cx="3984145" cy="205912"/>
          </a:xfrm>
        </p:spPr>
        <p:txBody>
          <a:bodyPr/>
          <a:lstStyle>
            <a:lvl1pPr>
              <a:lnSpc>
                <a:spcPct val="90000"/>
              </a:lnSpc>
              <a:spcBef>
                <a:spcPts val="800"/>
              </a:spcBef>
              <a:defRPr sz="1067" b="0" i="0" cap="all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None/>
              <a:defRPr lang="fr-FR" sz="1067" b="0" i="0" kern="1200" cap="all" baseline="0" dirty="0" err="1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90000"/>
              </a:lnSpc>
              <a:spcBef>
                <a:spcPts val="800"/>
              </a:spcBef>
              <a:defRPr sz="1067" b="0" i="0" cap="all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0">
              <a:lnSpc>
                <a:spcPct val="90000"/>
              </a:lnSpc>
              <a:spcBef>
                <a:spcPts val="400"/>
              </a:spcBef>
              <a:defRPr lang="fr-FR" sz="1067" b="0" i="0" kern="1200" cap="all" baseline="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78" name="Espace réservé du texte 17">
            <a:extLst>
              <a:ext uri="{FF2B5EF4-FFF2-40B4-BE49-F238E27FC236}">
                <a16:creationId xmlns:a16="http://schemas.microsoft.com/office/drawing/2014/main" id="{920DB0B3-FD86-49D8-8F01-632DB0B0FF76}"/>
              </a:ext>
            </a:extLst>
          </p:cNvPr>
          <p:cNvSpPr>
            <a:spLocks noGrp="1"/>
          </p:cNvSpPr>
          <p:nvPr>
            <p:ph type="body" sz="quarter" idx="90"/>
          </p:nvPr>
        </p:nvSpPr>
        <p:spPr>
          <a:xfrm>
            <a:off x="1889033" y="4332995"/>
            <a:ext cx="3984145" cy="323309"/>
          </a:xfrm>
        </p:spPr>
        <p:txBody>
          <a:bodyPr/>
          <a:lstStyle>
            <a:lvl1pPr>
              <a:lnSpc>
                <a:spcPct val="90000"/>
              </a:lnSpc>
              <a:spcBef>
                <a:spcPts val="800"/>
              </a:spcBef>
              <a:defRPr sz="2133" b="0" i="0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None/>
              <a:defRPr lang="fr-FR" sz="2133" b="0" i="0" kern="1200" cap="none" baseline="0" dirty="0" err="1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90000"/>
              </a:lnSpc>
              <a:spcBef>
                <a:spcPts val="800"/>
              </a:spcBef>
              <a:defRPr sz="2133" b="0" i="0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0">
              <a:lnSpc>
                <a:spcPct val="90000"/>
              </a:lnSpc>
              <a:spcBef>
                <a:spcPts val="400"/>
              </a:spcBef>
              <a:defRPr lang="fr-FR" sz="2133" b="0" i="0" kern="1200" cap="none" baseline="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79" name="Espace réservé du texte 17">
            <a:extLst>
              <a:ext uri="{FF2B5EF4-FFF2-40B4-BE49-F238E27FC236}">
                <a16:creationId xmlns:a16="http://schemas.microsoft.com/office/drawing/2014/main" id="{4D5C3EB0-17A1-481A-8460-030803714A3D}"/>
              </a:ext>
            </a:extLst>
          </p:cNvPr>
          <p:cNvSpPr>
            <a:spLocks noGrp="1"/>
          </p:cNvSpPr>
          <p:nvPr>
            <p:ph type="body" sz="quarter" idx="91"/>
          </p:nvPr>
        </p:nvSpPr>
        <p:spPr>
          <a:xfrm>
            <a:off x="1890217" y="5485760"/>
            <a:ext cx="3984145" cy="205912"/>
          </a:xfrm>
        </p:spPr>
        <p:txBody>
          <a:bodyPr/>
          <a:lstStyle>
            <a:lvl1pPr>
              <a:lnSpc>
                <a:spcPct val="90000"/>
              </a:lnSpc>
              <a:spcBef>
                <a:spcPts val="800"/>
              </a:spcBef>
              <a:defRPr sz="1067" b="0" i="0" cap="all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None/>
              <a:defRPr lang="fr-FR" sz="1067" b="0" i="0" kern="1200" cap="all" baseline="0" dirty="0" err="1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90000"/>
              </a:lnSpc>
              <a:spcBef>
                <a:spcPts val="800"/>
              </a:spcBef>
              <a:defRPr sz="1067" b="0" i="0" cap="all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0">
              <a:lnSpc>
                <a:spcPct val="90000"/>
              </a:lnSpc>
              <a:spcBef>
                <a:spcPts val="400"/>
              </a:spcBef>
              <a:defRPr lang="fr-FR" sz="1067" b="0" i="0" kern="1200" cap="all" baseline="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80" name="Espace réservé du texte 17">
            <a:extLst>
              <a:ext uri="{FF2B5EF4-FFF2-40B4-BE49-F238E27FC236}">
                <a16:creationId xmlns:a16="http://schemas.microsoft.com/office/drawing/2014/main" id="{0BC088B8-2A7D-4727-84F1-67BE7254C140}"/>
              </a:ext>
            </a:extLst>
          </p:cNvPr>
          <p:cNvSpPr>
            <a:spLocks noGrp="1"/>
          </p:cNvSpPr>
          <p:nvPr>
            <p:ph type="body" sz="quarter" idx="92"/>
          </p:nvPr>
        </p:nvSpPr>
        <p:spPr>
          <a:xfrm>
            <a:off x="1889033" y="5132350"/>
            <a:ext cx="3984145" cy="323309"/>
          </a:xfrm>
        </p:spPr>
        <p:txBody>
          <a:bodyPr/>
          <a:lstStyle>
            <a:lvl1pPr>
              <a:lnSpc>
                <a:spcPct val="90000"/>
              </a:lnSpc>
              <a:spcBef>
                <a:spcPts val="800"/>
              </a:spcBef>
              <a:defRPr sz="2133" b="0" i="0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None/>
              <a:defRPr lang="fr-FR" sz="2133" b="0" i="0" kern="1200" cap="none" baseline="0" dirty="0" err="1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90000"/>
              </a:lnSpc>
              <a:spcBef>
                <a:spcPts val="800"/>
              </a:spcBef>
              <a:defRPr sz="2133" b="0" i="0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0">
              <a:lnSpc>
                <a:spcPct val="90000"/>
              </a:lnSpc>
              <a:spcBef>
                <a:spcPts val="400"/>
              </a:spcBef>
              <a:defRPr lang="fr-FR" sz="2133" b="0" i="0" kern="1200" cap="none" baseline="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91" name="Espace réservé du texte 17">
            <a:extLst>
              <a:ext uri="{FF2B5EF4-FFF2-40B4-BE49-F238E27FC236}">
                <a16:creationId xmlns:a16="http://schemas.microsoft.com/office/drawing/2014/main" id="{5599C94B-1830-4681-A21C-C4AE3554868C}"/>
              </a:ext>
            </a:extLst>
          </p:cNvPr>
          <p:cNvSpPr>
            <a:spLocks noGrp="1"/>
          </p:cNvSpPr>
          <p:nvPr>
            <p:ph type="body" sz="quarter" idx="93"/>
          </p:nvPr>
        </p:nvSpPr>
        <p:spPr>
          <a:xfrm>
            <a:off x="7376332" y="2311400"/>
            <a:ext cx="3984145" cy="205912"/>
          </a:xfrm>
        </p:spPr>
        <p:txBody>
          <a:bodyPr/>
          <a:lstStyle>
            <a:lvl1pPr>
              <a:lnSpc>
                <a:spcPct val="90000"/>
              </a:lnSpc>
              <a:spcBef>
                <a:spcPts val="800"/>
              </a:spcBef>
              <a:defRPr sz="1067" b="0" i="0" cap="all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None/>
              <a:defRPr lang="fr-FR" sz="1067" b="0" i="0" kern="1200" cap="all" baseline="0" dirty="0" err="1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90000"/>
              </a:lnSpc>
              <a:spcBef>
                <a:spcPts val="800"/>
              </a:spcBef>
              <a:defRPr sz="1067" b="0" i="0" cap="all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0">
              <a:lnSpc>
                <a:spcPct val="90000"/>
              </a:lnSpc>
              <a:spcBef>
                <a:spcPts val="400"/>
              </a:spcBef>
              <a:defRPr lang="fr-FR" sz="1067" b="0" i="0" kern="1200" cap="all" baseline="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92" name="Espace réservé du texte 17">
            <a:extLst>
              <a:ext uri="{FF2B5EF4-FFF2-40B4-BE49-F238E27FC236}">
                <a16:creationId xmlns:a16="http://schemas.microsoft.com/office/drawing/2014/main" id="{81F4A82C-0719-446F-8204-BD600D39DFA6}"/>
              </a:ext>
            </a:extLst>
          </p:cNvPr>
          <p:cNvSpPr>
            <a:spLocks noGrp="1"/>
          </p:cNvSpPr>
          <p:nvPr>
            <p:ph type="body" sz="quarter" idx="94"/>
          </p:nvPr>
        </p:nvSpPr>
        <p:spPr>
          <a:xfrm>
            <a:off x="7375148" y="1957990"/>
            <a:ext cx="3984145" cy="323309"/>
          </a:xfrm>
        </p:spPr>
        <p:txBody>
          <a:bodyPr/>
          <a:lstStyle>
            <a:lvl1pPr>
              <a:lnSpc>
                <a:spcPct val="90000"/>
              </a:lnSpc>
              <a:spcBef>
                <a:spcPts val="800"/>
              </a:spcBef>
              <a:defRPr sz="2133" b="0" i="0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None/>
              <a:defRPr lang="fr-FR" sz="2133" b="0" i="0" kern="1200" cap="none" baseline="0" dirty="0" err="1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90000"/>
              </a:lnSpc>
              <a:spcBef>
                <a:spcPts val="800"/>
              </a:spcBef>
              <a:defRPr sz="2133" b="0" i="0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0">
              <a:lnSpc>
                <a:spcPct val="90000"/>
              </a:lnSpc>
              <a:spcBef>
                <a:spcPts val="400"/>
              </a:spcBef>
              <a:defRPr lang="fr-FR" sz="2133" b="0" i="0" kern="1200" cap="none" baseline="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93" name="Espace réservé du texte 17">
            <a:extLst>
              <a:ext uri="{FF2B5EF4-FFF2-40B4-BE49-F238E27FC236}">
                <a16:creationId xmlns:a16="http://schemas.microsoft.com/office/drawing/2014/main" id="{EF8088A7-1D02-466E-84F0-04D764E0DC4A}"/>
              </a:ext>
            </a:extLst>
          </p:cNvPr>
          <p:cNvSpPr>
            <a:spLocks noGrp="1"/>
          </p:cNvSpPr>
          <p:nvPr>
            <p:ph type="body" sz="quarter" idx="95"/>
          </p:nvPr>
        </p:nvSpPr>
        <p:spPr>
          <a:xfrm>
            <a:off x="7376332" y="3111067"/>
            <a:ext cx="3984145" cy="205912"/>
          </a:xfrm>
        </p:spPr>
        <p:txBody>
          <a:bodyPr/>
          <a:lstStyle>
            <a:lvl1pPr>
              <a:lnSpc>
                <a:spcPct val="90000"/>
              </a:lnSpc>
              <a:spcBef>
                <a:spcPts val="800"/>
              </a:spcBef>
              <a:defRPr sz="1067" b="0" i="0" cap="all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None/>
              <a:defRPr lang="fr-FR" sz="1067" b="0" i="0" kern="1200" cap="all" baseline="0" dirty="0" err="1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90000"/>
              </a:lnSpc>
              <a:spcBef>
                <a:spcPts val="800"/>
              </a:spcBef>
              <a:defRPr sz="1067" b="0" i="0" cap="all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0">
              <a:lnSpc>
                <a:spcPct val="90000"/>
              </a:lnSpc>
              <a:spcBef>
                <a:spcPts val="400"/>
              </a:spcBef>
              <a:defRPr lang="fr-FR" sz="1067" b="0" i="0" kern="1200" cap="all" baseline="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94" name="Espace réservé du texte 17">
            <a:extLst>
              <a:ext uri="{FF2B5EF4-FFF2-40B4-BE49-F238E27FC236}">
                <a16:creationId xmlns:a16="http://schemas.microsoft.com/office/drawing/2014/main" id="{134577A3-254A-436C-A36C-9D09814B41BB}"/>
              </a:ext>
            </a:extLst>
          </p:cNvPr>
          <p:cNvSpPr>
            <a:spLocks noGrp="1"/>
          </p:cNvSpPr>
          <p:nvPr>
            <p:ph type="body" sz="quarter" idx="96"/>
          </p:nvPr>
        </p:nvSpPr>
        <p:spPr>
          <a:xfrm>
            <a:off x="7375148" y="2757656"/>
            <a:ext cx="3984145" cy="323309"/>
          </a:xfrm>
        </p:spPr>
        <p:txBody>
          <a:bodyPr/>
          <a:lstStyle>
            <a:lvl1pPr>
              <a:lnSpc>
                <a:spcPct val="90000"/>
              </a:lnSpc>
              <a:spcBef>
                <a:spcPts val="800"/>
              </a:spcBef>
              <a:defRPr sz="2133" b="0" i="0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None/>
              <a:defRPr lang="fr-FR" sz="2133" b="0" i="0" kern="1200" cap="none" baseline="0" dirty="0" err="1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90000"/>
              </a:lnSpc>
              <a:spcBef>
                <a:spcPts val="800"/>
              </a:spcBef>
              <a:defRPr sz="2133" b="0" i="0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0">
              <a:lnSpc>
                <a:spcPct val="90000"/>
              </a:lnSpc>
              <a:spcBef>
                <a:spcPts val="400"/>
              </a:spcBef>
              <a:defRPr lang="fr-FR" sz="2133" b="0" i="0" kern="1200" cap="none" baseline="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95" name="Espace réservé du texte 17">
            <a:extLst>
              <a:ext uri="{FF2B5EF4-FFF2-40B4-BE49-F238E27FC236}">
                <a16:creationId xmlns:a16="http://schemas.microsoft.com/office/drawing/2014/main" id="{694AA9F3-9F80-43B9-A7BA-A659EBF77CF5}"/>
              </a:ext>
            </a:extLst>
          </p:cNvPr>
          <p:cNvSpPr>
            <a:spLocks noGrp="1"/>
          </p:cNvSpPr>
          <p:nvPr>
            <p:ph type="body" sz="quarter" idx="97"/>
          </p:nvPr>
        </p:nvSpPr>
        <p:spPr>
          <a:xfrm>
            <a:off x="7376332" y="3894737"/>
            <a:ext cx="3984145" cy="205912"/>
          </a:xfrm>
        </p:spPr>
        <p:txBody>
          <a:bodyPr/>
          <a:lstStyle>
            <a:lvl1pPr>
              <a:lnSpc>
                <a:spcPct val="90000"/>
              </a:lnSpc>
              <a:spcBef>
                <a:spcPts val="800"/>
              </a:spcBef>
              <a:defRPr sz="1067" b="0" i="0" cap="all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None/>
              <a:defRPr lang="fr-FR" sz="1067" b="0" i="0" kern="1200" cap="all" baseline="0" dirty="0" err="1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90000"/>
              </a:lnSpc>
              <a:spcBef>
                <a:spcPts val="800"/>
              </a:spcBef>
              <a:defRPr sz="1067" b="0" i="0" cap="all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0">
              <a:lnSpc>
                <a:spcPct val="90000"/>
              </a:lnSpc>
              <a:spcBef>
                <a:spcPts val="400"/>
              </a:spcBef>
              <a:defRPr lang="fr-FR" sz="1067" b="0" i="0" kern="1200" cap="all" baseline="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96" name="Espace réservé du texte 17">
            <a:extLst>
              <a:ext uri="{FF2B5EF4-FFF2-40B4-BE49-F238E27FC236}">
                <a16:creationId xmlns:a16="http://schemas.microsoft.com/office/drawing/2014/main" id="{3123C134-847A-48A6-8622-283EBB3AFAB9}"/>
              </a:ext>
            </a:extLst>
          </p:cNvPr>
          <p:cNvSpPr>
            <a:spLocks noGrp="1"/>
          </p:cNvSpPr>
          <p:nvPr>
            <p:ph type="body" sz="quarter" idx="98"/>
          </p:nvPr>
        </p:nvSpPr>
        <p:spPr>
          <a:xfrm>
            <a:off x="7375148" y="3541327"/>
            <a:ext cx="3984145" cy="323309"/>
          </a:xfrm>
        </p:spPr>
        <p:txBody>
          <a:bodyPr/>
          <a:lstStyle>
            <a:lvl1pPr>
              <a:lnSpc>
                <a:spcPct val="90000"/>
              </a:lnSpc>
              <a:spcBef>
                <a:spcPts val="800"/>
              </a:spcBef>
              <a:defRPr sz="2133" b="0" i="0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None/>
              <a:defRPr lang="fr-FR" sz="2133" b="0" i="0" kern="1200" cap="none" baseline="0" dirty="0" err="1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90000"/>
              </a:lnSpc>
              <a:spcBef>
                <a:spcPts val="800"/>
              </a:spcBef>
              <a:defRPr sz="2133" b="0" i="0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0">
              <a:lnSpc>
                <a:spcPct val="90000"/>
              </a:lnSpc>
              <a:spcBef>
                <a:spcPts val="400"/>
              </a:spcBef>
              <a:defRPr lang="fr-FR" sz="2133" b="0" i="0" kern="1200" cap="none" baseline="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97" name="Espace réservé du texte 17">
            <a:extLst>
              <a:ext uri="{FF2B5EF4-FFF2-40B4-BE49-F238E27FC236}">
                <a16:creationId xmlns:a16="http://schemas.microsoft.com/office/drawing/2014/main" id="{EF32F629-964F-4E14-B1A1-6D678560527F}"/>
              </a:ext>
            </a:extLst>
          </p:cNvPr>
          <p:cNvSpPr>
            <a:spLocks noGrp="1"/>
          </p:cNvSpPr>
          <p:nvPr>
            <p:ph type="body" sz="quarter" idx="99"/>
          </p:nvPr>
        </p:nvSpPr>
        <p:spPr>
          <a:xfrm>
            <a:off x="7376332" y="4686405"/>
            <a:ext cx="3984145" cy="205912"/>
          </a:xfrm>
        </p:spPr>
        <p:txBody>
          <a:bodyPr/>
          <a:lstStyle>
            <a:lvl1pPr>
              <a:lnSpc>
                <a:spcPct val="90000"/>
              </a:lnSpc>
              <a:spcBef>
                <a:spcPts val="800"/>
              </a:spcBef>
              <a:defRPr sz="1067" b="0" i="0" cap="all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None/>
              <a:defRPr lang="fr-FR" sz="1067" b="0" i="0" kern="1200" cap="all" baseline="0" dirty="0" err="1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90000"/>
              </a:lnSpc>
              <a:spcBef>
                <a:spcPts val="800"/>
              </a:spcBef>
              <a:defRPr sz="1067" b="0" i="0" cap="all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0">
              <a:lnSpc>
                <a:spcPct val="90000"/>
              </a:lnSpc>
              <a:spcBef>
                <a:spcPts val="400"/>
              </a:spcBef>
              <a:defRPr lang="fr-FR" sz="1067" b="0" i="0" kern="1200" cap="all" baseline="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98" name="Espace réservé du texte 17">
            <a:extLst>
              <a:ext uri="{FF2B5EF4-FFF2-40B4-BE49-F238E27FC236}">
                <a16:creationId xmlns:a16="http://schemas.microsoft.com/office/drawing/2014/main" id="{A0F44CD8-F3DD-47F9-9C0A-6B207499E86A}"/>
              </a:ext>
            </a:extLst>
          </p:cNvPr>
          <p:cNvSpPr>
            <a:spLocks noGrp="1"/>
          </p:cNvSpPr>
          <p:nvPr>
            <p:ph type="body" sz="quarter" idx="100"/>
          </p:nvPr>
        </p:nvSpPr>
        <p:spPr>
          <a:xfrm>
            <a:off x="7375148" y="4332995"/>
            <a:ext cx="3984145" cy="323309"/>
          </a:xfrm>
        </p:spPr>
        <p:txBody>
          <a:bodyPr/>
          <a:lstStyle>
            <a:lvl1pPr>
              <a:lnSpc>
                <a:spcPct val="90000"/>
              </a:lnSpc>
              <a:spcBef>
                <a:spcPts val="800"/>
              </a:spcBef>
              <a:defRPr sz="2133" b="0" i="0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None/>
              <a:defRPr lang="fr-FR" sz="2133" b="0" i="0" kern="1200" cap="none" baseline="0" dirty="0" err="1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90000"/>
              </a:lnSpc>
              <a:spcBef>
                <a:spcPts val="800"/>
              </a:spcBef>
              <a:defRPr sz="2133" b="0" i="0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0">
              <a:lnSpc>
                <a:spcPct val="90000"/>
              </a:lnSpc>
              <a:spcBef>
                <a:spcPts val="400"/>
              </a:spcBef>
              <a:defRPr lang="fr-FR" sz="2133" b="0" i="0" kern="1200" cap="none" baseline="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99" name="Espace réservé du texte 17">
            <a:extLst>
              <a:ext uri="{FF2B5EF4-FFF2-40B4-BE49-F238E27FC236}">
                <a16:creationId xmlns:a16="http://schemas.microsoft.com/office/drawing/2014/main" id="{816D3008-850F-471B-9C7E-0D97399B5925}"/>
              </a:ext>
            </a:extLst>
          </p:cNvPr>
          <p:cNvSpPr>
            <a:spLocks noGrp="1"/>
          </p:cNvSpPr>
          <p:nvPr>
            <p:ph type="body" sz="quarter" idx="101"/>
          </p:nvPr>
        </p:nvSpPr>
        <p:spPr>
          <a:xfrm>
            <a:off x="7376332" y="5485760"/>
            <a:ext cx="3984145" cy="205912"/>
          </a:xfrm>
        </p:spPr>
        <p:txBody>
          <a:bodyPr/>
          <a:lstStyle>
            <a:lvl1pPr>
              <a:lnSpc>
                <a:spcPct val="90000"/>
              </a:lnSpc>
              <a:spcBef>
                <a:spcPts val="800"/>
              </a:spcBef>
              <a:defRPr sz="1067" b="0" i="0" cap="all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None/>
              <a:defRPr lang="fr-FR" sz="1067" b="0" i="0" kern="1200" cap="all" baseline="0" dirty="0" err="1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90000"/>
              </a:lnSpc>
              <a:spcBef>
                <a:spcPts val="800"/>
              </a:spcBef>
              <a:defRPr sz="1067" b="0" i="0" cap="all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0">
              <a:lnSpc>
                <a:spcPct val="90000"/>
              </a:lnSpc>
              <a:spcBef>
                <a:spcPts val="400"/>
              </a:spcBef>
              <a:defRPr lang="fr-FR" sz="1067" b="0" i="0" kern="1200" cap="all" baseline="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00" name="Espace réservé du texte 17">
            <a:extLst>
              <a:ext uri="{FF2B5EF4-FFF2-40B4-BE49-F238E27FC236}">
                <a16:creationId xmlns:a16="http://schemas.microsoft.com/office/drawing/2014/main" id="{D3020D71-C5F3-42BA-8874-B40E24DB7F68}"/>
              </a:ext>
            </a:extLst>
          </p:cNvPr>
          <p:cNvSpPr>
            <a:spLocks noGrp="1"/>
          </p:cNvSpPr>
          <p:nvPr>
            <p:ph type="body" sz="quarter" idx="102"/>
          </p:nvPr>
        </p:nvSpPr>
        <p:spPr>
          <a:xfrm>
            <a:off x="7375148" y="5132350"/>
            <a:ext cx="3984145" cy="323309"/>
          </a:xfrm>
        </p:spPr>
        <p:txBody>
          <a:bodyPr/>
          <a:lstStyle>
            <a:lvl1pPr>
              <a:lnSpc>
                <a:spcPct val="90000"/>
              </a:lnSpc>
              <a:spcBef>
                <a:spcPts val="800"/>
              </a:spcBef>
              <a:defRPr sz="2133" b="0" i="0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None/>
              <a:defRPr lang="fr-FR" sz="2133" b="0" i="0" kern="1200" cap="none" baseline="0" dirty="0" err="1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90000"/>
              </a:lnSpc>
              <a:spcBef>
                <a:spcPts val="800"/>
              </a:spcBef>
              <a:defRPr sz="2133" b="0" i="0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0">
              <a:lnSpc>
                <a:spcPct val="90000"/>
              </a:lnSpc>
              <a:spcBef>
                <a:spcPts val="400"/>
              </a:spcBef>
              <a:defRPr lang="fr-FR" sz="2133" b="0" i="0" kern="1200" cap="none" baseline="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3399648-618D-47E8-91C9-BB5481D98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919899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que 4">
            <a:extLst>
              <a:ext uri="{FF2B5EF4-FFF2-40B4-BE49-F238E27FC236}">
                <a16:creationId xmlns:a16="http://schemas.microsoft.com/office/drawing/2014/main" id="{D97075C2-D640-40B7-B715-DE36BBB3FC4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498963" y="4159250"/>
            <a:ext cx="1271271" cy="1257300"/>
          </a:xfrm>
          <a:prstGeom prst="rect">
            <a:avLst/>
          </a:prstGeom>
        </p:spPr>
      </p:pic>
      <p:sp>
        <p:nvSpPr>
          <p:cNvPr id="7" name="Espace réservé du texte 17">
            <a:extLst>
              <a:ext uri="{FF2B5EF4-FFF2-40B4-BE49-F238E27FC236}">
                <a16:creationId xmlns:a16="http://schemas.microsoft.com/office/drawing/2014/main" id="{1CE40FF4-616D-467E-AEDB-B9934FB2C80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58241" y="3020997"/>
            <a:ext cx="1118105" cy="443199"/>
          </a:xfrm>
        </p:spPr>
        <p:txBody>
          <a:bodyPr vert="horz" lIns="0" tIns="0" rIns="0" bIns="0" rtlCol="0">
            <a:noAutofit/>
          </a:bodyPr>
          <a:lstStyle>
            <a:lvl1pPr>
              <a:defRPr lang="en-US" sz="3200" b="1" noProof="0" dirty="0">
                <a:solidFill>
                  <a:schemeClr val="tx1"/>
                </a:solidFill>
              </a:defRPr>
            </a:lvl1pPr>
          </a:lstStyle>
          <a:p>
            <a:pPr lvl="0" algn="r">
              <a:lnSpc>
                <a:spcPct val="90000"/>
              </a:lnSpc>
            </a:pPr>
            <a:r>
              <a:rPr lang="en-US" noProof="0" dirty="0"/>
              <a:t>00</a:t>
            </a:r>
          </a:p>
        </p:txBody>
      </p:sp>
      <p:sp>
        <p:nvSpPr>
          <p:cNvPr id="8" name="Espace réservé du texte 17">
            <a:extLst>
              <a:ext uri="{FF2B5EF4-FFF2-40B4-BE49-F238E27FC236}">
                <a16:creationId xmlns:a16="http://schemas.microsoft.com/office/drawing/2014/main" id="{2C7B456D-17FA-4CA6-A94C-1F15CC23B22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679091" y="3020997"/>
            <a:ext cx="6517348" cy="443199"/>
          </a:xfrm>
        </p:spPr>
        <p:txBody>
          <a:bodyPr/>
          <a:lstStyle>
            <a:lvl1pPr>
              <a:lnSpc>
                <a:spcPct val="90000"/>
              </a:lnSpc>
              <a:defRPr lang="fr-FR" sz="3200" b="1" i="0" kern="12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>
              <a:lnSpc>
                <a:spcPct val="90000"/>
              </a:lnSpc>
              <a:spcBef>
                <a:spcPts val="800"/>
              </a:spcBef>
              <a:defRPr lang="fr-FR" sz="1867" b="0" i="0" kern="1200" cap="all" baseline="0" dirty="0" err="1" smtClean="0">
                <a:solidFill>
                  <a:schemeClr val="bg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100000"/>
              </a:lnSpc>
              <a:spcBef>
                <a:spcPts val="1067"/>
              </a:spcBef>
              <a:defRPr sz="1867" i="1">
                <a:solidFill>
                  <a:schemeClr val="bg2"/>
                </a:solidFill>
              </a:defRPr>
            </a:lvl3pPr>
            <a:lvl4pPr>
              <a:lnSpc>
                <a:spcPct val="90000"/>
              </a:lnSpc>
              <a:spcBef>
                <a:spcPts val="400"/>
              </a:spcBef>
              <a:defRPr lang="fr-FR" sz="1000" kern="1200" cap="all" baseline="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9" name="Espace réservé du texte 17">
            <a:extLst>
              <a:ext uri="{FF2B5EF4-FFF2-40B4-BE49-F238E27FC236}">
                <a16:creationId xmlns:a16="http://schemas.microsoft.com/office/drawing/2014/main" id="{A4BDC3FC-500C-4A36-AFD2-52224706F78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2679091" y="3980878"/>
            <a:ext cx="6517348" cy="315415"/>
          </a:xfrm>
        </p:spPr>
        <p:txBody>
          <a:bodyPr/>
          <a:lstStyle>
            <a:lvl1pPr>
              <a:lnSpc>
                <a:spcPct val="90000"/>
              </a:lnSpc>
              <a:defRPr lang="fr-FR" sz="1867" b="0" i="1" kern="12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>
              <a:lnSpc>
                <a:spcPct val="90000"/>
              </a:lnSpc>
              <a:spcBef>
                <a:spcPts val="800"/>
              </a:spcBef>
              <a:defRPr lang="fr-FR" sz="1867" b="0" i="0" kern="1200" cap="all" baseline="0" dirty="0" err="1" smtClean="0">
                <a:solidFill>
                  <a:schemeClr val="bg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100000"/>
              </a:lnSpc>
              <a:spcBef>
                <a:spcPts val="1067"/>
              </a:spcBef>
              <a:defRPr sz="1867" i="1">
                <a:solidFill>
                  <a:schemeClr val="bg2"/>
                </a:solidFill>
              </a:defRPr>
            </a:lvl3pPr>
            <a:lvl4pPr>
              <a:lnSpc>
                <a:spcPct val="90000"/>
              </a:lnSpc>
              <a:spcBef>
                <a:spcPts val="400"/>
              </a:spcBef>
              <a:defRPr lang="fr-FR" sz="1000" kern="1200" cap="all" baseline="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0" name="Espace réservé du texte 17">
            <a:extLst>
              <a:ext uri="{FF2B5EF4-FFF2-40B4-BE49-F238E27FC236}">
                <a16:creationId xmlns:a16="http://schemas.microsoft.com/office/drawing/2014/main" id="{A97CE5D1-697D-4C34-8623-6B2871AE2E2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2679091" y="3554158"/>
            <a:ext cx="6517348" cy="315415"/>
          </a:xfrm>
        </p:spPr>
        <p:txBody>
          <a:bodyPr/>
          <a:lstStyle>
            <a:lvl1pPr>
              <a:lnSpc>
                <a:spcPct val="90000"/>
              </a:lnSpc>
              <a:defRPr lang="fr-FR" sz="1867" b="0" i="0" kern="1200" cap="all" baseline="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lang="fr-FR" sz="1867" b="0" i="0" kern="1200" cap="all" baseline="0" dirty="0" err="1" smtClean="0">
                <a:solidFill>
                  <a:schemeClr val="bg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100000"/>
              </a:lnSpc>
              <a:spcBef>
                <a:spcPts val="1067"/>
              </a:spcBef>
              <a:defRPr sz="1867" i="1">
                <a:solidFill>
                  <a:schemeClr val="bg2"/>
                </a:solidFill>
              </a:defRPr>
            </a:lvl3pPr>
            <a:lvl4pPr>
              <a:lnSpc>
                <a:spcPct val="90000"/>
              </a:lnSpc>
              <a:spcBef>
                <a:spcPts val="400"/>
              </a:spcBef>
              <a:defRPr lang="fr-FR" sz="1000" kern="1200" cap="all" baseline="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13971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(Light) Option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Espace réservé du texte 17">
            <a:extLst>
              <a:ext uri="{FF2B5EF4-FFF2-40B4-BE49-F238E27FC236}">
                <a16:creationId xmlns:a16="http://schemas.microsoft.com/office/drawing/2014/main" id="{B077D764-009F-4B11-889B-7C1F77AE7EF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58241" y="3020997"/>
            <a:ext cx="1118105" cy="443199"/>
          </a:xfrm>
        </p:spPr>
        <p:txBody>
          <a:bodyPr vert="horz" lIns="0" tIns="0" rIns="0" bIns="0" rtlCol="0">
            <a:noAutofit/>
          </a:bodyPr>
          <a:lstStyle>
            <a:lvl1pPr algn="r">
              <a:defRPr lang="en-US" sz="3200" b="1" noProof="0" dirty="0">
                <a:solidFill>
                  <a:schemeClr val="tx1"/>
                </a:solidFill>
              </a:defRPr>
            </a:lvl1pPr>
          </a:lstStyle>
          <a:p>
            <a:pPr lvl="0">
              <a:lnSpc>
                <a:spcPct val="90000"/>
              </a:lnSpc>
            </a:pPr>
            <a:r>
              <a:rPr lang="en-US" noProof="0" dirty="0"/>
              <a:t>00</a:t>
            </a:r>
          </a:p>
        </p:txBody>
      </p:sp>
      <p:sp>
        <p:nvSpPr>
          <p:cNvPr id="15" name="Espace réservé du texte 17">
            <a:extLst>
              <a:ext uri="{FF2B5EF4-FFF2-40B4-BE49-F238E27FC236}">
                <a16:creationId xmlns:a16="http://schemas.microsoft.com/office/drawing/2014/main" id="{26F07BC6-BD1D-4953-9F45-D190CB67B24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679091" y="3020997"/>
            <a:ext cx="6517348" cy="443199"/>
          </a:xfrm>
        </p:spPr>
        <p:txBody>
          <a:bodyPr/>
          <a:lstStyle>
            <a:lvl1pPr>
              <a:lnSpc>
                <a:spcPct val="90000"/>
              </a:lnSpc>
              <a:defRPr lang="fr-FR" sz="3200" b="1" i="0" kern="12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>
              <a:lnSpc>
                <a:spcPct val="90000"/>
              </a:lnSpc>
              <a:spcBef>
                <a:spcPts val="800"/>
              </a:spcBef>
              <a:defRPr lang="fr-FR" sz="1867" b="0" i="0" kern="1200" cap="all" baseline="0" dirty="0" err="1" smtClean="0">
                <a:solidFill>
                  <a:schemeClr val="bg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100000"/>
              </a:lnSpc>
              <a:spcBef>
                <a:spcPts val="1067"/>
              </a:spcBef>
              <a:defRPr sz="1867" i="1">
                <a:solidFill>
                  <a:schemeClr val="bg2"/>
                </a:solidFill>
              </a:defRPr>
            </a:lvl3pPr>
            <a:lvl4pPr>
              <a:lnSpc>
                <a:spcPct val="90000"/>
              </a:lnSpc>
              <a:spcBef>
                <a:spcPts val="400"/>
              </a:spcBef>
              <a:defRPr lang="fr-FR" sz="1000" kern="1200" cap="all" baseline="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6" name="Espace réservé du texte 17">
            <a:extLst>
              <a:ext uri="{FF2B5EF4-FFF2-40B4-BE49-F238E27FC236}">
                <a16:creationId xmlns:a16="http://schemas.microsoft.com/office/drawing/2014/main" id="{FB6BFF7B-8B97-443F-8D19-A75C20F978D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2679091" y="3980878"/>
            <a:ext cx="6517348" cy="315415"/>
          </a:xfrm>
        </p:spPr>
        <p:txBody>
          <a:bodyPr/>
          <a:lstStyle>
            <a:lvl1pPr>
              <a:lnSpc>
                <a:spcPct val="90000"/>
              </a:lnSpc>
              <a:defRPr lang="fr-FR" sz="1867" b="0" i="1" kern="12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>
              <a:lnSpc>
                <a:spcPct val="90000"/>
              </a:lnSpc>
              <a:spcBef>
                <a:spcPts val="800"/>
              </a:spcBef>
              <a:defRPr lang="fr-FR" sz="1867" b="0" i="0" kern="1200" cap="all" baseline="0" dirty="0" err="1" smtClean="0">
                <a:solidFill>
                  <a:schemeClr val="bg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100000"/>
              </a:lnSpc>
              <a:spcBef>
                <a:spcPts val="1067"/>
              </a:spcBef>
              <a:defRPr sz="1867" i="1">
                <a:solidFill>
                  <a:schemeClr val="bg2"/>
                </a:solidFill>
              </a:defRPr>
            </a:lvl3pPr>
            <a:lvl4pPr>
              <a:lnSpc>
                <a:spcPct val="90000"/>
              </a:lnSpc>
              <a:spcBef>
                <a:spcPts val="400"/>
              </a:spcBef>
              <a:defRPr lang="fr-FR" sz="1000" kern="1200" cap="all" baseline="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7" name="Espace réservé du texte 17">
            <a:extLst>
              <a:ext uri="{FF2B5EF4-FFF2-40B4-BE49-F238E27FC236}">
                <a16:creationId xmlns:a16="http://schemas.microsoft.com/office/drawing/2014/main" id="{DA36FF3D-AF0A-45ED-BF39-F628AE9DBF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2679091" y="3554158"/>
            <a:ext cx="6517348" cy="315415"/>
          </a:xfrm>
        </p:spPr>
        <p:txBody>
          <a:bodyPr/>
          <a:lstStyle>
            <a:lvl1pPr>
              <a:lnSpc>
                <a:spcPct val="90000"/>
              </a:lnSpc>
              <a:defRPr lang="fr-FR" sz="1867" b="0" i="0" kern="1200" cap="all" baseline="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>
              <a:lnSpc>
                <a:spcPct val="90000"/>
              </a:lnSpc>
              <a:spcBef>
                <a:spcPts val="800"/>
              </a:spcBef>
              <a:defRPr lang="fr-FR" sz="1867" b="0" i="0" kern="1200" cap="all" baseline="0" dirty="0" err="1" smtClean="0">
                <a:solidFill>
                  <a:schemeClr val="bg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100000"/>
              </a:lnSpc>
              <a:spcBef>
                <a:spcPts val="1067"/>
              </a:spcBef>
              <a:defRPr sz="1867" i="1">
                <a:solidFill>
                  <a:schemeClr val="bg2"/>
                </a:solidFill>
              </a:defRPr>
            </a:lvl3pPr>
            <a:lvl4pPr>
              <a:lnSpc>
                <a:spcPct val="90000"/>
              </a:lnSpc>
              <a:spcBef>
                <a:spcPts val="400"/>
              </a:spcBef>
              <a:defRPr lang="fr-FR" sz="1000" kern="1200" cap="all" baseline="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</a:lstStyle>
          <a:p>
            <a:pPr lvl="0"/>
            <a:r>
              <a:rPr lang="en-US" noProof="0"/>
              <a:t>Click to edit Master text styles</a:t>
            </a:r>
          </a:p>
        </p:txBody>
      </p:sp>
      <p:pic>
        <p:nvPicPr>
          <p:cNvPr id="8" name="Graphique 4">
            <a:extLst>
              <a:ext uri="{FF2B5EF4-FFF2-40B4-BE49-F238E27FC236}">
                <a16:creationId xmlns:a16="http://schemas.microsoft.com/office/drawing/2014/main" id="{8304C7AB-4C03-445E-AB02-65073611661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216013" y="964399"/>
            <a:ext cx="1271271" cy="125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5314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(Light) Option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Espace réservé du texte 17">
            <a:extLst>
              <a:ext uri="{FF2B5EF4-FFF2-40B4-BE49-F238E27FC236}">
                <a16:creationId xmlns:a16="http://schemas.microsoft.com/office/drawing/2014/main" id="{B077D764-009F-4B11-889B-7C1F77AE7EF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58241" y="3020997"/>
            <a:ext cx="1118105" cy="443199"/>
          </a:xfrm>
        </p:spPr>
        <p:txBody>
          <a:bodyPr vert="horz" lIns="0" tIns="0" rIns="0" bIns="0" rtlCol="0">
            <a:noAutofit/>
          </a:bodyPr>
          <a:lstStyle>
            <a:lvl1pPr algn="r">
              <a:defRPr lang="en-US" sz="3200" b="1" noProof="0" dirty="0">
                <a:solidFill>
                  <a:schemeClr val="tx1"/>
                </a:solidFill>
              </a:defRPr>
            </a:lvl1pPr>
          </a:lstStyle>
          <a:p>
            <a:pPr lvl="0">
              <a:lnSpc>
                <a:spcPct val="90000"/>
              </a:lnSpc>
            </a:pPr>
            <a:r>
              <a:rPr lang="en-US" noProof="0" dirty="0"/>
              <a:t>00</a:t>
            </a:r>
          </a:p>
        </p:txBody>
      </p:sp>
      <p:sp>
        <p:nvSpPr>
          <p:cNvPr id="15" name="Espace réservé du texte 17">
            <a:extLst>
              <a:ext uri="{FF2B5EF4-FFF2-40B4-BE49-F238E27FC236}">
                <a16:creationId xmlns:a16="http://schemas.microsoft.com/office/drawing/2014/main" id="{26F07BC6-BD1D-4953-9F45-D190CB67B24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679091" y="3020997"/>
            <a:ext cx="6517348" cy="443199"/>
          </a:xfrm>
        </p:spPr>
        <p:txBody>
          <a:bodyPr/>
          <a:lstStyle>
            <a:lvl1pPr>
              <a:lnSpc>
                <a:spcPct val="90000"/>
              </a:lnSpc>
              <a:defRPr lang="fr-FR" sz="3200" b="1" i="0" kern="12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>
              <a:lnSpc>
                <a:spcPct val="90000"/>
              </a:lnSpc>
              <a:spcBef>
                <a:spcPts val="800"/>
              </a:spcBef>
              <a:defRPr lang="fr-FR" sz="1867" b="0" i="0" kern="1200" cap="all" baseline="0" dirty="0" err="1" smtClean="0">
                <a:solidFill>
                  <a:schemeClr val="bg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100000"/>
              </a:lnSpc>
              <a:spcBef>
                <a:spcPts val="1067"/>
              </a:spcBef>
              <a:defRPr sz="1867" i="1">
                <a:solidFill>
                  <a:schemeClr val="bg2"/>
                </a:solidFill>
              </a:defRPr>
            </a:lvl3pPr>
            <a:lvl4pPr>
              <a:lnSpc>
                <a:spcPct val="90000"/>
              </a:lnSpc>
              <a:spcBef>
                <a:spcPts val="400"/>
              </a:spcBef>
              <a:defRPr lang="fr-FR" sz="1000" kern="1200" cap="all" baseline="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6" name="Espace réservé du texte 17">
            <a:extLst>
              <a:ext uri="{FF2B5EF4-FFF2-40B4-BE49-F238E27FC236}">
                <a16:creationId xmlns:a16="http://schemas.microsoft.com/office/drawing/2014/main" id="{FB6BFF7B-8B97-443F-8D19-A75C20F978D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2679091" y="3980878"/>
            <a:ext cx="6517348" cy="315415"/>
          </a:xfrm>
        </p:spPr>
        <p:txBody>
          <a:bodyPr/>
          <a:lstStyle>
            <a:lvl1pPr>
              <a:lnSpc>
                <a:spcPct val="90000"/>
              </a:lnSpc>
              <a:defRPr lang="fr-FR" sz="1867" b="0" i="1" kern="12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>
              <a:lnSpc>
                <a:spcPct val="90000"/>
              </a:lnSpc>
              <a:spcBef>
                <a:spcPts val="800"/>
              </a:spcBef>
              <a:defRPr lang="fr-FR" sz="1867" b="0" i="0" kern="1200" cap="all" baseline="0" dirty="0" err="1" smtClean="0">
                <a:solidFill>
                  <a:schemeClr val="bg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100000"/>
              </a:lnSpc>
              <a:spcBef>
                <a:spcPts val="1067"/>
              </a:spcBef>
              <a:defRPr sz="1867" i="1">
                <a:solidFill>
                  <a:schemeClr val="bg2"/>
                </a:solidFill>
              </a:defRPr>
            </a:lvl3pPr>
            <a:lvl4pPr>
              <a:lnSpc>
                <a:spcPct val="90000"/>
              </a:lnSpc>
              <a:spcBef>
                <a:spcPts val="400"/>
              </a:spcBef>
              <a:defRPr lang="fr-FR" sz="1000" kern="1200" cap="all" baseline="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7" name="Espace réservé du texte 17">
            <a:extLst>
              <a:ext uri="{FF2B5EF4-FFF2-40B4-BE49-F238E27FC236}">
                <a16:creationId xmlns:a16="http://schemas.microsoft.com/office/drawing/2014/main" id="{DA36FF3D-AF0A-45ED-BF39-F628AE9DBF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2679091" y="3554158"/>
            <a:ext cx="6517348" cy="315415"/>
          </a:xfrm>
        </p:spPr>
        <p:txBody>
          <a:bodyPr/>
          <a:lstStyle>
            <a:lvl1pPr>
              <a:lnSpc>
                <a:spcPct val="90000"/>
              </a:lnSpc>
              <a:defRPr lang="fr-FR" sz="1867" b="0" i="0" kern="1200" cap="all" baseline="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>
              <a:lnSpc>
                <a:spcPct val="90000"/>
              </a:lnSpc>
              <a:spcBef>
                <a:spcPts val="800"/>
              </a:spcBef>
              <a:defRPr lang="fr-FR" sz="1867" b="0" i="0" kern="1200" cap="all" baseline="0" dirty="0" err="1" smtClean="0">
                <a:solidFill>
                  <a:schemeClr val="bg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100000"/>
              </a:lnSpc>
              <a:spcBef>
                <a:spcPts val="1067"/>
              </a:spcBef>
              <a:defRPr sz="1867" i="1">
                <a:solidFill>
                  <a:schemeClr val="bg2"/>
                </a:solidFill>
              </a:defRPr>
            </a:lvl3pPr>
            <a:lvl4pPr>
              <a:lnSpc>
                <a:spcPct val="90000"/>
              </a:lnSpc>
              <a:spcBef>
                <a:spcPts val="400"/>
              </a:spcBef>
              <a:defRPr lang="fr-FR" sz="1000" kern="1200" cap="all" baseline="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</a:lstStyle>
          <a:p>
            <a:pPr lvl="0"/>
            <a:r>
              <a:rPr lang="en-US" noProof="0"/>
              <a:t>Click to edit Master text styles</a:t>
            </a:r>
          </a:p>
        </p:txBody>
      </p:sp>
      <p:pic>
        <p:nvPicPr>
          <p:cNvPr id="8" name="Graphique 4">
            <a:extLst>
              <a:ext uri="{FF2B5EF4-FFF2-40B4-BE49-F238E27FC236}">
                <a16:creationId xmlns:a16="http://schemas.microsoft.com/office/drawing/2014/main" id="{47A4CFED-9962-48A7-8ED7-BCB4523B3A3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6607" y="5024590"/>
            <a:ext cx="1271271" cy="125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3311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(Dark)">
    <p:bg>
      <p:bgPr>
        <a:solidFill>
          <a:srgbClr val="1E03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que 4">
            <a:extLst>
              <a:ext uri="{FF2B5EF4-FFF2-40B4-BE49-F238E27FC236}">
                <a16:creationId xmlns:a16="http://schemas.microsoft.com/office/drawing/2014/main" id="{D97075C2-D640-40B7-B715-DE36BBB3FC4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498963" y="4159250"/>
            <a:ext cx="1271271" cy="1257300"/>
          </a:xfrm>
          <a:prstGeom prst="rect">
            <a:avLst/>
          </a:prstGeom>
        </p:spPr>
      </p:pic>
      <p:sp>
        <p:nvSpPr>
          <p:cNvPr id="14" name="Espace réservé du texte 17">
            <a:extLst>
              <a:ext uri="{FF2B5EF4-FFF2-40B4-BE49-F238E27FC236}">
                <a16:creationId xmlns:a16="http://schemas.microsoft.com/office/drawing/2014/main" id="{B077D764-009F-4B11-889B-7C1F77AE7EF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58241" y="3020997"/>
            <a:ext cx="1118105" cy="443199"/>
          </a:xfrm>
        </p:spPr>
        <p:txBody>
          <a:bodyPr vert="horz" lIns="0" tIns="0" rIns="0" bIns="0" rtlCol="0">
            <a:noAutofit/>
          </a:bodyPr>
          <a:lstStyle>
            <a:lvl1pPr algn="r">
              <a:defRPr lang="en-US" sz="3200" b="1" noProof="0" dirty="0">
                <a:solidFill>
                  <a:schemeClr val="bg2"/>
                </a:solidFill>
              </a:defRPr>
            </a:lvl1pPr>
          </a:lstStyle>
          <a:p>
            <a:pPr lvl="0">
              <a:lnSpc>
                <a:spcPct val="90000"/>
              </a:lnSpc>
            </a:pPr>
            <a:r>
              <a:rPr lang="en-US" noProof="0" dirty="0"/>
              <a:t>00</a:t>
            </a:r>
          </a:p>
        </p:txBody>
      </p:sp>
      <p:sp>
        <p:nvSpPr>
          <p:cNvPr id="15" name="Espace réservé du texte 17">
            <a:extLst>
              <a:ext uri="{FF2B5EF4-FFF2-40B4-BE49-F238E27FC236}">
                <a16:creationId xmlns:a16="http://schemas.microsoft.com/office/drawing/2014/main" id="{26F07BC6-BD1D-4953-9F45-D190CB67B24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679091" y="3020997"/>
            <a:ext cx="6517348" cy="443199"/>
          </a:xfrm>
        </p:spPr>
        <p:txBody>
          <a:bodyPr/>
          <a:lstStyle>
            <a:lvl1pPr>
              <a:lnSpc>
                <a:spcPct val="90000"/>
              </a:lnSpc>
              <a:defRPr lang="fr-FR" sz="3200" b="1" i="0" kern="1200" dirty="0" err="1">
                <a:solidFill>
                  <a:schemeClr val="bg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>
              <a:lnSpc>
                <a:spcPct val="90000"/>
              </a:lnSpc>
              <a:spcBef>
                <a:spcPts val="800"/>
              </a:spcBef>
              <a:defRPr lang="fr-FR" sz="1867" b="0" i="0" kern="1200" cap="all" baseline="0" dirty="0" err="1" smtClean="0">
                <a:solidFill>
                  <a:schemeClr val="bg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100000"/>
              </a:lnSpc>
              <a:spcBef>
                <a:spcPts val="1067"/>
              </a:spcBef>
              <a:defRPr sz="1867" i="1">
                <a:solidFill>
                  <a:schemeClr val="bg2"/>
                </a:solidFill>
              </a:defRPr>
            </a:lvl3pPr>
            <a:lvl4pPr>
              <a:lnSpc>
                <a:spcPct val="90000"/>
              </a:lnSpc>
              <a:spcBef>
                <a:spcPts val="400"/>
              </a:spcBef>
              <a:defRPr lang="fr-FR" sz="1000" kern="1200" cap="all" baseline="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6" name="Espace réservé du texte 17">
            <a:extLst>
              <a:ext uri="{FF2B5EF4-FFF2-40B4-BE49-F238E27FC236}">
                <a16:creationId xmlns:a16="http://schemas.microsoft.com/office/drawing/2014/main" id="{FB6BFF7B-8B97-443F-8D19-A75C20F978D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2679091" y="3980878"/>
            <a:ext cx="6517348" cy="315415"/>
          </a:xfrm>
        </p:spPr>
        <p:txBody>
          <a:bodyPr/>
          <a:lstStyle>
            <a:lvl1pPr>
              <a:lnSpc>
                <a:spcPct val="90000"/>
              </a:lnSpc>
              <a:defRPr lang="fr-FR" sz="1867" b="0" i="1" kern="1200" dirty="0" err="1">
                <a:solidFill>
                  <a:schemeClr val="bg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>
              <a:lnSpc>
                <a:spcPct val="90000"/>
              </a:lnSpc>
              <a:spcBef>
                <a:spcPts val="800"/>
              </a:spcBef>
              <a:defRPr lang="fr-FR" sz="1867" b="0" i="0" kern="1200" cap="all" baseline="0" dirty="0" err="1" smtClean="0">
                <a:solidFill>
                  <a:schemeClr val="bg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100000"/>
              </a:lnSpc>
              <a:spcBef>
                <a:spcPts val="1067"/>
              </a:spcBef>
              <a:defRPr sz="1867" i="1">
                <a:solidFill>
                  <a:schemeClr val="bg2"/>
                </a:solidFill>
              </a:defRPr>
            </a:lvl3pPr>
            <a:lvl4pPr>
              <a:lnSpc>
                <a:spcPct val="90000"/>
              </a:lnSpc>
              <a:spcBef>
                <a:spcPts val="400"/>
              </a:spcBef>
              <a:defRPr lang="fr-FR" sz="1000" kern="1200" cap="all" baseline="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7" name="Espace réservé du texte 17">
            <a:extLst>
              <a:ext uri="{FF2B5EF4-FFF2-40B4-BE49-F238E27FC236}">
                <a16:creationId xmlns:a16="http://schemas.microsoft.com/office/drawing/2014/main" id="{DA36FF3D-AF0A-45ED-BF39-F628AE9DBF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2679091" y="3554158"/>
            <a:ext cx="6517348" cy="315415"/>
          </a:xfrm>
        </p:spPr>
        <p:txBody>
          <a:bodyPr/>
          <a:lstStyle>
            <a:lvl1pPr>
              <a:lnSpc>
                <a:spcPct val="90000"/>
              </a:lnSpc>
              <a:defRPr lang="fr-FR" sz="1867" b="0" i="0" kern="1200" cap="all" baseline="0" dirty="0" err="1">
                <a:solidFill>
                  <a:schemeClr val="bg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>
              <a:lnSpc>
                <a:spcPct val="90000"/>
              </a:lnSpc>
              <a:spcBef>
                <a:spcPts val="800"/>
              </a:spcBef>
              <a:defRPr lang="fr-FR" sz="1867" b="0" i="0" kern="1200" cap="all" baseline="0" dirty="0" err="1" smtClean="0">
                <a:solidFill>
                  <a:schemeClr val="bg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100000"/>
              </a:lnSpc>
              <a:spcBef>
                <a:spcPts val="1067"/>
              </a:spcBef>
              <a:defRPr sz="1867" i="1">
                <a:solidFill>
                  <a:schemeClr val="bg2"/>
                </a:solidFill>
              </a:defRPr>
            </a:lvl3pPr>
            <a:lvl4pPr>
              <a:lnSpc>
                <a:spcPct val="90000"/>
              </a:lnSpc>
              <a:spcBef>
                <a:spcPts val="400"/>
              </a:spcBef>
              <a:defRPr lang="fr-FR" sz="1000" kern="1200" cap="all" baseline="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5558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(Dark) Option 2">
    <p:bg>
      <p:bgPr>
        <a:solidFill>
          <a:srgbClr val="1E03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Espace réservé du texte 17">
            <a:extLst>
              <a:ext uri="{FF2B5EF4-FFF2-40B4-BE49-F238E27FC236}">
                <a16:creationId xmlns:a16="http://schemas.microsoft.com/office/drawing/2014/main" id="{B077D764-009F-4B11-889B-7C1F77AE7EF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58241" y="3020997"/>
            <a:ext cx="1118105" cy="443199"/>
          </a:xfrm>
        </p:spPr>
        <p:txBody>
          <a:bodyPr vert="horz" lIns="0" tIns="0" rIns="0" bIns="0" rtlCol="0">
            <a:noAutofit/>
          </a:bodyPr>
          <a:lstStyle>
            <a:lvl1pPr algn="r">
              <a:defRPr lang="en-US" sz="3200" b="1" noProof="0" dirty="0">
                <a:solidFill>
                  <a:schemeClr val="bg2"/>
                </a:solidFill>
              </a:defRPr>
            </a:lvl1pPr>
          </a:lstStyle>
          <a:p>
            <a:pPr lvl="0">
              <a:lnSpc>
                <a:spcPct val="90000"/>
              </a:lnSpc>
            </a:pPr>
            <a:r>
              <a:rPr lang="en-US" noProof="0" dirty="0"/>
              <a:t>00</a:t>
            </a:r>
          </a:p>
        </p:txBody>
      </p:sp>
      <p:sp>
        <p:nvSpPr>
          <p:cNvPr id="15" name="Espace réservé du texte 17">
            <a:extLst>
              <a:ext uri="{FF2B5EF4-FFF2-40B4-BE49-F238E27FC236}">
                <a16:creationId xmlns:a16="http://schemas.microsoft.com/office/drawing/2014/main" id="{26F07BC6-BD1D-4953-9F45-D190CB67B24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679091" y="3020997"/>
            <a:ext cx="6517348" cy="443199"/>
          </a:xfrm>
        </p:spPr>
        <p:txBody>
          <a:bodyPr/>
          <a:lstStyle>
            <a:lvl1pPr>
              <a:lnSpc>
                <a:spcPct val="90000"/>
              </a:lnSpc>
              <a:defRPr lang="fr-FR" sz="3200" b="1" i="0" kern="1200" dirty="0" err="1">
                <a:solidFill>
                  <a:schemeClr val="bg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>
              <a:lnSpc>
                <a:spcPct val="90000"/>
              </a:lnSpc>
              <a:spcBef>
                <a:spcPts val="800"/>
              </a:spcBef>
              <a:defRPr lang="fr-FR" sz="1867" b="0" i="0" kern="1200" cap="all" baseline="0" dirty="0" err="1" smtClean="0">
                <a:solidFill>
                  <a:schemeClr val="bg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100000"/>
              </a:lnSpc>
              <a:spcBef>
                <a:spcPts val="1067"/>
              </a:spcBef>
              <a:defRPr sz="1867" i="1">
                <a:solidFill>
                  <a:schemeClr val="bg2"/>
                </a:solidFill>
              </a:defRPr>
            </a:lvl3pPr>
            <a:lvl4pPr>
              <a:lnSpc>
                <a:spcPct val="90000"/>
              </a:lnSpc>
              <a:spcBef>
                <a:spcPts val="400"/>
              </a:spcBef>
              <a:defRPr lang="fr-FR" sz="1000" kern="1200" cap="all" baseline="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6" name="Espace réservé du texte 17">
            <a:extLst>
              <a:ext uri="{FF2B5EF4-FFF2-40B4-BE49-F238E27FC236}">
                <a16:creationId xmlns:a16="http://schemas.microsoft.com/office/drawing/2014/main" id="{FB6BFF7B-8B97-443F-8D19-A75C20F978D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2679091" y="3980878"/>
            <a:ext cx="6517348" cy="315415"/>
          </a:xfrm>
        </p:spPr>
        <p:txBody>
          <a:bodyPr/>
          <a:lstStyle>
            <a:lvl1pPr>
              <a:lnSpc>
                <a:spcPct val="90000"/>
              </a:lnSpc>
              <a:defRPr lang="fr-FR" sz="1867" b="0" i="1" kern="1200" dirty="0" err="1">
                <a:solidFill>
                  <a:schemeClr val="bg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>
              <a:lnSpc>
                <a:spcPct val="90000"/>
              </a:lnSpc>
              <a:spcBef>
                <a:spcPts val="800"/>
              </a:spcBef>
              <a:defRPr lang="fr-FR" sz="1867" b="0" i="0" kern="1200" cap="all" baseline="0" dirty="0" err="1" smtClean="0">
                <a:solidFill>
                  <a:schemeClr val="bg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100000"/>
              </a:lnSpc>
              <a:spcBef>
                <a:spcPts val="1067"/>
              </a:spcBef>
              <a:defRPr sz="1867" i="1">
                <a:solidFill>
                  <a:schemeClr val="bg2"/>
                </a:solidFill>
              </a:defRPr>
            </a:lvl3pPr>
            <a:lvl4pPr>
              <a:lnSpc>
                <a:spcPct val="90000"/>
              </a:lnSpc>
              <a:spcBef>
                <a:spcPts val="400"/>
              </a:spcBef>
              <a:defRPr lang="fr-FR" sz="1000" kern="1200" cap="all" baseline="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7" name="Espace réservé du texte 17">
            <a:extLst>
              <a:ext uri="{FF2B5EF4-FFF2-40B4-BE49-F238E27FC236}">
                <a16:creationId xmlns:a16="http://schemas.microsoft.com/office/drawing/2014/main" id="{DA36FF3D-AF0A-45ED-BF39-F628AE9DBF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2679091" y="3554158"/>
            <a:ext cx="6517348" cy="315415"/>
          </a:xfrm>
        </p:spPr>
        <p:txBody>
          <a:bodyPr/>
          <a:lstStyle>
            <a:lvl1pPr>
              <a:lnSpc>
                <a:spcPct val="90000"/>
              </a:lnSpc>
              <a:defRPr lang="fr-FR" sz="1867" b="0" i="0" kern="1200" cap="all" baseline="0" dirty="0" err="1">
                <a:solidFill>
                  <a:schemeClr val="bg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>
              <a:lnSpc>
                <a:spcPct val="90000"/>
              </a:lnSpc>
              <a:spcBef>
                <a:spcPts val="800"/>
              </a:spcBef>
              <a:defRPr lang="fr-FR" sz="1867" b="0" i="0" kern="1200" cap="all" baseline="0" dirty="0" err="1" smtClean="0">
                <a:solidFill>
                  <a:schemeClr val="bg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100000"/>
              </a:lnSpc>
              <a:spcBef>
                <a:spcPts val="1067"/>
              </a:spcBef>
              <a:defRPr sz="1867" i="1">
                <a:solidFill>
                  <a:schemeClr val="bg2"/>
                </a:solidFill>
              </a:defRPr>
            </a:lvl3pPr>
            <a:lvl4pPr>
              <a:lnSpc>
                <a:spcPct val="90000"/>
              </a:lnSpc>
              <a:spcBef>
                <a:spcPts val="400"/>
              </a:spcBef>
              <a:defRPr lang="fr-FR" sz="1000" kern="1200" cap="all" baseline="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</a:lstStyle>
          <a:p>
            <a:pPr lvl="0"/>
            <a:r>
              <a:rPr lang="en-US" noProof="0"/>
              <a:t>Click to edit Master text styles</a:t>
            </a:r>
          </a:p>
        </p:txBody>
      </p:sp>
      <p:pic>
        <p:nvPicPr>
          <p:cNvPr id="8" name="Graphique 4">
            <a:extLst>
              <a:ext uri="{FF2B5EF4-FFF2-40B4-BE49-F238E27FC236}">
                <a16:creationId xmlns:a16="http://schemas.microsoft.com/office/drawing/2014/main" id="{8304C7AB-4C03-445E-AB02-65073611661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216013" y="964399"/>
            <a:ext cx="1271271" cy="125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027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(Dark) Option 3">
    <p:bg>
      <p:bgPr>
        <a:solidFill>
          <a:srgbClr val="1E03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Espace réservé du texte 17">
            <a:extLst>
              <a:ext uri="{FF2B5EF4-FFF2-40B4-BE49-F238E27FC236}">
                <a16:creationId xmlns:a16="http://schemas.microsoft.com/office/drawing/2014/main" id="{B077D764-009F-4B11-889B-7C1F77AE7EF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58241" y="3020997"/>
            <a:ext cx="1118105" cy="443199"/>
          </a:xfrm>
        </p:spPr>
        <p:txBody>
          <a:bodyPr vert="horz" lIns="0" tIns="0" rIns="0" bIns="0" rtlCol="0">
            <a:noAutofit/>
          </a:bodyPr>
          <a:lstStyle>
            <a:lvl1pPr algn="r">
              <a:defRPr lang="en-US" sz="3200" b="1" noProof="0" dirty="0">
                <a:solidFill>
                  <a:schemeClr val="bg2"/>
                </a:solidFill>
              </a:defRPr>
            </a:lvl1pPr>
          </a:lstStyle>
          <a:p>
            <a:pPr lvl="0">
              <a:lnSpc>
                <a:spcPct val="90000"/>
              </a:lnSpc>
            </a:pPr>
            <a:r>
              <a:rPr lang="en-US" noProof="0" dirty="0"/>
              <a:t>00</a:t>
            </a:r>
          </a:p>
        </p:txBody>
      </p:sp>
      <p:sp>
        <p:nvSpPr>
          <p:cNvPr id="15" name="Espace réservé du texte 17">
            <a:extLst>
              <a:ext uri="{FF2B5EF4-FFF2-40B4-BE49-F238E27FC236}">
                <a16:creationId xmlns:a16="http://schemas.microsoft.com/office/drawing/2014/main" id="{26F07BC6-BD1D-4953-9F45-D190CB67B24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679091" y="3020997"/>
            <a:ext cx="6517348" cy="443199"/>
          </a:xfrm>
        </p:spPr>
        <p:txBody>
          <a:bodyPr/>
          <a:lstStyle>
            <a:lvl1pPr>
              <a:lnSpc>
                <a:spcPct val="90000"/>
              </a:lnSpc>
              <a:defRPr lang="fr-FR" sz="3200" b="1" i="0" kern="1200" dirty="0" err="1">
                <a:solidFill>
                  <a:schemeClr val="bg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>
              <a:lnSpc>
                <a:spcPct val="90000"/>
              </a:lnSpc>
              <a:spcBef>
                <a:spcPts val="800"/>
              </a:spcBef>
              <a:defRPr lang="fr-FR" sz="1867" b="0" i="0" kern="1200" cap="all" baseline="0" dirty="0" err="1" smtClean="0">
                <a:solidFill>
                  <a:schemeClr val="bg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100000"/>
              </a:lnSpc>
              <a:spcBef>
                <a:spcPts val="1067"/>
              </a:spcBef>
              <a:defRPr sz="1867" i="1">
                <a:solidFill>
                  <a:schemeClr val="bg2"/>
                </a:solidFill>
              </a:defRPr>
            </a:lvl3pPr>
            <a:lvl4pPr>
              <a:lnSpc>
                <a:spcPct val="90000"/>
              </a:lnSpc>
              <a:spcBef>
                <a:spcPts val="400"/>
              </a:spcBef>
              <a:defRPr lang="fr-FR" sz="1000" kern="1200" cap="all" baseline="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6" name="Espace réservé du texte 17">
            <a:extLst>
              <a:ext uri="{FF2B5EF4-FFF2-40B4-BE49-F238E27FC236}">
                <a16:creationId xmlns:a16="http://schemas.microsoft.com/office/drawing/2014/main" id="{FB6BFF7B-8B97-443F-8D19-A75C20F978D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2679091" y="3980878"/>
            <a:ext cx="6517348" cy="315415"/>
          </a:xfrm>
        </p:spPr>
        <p:txBody>
          <a:bodyPr/>
          <a:lstStyle>
            <a:lvl1pPr>
              <a:lnSpc>
                <a:spcPct val="90000"/>
              </a:lnSpc>
              <a:defRPr lang="fr-FR" sz="1867" b="0" i="1" kern="1200" dirty="0" err="1">
                <a:solidFill>
                  <a:schemeClr val="bg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>
              <a:lnSpc>
                <a:spcPct val="90000"/>
              </a:lnSpc>
              <a:spcBef>
                <a:spcPts val="800"/>
              </a:spcBef>
              <a:defRPr lang="fr-FR" sz="1867" b="0" i="0" kern="1200" cap="all" baseline="0" dirty="0" err="1" smtClean="0">
                <a:solidFill>
                  <a:schemeClr val="bg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100000"/>
              </a:lnSpc>
              <a:spcBef>
                <a:spcPts val="1067"/>
              </a:spcBef>
              <a:defRPr sz="1867" i="1">
                <a:solidFill>
                  <a:schemeClr val="bg2"/>
                </a:solidFill>
              </a:defRPr>
            </a:lvl3pPr>
            <a:lvl4pPr>
              <a:lnSpc>
                <a:spcPct val="90000"/>
              </a:lnSpc>
              <a:spcBef>
                <a:spcPts val="400"/>
              </a:spcBef>
              <a:defRPr lang="fr-FR" sz="1000" kern="1200" cap="all" baseline="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7" name="Espace réservé du texte 17">
            <a:extLst>
              <a:ext uri="{FF2B5EF4-FFF2-40B4-BE49-F238E27FC236}">
                <a16:creationId xmlns:a16="http://schemas.microsoft.com/office/drawing/2014/main" id="{DA36FF3D-AF0A-45ED-BF39-F628AE9DBF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2679091" y="3554158"/>
            <a:ext cx="6517348" cy="315415"/>
          </a:xfrm>
        </p:spPr>
        <p:txBody>
          <a:bodyPr/>
          <a:lstStyle>
            <a:lvl1pPr>
              <a:lnSpc>
                <a:spcPct val="90000"/>
              </a:lnSpc>
              <a:defRPr lang="fr-FR" sz="1867" b="0" i="0" kern="1200" cap="all" baseline="0" dirty="0" err="1">
                <a:solidFill>
                  <a:schemeClr val="bg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>
              <a:lnSpc>
                <a:spcPct val="90000"/>
              </a:lnSpc>
              <a:spcBef>
                <a:spcPts val="800"/>
              </a:spcBef>
              <a:defRPr lang="fr-FR" sz="1867" b="0" i="0" kern="1200" cap="all" baseline="0" dirty="0" err="1" smtClean="0">
                <a:solidFill>
                  <a:schemeClr val="bg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100000"/>
              </a:lnSpc>
              <a:spcBef>
                <a:spcPts val="1067"/>
              </a:spcBef>
              <a:defRPr sz="1867" i="1">
                <a:solidFill>
                  <a:schemeClr val="bg2"/>
                </a:solidFill>
              </a:defRPr>
            </a:lvl3pPr>
            <a:lvl4pPr>
              <a:lnSpc>
                <a:spcPct val="90000"/>
              </a:lnSpc>
              <a:spcBef>
                <a:spcPts val="400"/>
              </a:spcBef>
              <a:defRPr lang="fr-FR" sz="1000" kern="1200" cap="all" baseline="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</a:lstStyle>
          <a:p>
            <a:pPr lvl="0"/>
            <a:r>
              <a:rPr lang="en-US" noProof="0"/>
              <a:t>Click to edit Master text styles</a:t>
            </a:r>
          </a:p>
        </p:txBody>
      </p:sp>
      <p:pic>
        <p:nvPicPr>
          <p:cNvPr id="8" name="Graphique 4">
            <a:extLst>
              <a:ext uri="{FF2B5EF4-FFF2-40B4-BE49-F238E27FC236}">
                <a16:creationId xmlns:a16="http://schemas.microsoft.com/office/drawing/2014/main" id="{47A4CFED-9962-48A7-8ED7-BCB4523B3A3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6607" y="5024590"/>
            <a:ext cx="1271271" cy="125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1167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over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B3CF0ECB-30FF-45DD-8A41-5DF28038CBA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" y="0"/>
            <a:ext cx="12191999" cy="6858000"/>
          </a:xfrm>
          <a:custGeom>
            <a:avLst/>
            <a:gdLst>
              <a:gd name="connsiteX0" fmla="*/ 351363 w 9143999"/>
              <a:gd name="connsiteY0" fmla="*/ 4913481 h 5143500"/>
              <a:gd name="connsiteX1" fmla="*/ 331613 w 9143999"/>
              <a:gd name="connsiteY1" fmla="*/ 4933530 h 5143500"/>
              <a:gd name="connsiteX2" fmla="*/ 352237 w 9143999"/>
              <a:gd name="connsiteY2" fmla="*/ 4953582 h 5143500"/>
              <a:gd name="connsiteX3" fmla="*/ 371987 w 9143999"/>
              <a:gd name="connsiteY3" fmla="*/ 4933533 h 5143500"/>
              <a:gd name="connsiteX4" fmla="*/ 351363 w 9143999"/>
              <a:gd name="connsiteY4" fmla="*/ 4913481 h 5143500"/>
              <a:gd name="connsiteX5" fmla="*/ 892593 w 9143999"/>
              <a:gd name="connsiteY5" fmla="*/ 4837587 h 5143500"/>
              <a:gd name="connsiteX6" fmla="*/ 917846 w 9143999"/>
              <a:gd name="connsiteY6" fmla="*/ 4847631 h 5143500"/>
              <a:gd name="connsiteX7" fmla="*/ 927648 w 9143999"/>
              <a:gd name="connsiteY7" fmla="*/ 4877990 h 5143500"/>
              <a:gd name="connsiteX8" fmla="*/ 918100 w 9143999"/>
              <a:gd name="connsiteY8" fmla="*/ 4908353 h 5143500"/>
              <a:gd name="connsiteX9" fmla="*/ 894866 w 9143999"/>
              <a:gd name="connsiteY9" fmla="*/ 4918277 h 5143500"/>
              <a:gd name="connsiteX10" fmla="*/ 868933 w 9143999"/>
              <a:gd name="connsiteY10" fmla="*/ 4908080 h 5143500"/>
              <a:gd name="connsiteX11" fmla="*/ 859062 w 9143999"/>
              <a:gd name="connsiteY11" fmla="*/ 4877877 h 5143500"/>
              <a:gd name="connsiteX12" fmla="*/ 868678 w 9143999"/>
              <a:gd name="connsiteY12" fmla="*/ 4847677 h 5143500"/>
              <a:gd name="connsiteX13" fmla="*/ 559057 w 9143999"/>
              <a:gd name="connsiteY13" fmla="*/ 4837499 h 5143500"/>
              <a:gd name="connsiteX14" fmla="*/ 578336 w 9143999"/>
              <a:gd name="connsiteY14" fmla="*/ 4840021 h 5143500"/>
              <a:gd name="connsiteX15" fmla="*/ 585643 w 9143999"/>
              <a:gd name="connsiteY15" fmla="*/ 4847817 h 5143500"/>
              <a:gd name="connsiteX16" fmla="*/ 585643 w 9143999"/>
              <a:gd name="connsiteY16" fmla="*/ 4907937 h 5143500"/>
              <a:gd name="connsiteX17" fmla="*/ 578336 w 9143999"/>
              <a:gd name="connsiteY17" fmla="*/ 4915741 h 5143500"/>
              <a:gd name="connsiteX18" fmla="*/ 558605 w 9143999"/>
              <a:gd name="connsiteY18" fmla="*/ 4918322 h 5143500"/>
              <a:gd name="connsiteX19" fmla="*/ 534559 w 9143999"/>
              <a:gd name="connsiteY19" fmla="*/ 4909442 h 5143500"/>
              <a:gd name="connsiteX20" fmla="*/ 523519 w 9143999"/>
              <a:gd name="connsiteY20" fmla="*/ 4877990 h 5143500"/>
              <a:gd name="connsiteX21" fmla="*/ 534559 w 9143999"/>
              <a:gd name="connsiteY21" fmla="*/ 4846542 h 5143500"/>
              <a:gd name="connsiteX22" fmla="*/ 1101680 w 9143999"/>
              <a:gd name="connsiteY22" fmla="*/ 4805359 h 5143500"/>
              <a:gd name="connsiteX23" fmla="*/ 1095864 w 9143999"/>
              <a:gd name="connsiteY23" fmla="*/ 4811167 h 5143500"/>
              <a:gd name="connsiteX24" fmla="*/ 1095864 w 9143999"/>
              <a:gd name="connsiteY24" fmla="*/ 4944812 h 5143500"/>
              <a:gd name="connsiteX25" fmla="*/ 1101680 w 9143999"/>
              <a:gd name="connsiteY25" fmla="*/ 4950628 h 5143500"/>
              <a:gd name="connsiteX26" fmla="*/ 1127823 w 9143999"/>
              <a:gd name="connsiteY26" fmla="*/ 4950628 h 5143500"/>
              <a:gd name="connsiteX27" fmla="*/ 1128318 w 9143999"/>
              <a:gd name="connsiteY27" fmla="*/ 4950134 h 5143500"/>
              <a:gd name="connsiteX28" fmla="*/ 1130431 w 9143999"/>
              <a:gd name="connsiteY28" fmla="*/ 4950134 h 5143500"/>
              <a:gd name="connsiteX29" fmla="*/ 1136285 w 9143999"/>
              <a:gd name="connsiteY29" fmla="*/ 4944348 h 5143500"/>
              <a:gd name="connsiteX30" fmla="*/ 1136285 w 9143999"/>
              <a:gd name="connsiteY30" fmla="*/ 4811405 h 5143500"/>
              <a:gd name="connsiteX31" fmla="*/ 1130431 w 9143999"/>
              <a:gd name="connsiteY31" fmla="*/ 4805627 h 5143500"/>
              <a:gd name="connsiteX32" fmla="*/ 1128092 w 9143999"/>
              <a:gd name="connsiteY32" fmla="*/ 4805627 h 5143500"/>
              <a:gd name="connsiteX33" fmla="*/ 1127823 w 9143999"/>
              <a:gd name="connsiteY33" fmla="*/ 4805359 h 5143500"/>
              <a:gd name="connsiteX34" fmla="*/ 891920 w 9143999"/>
              <a:gd name="connsiteY34" fmla="*/ 4802455 h 5143500"/>
              <a:gd name="connsiteX35" fmla="*/ 819859 w 9143999"/>
              <a:gd name="connsiteY35" fmla="*/ 4877990 h 5143500"/>
              <a:gd name="connsiteX36" fmla="*/ 893949 w 9143999"/>
              <a:gd name="connsiteY36" fmla="*/ 4953533 h 5143500"/>
              <a:gd name="connsiteX37" fmla="*/ 923593 w 9143999"/>
              <a:gd name="connsiteY37" fmla="*/ 4947899 h 5143500"/>
              <a:gd name="connsiteX38" fmla="*/ 924071 w 9143999"/>
              <a:gd name="connsiteY38" fmla="*/ 4947569 h 5143500"/>
              <a:gd name="connsiteX39" fmla="*/ 924870 w 9143999"/>
              <a:gd name="connsiteY39" fmla="*/ 4947419 h 5143500"/>
              <a:gd name="connsiteX40" fmla="*/ 967553 w 9143999"/>
              <a:gd name="connsiteY40" fmla="*/ 4877877 h 5143500"/>
              <a:gd name="connsiteX41" fmla="*/ 924008 w 9143999"/>
              <a:gd name="connsiteY41" fmla="*/ 4808342 h 5143500"/>
              <a:gd name="connsiteX42" fmla="*/ 922787 w 9143999"/>
              <a:gd name="connsiteY42" fmla="*/ 4808121 h 5143500"/>
              <a:gd name="connsiteX43" fmla="*/ 922737 w 9143999"/>
              <a:gd name="connsiteY43" fmla="*/ 4808088 h 5143500"/>
              <a:gd name="connsiteX44" fmla="*/ 891920 w 9143999"/>
              <a:gd name="connsiteY44" fmla="*/ 4802455 h 5143500"/>
              <a:gd name="connsiteX45" fmla="*/ 725443 w 9143999"/>
              <a:gd name="connsiteY45" fmla="*/ 4802455 h 5143500"/>
              <a:gd name="connsiteX46" fmla="*/ 667045 w 9143999"/>
              <a:gd name="connsiteY46" fmla="*/ 4812907 h 5143500"/>
              <a:gd name="connsiteX47" fmla="*/ 666933 w 9143999"/>
              <a:gd name="connsiteY47" fmla="*/ 4813086 h 5143500"/>
              <a:gd name="connsiteX48" fmla="*/ 666650 w 9143999"/>
              <a:gd name="connsiteY48" fmla="*/ 4813136 h 5143500"/>
              <a:gd name="connsiteX49" fmla="*/ 659335 w 9143999"/>
              <a:gd name="connsiteY49" fmla="*/ 4824699 h 5143500"/>
              <a:gd name="connsiteX50" fmla="*/ 659335 w 9143999"/>
              <a:gd name="connsiteY50" fmla="*/ 4944348 h 5143500"/>
              <a:gd name="connsiteX51" fmla="*/ 659777 w 9143999"/>
              <a:gd name="connsiteY51" fmla="*/ 4944785 h 5143500"/>
              <a:gd name="connsiteX52" fmla="*/ 659777 w 9143999"/>
              <a:gd name="connsiteY52" fmla="*/ 4944812 h 5143500"/>
              <a:gd name="connsiteX53" fmla="*/ 665593 w 9143999"/>
              <a:gd name="connsiteY53" fmla="*/ 4950628 h 5143500"/>
              <a:gd name="connsiteX54" fmla="*/ 691736 w 9143999"/>
              <a:gd name="connsiteY54" fmla="*/ 4950628 h 5143500"/>
              <a:gd name="connsiteX55" fmla="*/ 697552 w 9143999"/>
              <a:gd name="connsiteY55" fmla="*/ 4944812 h 5143500"/>
              <a:gd name="connsiteX56" fmla="*/ 697552 w 9143999"/>
              <a:gd name="connsiteY56" fmla="*/ 4847194 h 5143500"/>
              <a:gd name="connsiteX57" fmla="*/ 704448 w 9143999"/>
              <a:gd name="connsiteY57" fmla="*/ 4839717 h 5143500"/>
              <a:gd name="connsiteX58" fmla="*/ 726010 w 9143999"/>
              <a:gd name="connsiteY58" fmla="*/ 4837419 h 5143500"/>
              <a:gd name="connsiteX59" fmla="*/ 746013 w 9143999"/>
              <a:gd name="connsiteY59" fmla="*/ 4843168 h 5143500"/>
              <a:gd name="connsiteX60" fmla="*/ 754202 w 9143999"/>
              <a:gd name="connsiteY60" fmla="*/ 4862009 h 5143500"/>
              <a:gd name="connsiteX61" fmla="*/ 754202 w 9143999"/>
              <a:gd name="connsiteY61" fmla="*/ 4944812 h 5143500"/>
              <a:gd name="connsiteX62" fmla="*/ 760018 w 9143999"/>
              <a:gd name="connsiteY62" fmla="*/ 4950628 h 5143500"/>
              <a:gd name="connsiteX63" fmla="*/ 786160 w 9143999"/>
              <a:gd name="connsiteY63" fmla="*/ 4950628 h 5143500"/>
              <a:gd name="connsiteX64" fmla="*/ 791976 w 9143999"/>
              <a:gd name="connsiteY64" fmla="*/ 4944812 h 5143500"/>
              <a:gd name="connsiteX65" fmla="*/ 791976 w 9143999"/>
              <a:gd name="connsiteY65" fmla="*/ 4944762 h 5143500"/>
              <a:gd name="connsiteX66" fmla="*/ 792395 w 9143999"/>
              <a:gd name="connsiteY66" fmla="*/ 4944348 h 5143500"/>
              <a:gd name="connsiteX67" fmla="*/ 792395 w 9143999"/>
              <a:gd name="connsiteY67" fmla="*/ 4857065 h 5143500"/>
              <a:gd name="connsiteX68" fmla="*/ 775798 w 9143999"/>
              <a:gd name="connsiteY68" fmla="*/ 4816682 h 5143500"/>
              <a:gd name="connsiteX69" fmla="*/ 775543 w 9143999"/>
              <a:gd name="connsiteY69" fmla="*/ 4816611 h 5143500"/>
              <a:gd name="connsiteX70" fmla="*/ 775486 w 9143999"/>
              <a:gd name="connsiteY70" fmla="*/ 4816471 h 5143500"/>
              <a:gd name="connsiteX71" fmla="*/ 725443 w 9143999"/>
              <a:gd name="connsiteY71" fmla="*/ 4802455 h 5143500"/>
              <a:gd name="connsiteX72" fmla="*/ 559834 w 9143999"/>
              <a:gd name="connsiteY72" fmla="*/ 4802455 h 5143500"/>
              <a:gd name="connsiteX73" fmla="*/ 529662 w 9143999"/>
              <a:gd name="connsiteY73" fmla="*/ 4807762 h 5143500"/>
              <a:gd name="connsiteX74" fmla="*/ 529594 w 9143999"/>
              <a:gd name="connsiteY74" fmla="*/ 4807805 h 5143500"/>
              <a:gd name="connsiteX75" fmla="*/ 528372 w 9143999"/>
              <a:gd name="connsiteY75" fmla="*/ 4808018 h 5143500"/>
              <a:gd name="connsiteX76" fmla="*/ 483586 w 9143999"/>
              <a:gd name="connsiteY76" fmla="*/ 4877877 h 5143500"/>
              <a:gd name="connsiteX77" fmla="*/ 526397 w 9143999"/>
              <a:gd name="connsiteY77" fmla="*/ 4947825 h 5143500"/>
              <a:gd name="connsiteX78" fmla="*/ 527142 w 9143999"/>
              <a:gd name="connsiteY78" fmla="*/ 4947947 h 5143500"/>
              <a:gd name="connsiteX79" fmla="*/ 527700 w 9143999"/>
              <a:gd name="connsiteY79" fmla="*/ 4948307 h 5143500"/>
              <a:gd name="connsiteX80" fmla="*/ 559257 w 9143999"/>
              <a:gd name="connsiteY80" fmla="*/ 4953533 h 5143500"/>
              <a:gd name="connsiteX81" fmla="*/ 617069 w 9143999"/>
              <a:gd name="connsiteY81" fmla="*/ 4941908 h 5143500"/>
              <a:gd name="connsiteX82" fmla="*/ 624337 w 9143999"/>
              <a:gd name="connsiteY82" fmla="*/ 4930284 h 5143500"/>
              <a:gd name="connsiteX83" fmla="*/ 624337 w 9143999"/>
              <a:gd name="connsiteY83" fmla="*/ 4824821 h 5143500"/>
              <a:gd name="connsiteX84" fmla="*/ 617069 w 9143999"/>
              <a:gd name="connsiteY84" fmla="*/ 4813204 h 5143500"/>
              <a:gd name="connsiteX85" fmla="*/ 559834 w 9143999"/>
              <a:gd name="connsiteY85" fmla="*/ 4802455 h 5143500"/>
              <a:gd name="connsiteX86" fmla="*/ 398011 w 9143999"/>
              <a:gd name="connsiteY86" fmla="*/ 4801292 h 5143500"/>
              <a:gd name="connsiteX87" fmla="*/ 395922 w 9143999"/>
              <a:gd name="connsiteY87" fmla="*/ 4801589 h 5143500"/>
              <a:gd name="connsiteX88" fmla="*/ 395863 w 9143999"/>
              <a:gd name="connsiteY88" fmla="*/ 4801582 h 5143500"/>
              <a:gd name="connsiteX89" fmla="*/ 331528 w 9143999"/>
              <a:gd name="connsiteY89" fmla="*/ 4853603 h 5143500"/>
              <a:gd name="connsiteX90" fmla="*/ 425688 w 9143999"/>
              <a:gd name="connsiteY90" fmla="*/ 4933656 h 5143500"/>
              <a:gd name="connsiteX91" fmla="*/ 423936 w 9143999"/>
              <a:gd name="connsiteY91" fmla="*/ 4944348 h 5143500"/>
              <a:gd name="connsiteX92" fmla="*/ 423645 w 9143999"/>
              <a:gd name="connsiteY92" fmla="*/ 4946089 h 5143500"/>
              <a:gd name="connsiteX93" fmla="*/ 428029 w 9143999"/>
              <a:gd name="connsiteY93" fmla="*/ 4950134 h 5143500"/>
              <a:gd name="connsiteX94" fmla="*/ 429440 w 9143999"/>
              <a:gd name="connsiteY94" fmla="*/ 4950134 h 5143500"/>
              <a:gd name="connsiteX95" fmla="*/ 429969 w 9143999"/>
              <a:gd name="connsiteY95" fmla="*/ 4950628 h 5143500"/>
              <a:gd name="connsiteX96" fmla="*/ 456121 w 9143999"/>
              <a:gd name="connsiteY96" fmla="*/ 4950628 h 5143500"/>
              <a:gd name="connsiteX97" fmla="*/ 463668 w 9143999"/>
              <a:gd name="connsiteY97" fmla="*/ 4944812 h 5143500"/>
              <a:gd name="connsiteX98" fmla="*/ 465995 w 9143999"/>
              <a:gd name="connsiteY98" fmla="*/ 4928255 h 5143500"/>
              <a:gd name="connsiteX99" fmla="*/ 372445 w 9143999"/>
              <a:gd name="connsiteY99" fmla="*/ 4850972 h 5143500"/>
              <a:gd name="connsiteX100" fmla="*/ 378874 w 9143999"/>
              <a:gd name="connsiteY100" fmla="*/ 4840371 h 5143500"/>
              <a:gd name="connsiteX101" fmla="*/ 395404 w 9143999"/>
              <a:gd name="connsiteY101" fmla="*/ 4836760 h 5143500"/>
              <a:gd name="connsiteX102" fmla="*/ 438848 w 9143999"/>
              <a:gd name="connsiteY102" fmla="*/ 4849557 h 5143500"/>
              <a:gd name="connsiteX103" fmla="*/ 443232 w 9143999"/>
              <a:gd name="connsiteY103" fmla="*/ 4850714 h 5143500"/>
              <a:gd name="connsiteX104" fmla="*/ 443815 w 9143999"/>
              <a:gd name="connsiteY104" fmla="*/ 4850347 h 5143500"/>
              <a:gd name="connsiteX105" fmla="*/ 445074 w 9143999"/>
              <a:gd name="connsiteY105" fmla="*/ 4850684 h 5143500"/>
              <a:gd name="connsiteX106" fmla="*/ 451467 w 9143999"/>
              <a:gd name="connsiteY106" fmla="*/ 4846616 h 5143500"/>
              <a:gd name="connsiteX107" fmla="*/ 460476 w 9143999"/>
              <a:gd name="connsiteY107" fmla="*/ 4827435 h 5143500"/>
              <a:gd name="connsiteX108" fmla="*/ 461639 w 9143999"/>
              <a:gd name="connsiteY108" fmla="*/ 4822502 h 5143500"/>
              <a:gd name="connsiteX109" fmla="*/ 458150 w 9143999"/>
              <a:gd name="connsiteY109" fmla="*/ 4816686 h 5143500"/>
              <a:gd name="connsiteX110" fmla="*/ 398011 w 9143999"/>
              <a:gd name="connsiteY110" fmla="*/ 4801292 h 5143500"/>
              <a:gd name="connsiteX111" fmla="*/ 1053743 w 9143999"/>
              <a:gd name="connsiteY111" fmla="*/ 4747249 h 5143500"/>
              <a:gd name="connsiteX112" fmla="*/ 994181 w 9143999"/>
              <a:gd name="connsiteY112" fmla="*/ 4808264 h 5143500"/>
              <a:gd name="connsiteX113" fmla="*/ 994181 w 9143999"/>
              <a:gd name="connsiteY113" fmla="*/ 4944812 h 5143500"/>
              <a:gd name="connsiteX114" fmla="*/ 999997 w 9143999"/>
              <a:gd name="connsiteY114" fmla="*/ 4950628 h 5143500"/>
              <a:gd name="connsiteX115" fmla="*/ 1025851 w 9143999"/>
              <a:gd name="connsiteY115" fmla="*/ 4950628 h 5143500"/>
              <a:gd name="connsiteX116" fmla="*/ 1026345 w 9143999"/>
              <a:gd name="connsiteY116" fmla="*/ 4950134 h 5143500"/>
              <a:gd name="connsiteX117" fmla="*/ 1027794 w 9143999"/>
              <a:gd name="connsiteY117" fmla="*/ 4950134 h 5143500"/>
              <a:gd name="connsiteX118" fmla="*/ 1033639 w 9143999"/>
              <a:gd name="connsiteY118" fmla="*/ 4944348 h 5143500"/>
              <a:gd name="connsiteX119" fmla="*/ 1033639 w 9143999"/>
              <a:gd name="connsiteY119" fmla="*/ 4837419 h 5143500"/>
              <a:gd name="connsiteX120" fmla="*/ 1070780 w 9143999"/>
              <a:gd name="connsiteY120" fmla="*/ 4837419 h 5143500"/>
              <a:gd name="connsiteX121" fmla="*/ 1076625 w 9143999"/>
              <a:gd name="connsiteY121" fmla="*/ 4831634 h 5143500"/>
              <a:gd name="connsiteX122" fmla="*/ 1076625 w 9143999"/>
              <a:gd name="connsiteY122" fmla="*/ 4811692 h 5143500"/>
              <a:gd name="connsiteX123" fmla="*/ 1070780 w 9143999"/>
              <a:gd name="connsiteY123" fmla="*/ 4805627 h 5143500"/>
              <a:gd name="connsiteX124" fmla="*/ 1068815 w 9143999"/>
              <a:gd name="connsiteY124" fmla="*/ 4805627 h 5143500"/>
              <a:gd name="connsiteX125" fmla="*/ 1068559 w 9143999"/>
              <a:gd name="connsiteY125" fmla="*/ 4805359 h 5143500"/>
              <a:gd name="connsiteX126" fmla="*/ 1033639 w 9143999"/>
              <a:gd name="connsiteY126" fmla="*/ 4805359 h 5143500"/>
              <a:gd name="connsiteX127" fmla="*/ 1033639 w 9143999"/>
              <a:gd name="connsiteY127" fmla="*/ 4802443 h 5143500"/>
              <a:gd name="connsiteX128" fmla="*/ 1056748 w 9143999"/>
              <a:gd name="connsiteY128" fmla="*/ 4778457 h 5143500"/>
              <a:gd name="connsiteX129" fmla="*/ 1071071 w 9143999"/>
              <a:gd name="connsiteY129" fmla="*/ 4779901 h 5143500"/>
              <a:gd name="connsiteX130" fmla="*/ 1076625 w 9143999"/>
              <a:gd name="connsiteY130" fmla="*/ 4774411 h 5143500"/>
              <a:gd name="connsiteX131" fmla="*/ 1079556 w 9143999"/>
              <a:gd name="connsiteY131" fmla="*/ 4759385 h 5143500"/>
              <a:gd name="connsiteX132" fmla="*/ 1080138 w 9143999"/>
              <a:gd name="connsiteY132" fmla="*/ 4755627 h 5143500"/>
              <a:gd name="connsiteX133" fmla="*/ 1074293 w 9143999"/>
              <a:gd name="connsiteY133" fmla="*/ 4749848 h 5143500"/>
              <a:gd name="connsiteX134" fmla="*/ 1072404 w 9143999"/>
              <a:gd name="connsiteY134" fmla="*/ 4749641 h 5143500"/>
              <a:gd name="connsiteX135" fmla="*/ 1072049 w 9143999"/>
              <a:gd name="connsiteY135" fmla="*/ 4749285 h 5143500"/>
              <a:gd name="connsiteX136" fmla="*/ 1053743 w 9143999"/>
              <a:gd name="connsiteY136" fmla="*/ 4747249 h 5143500"/>
              <a:gd name="connsiteX137" fmla="*/ 1115151 w 9143999"/>
              <a:gd name="connsiteY137" fmla="*/ 4747131 h 5143500"/>
              <a:gd name="connsiteX138" fmla="*/ 1095104 w 9143999"/>
              <a:gd name="connsiteY138" fmla="*/ 4767478 h 5143500"/>
              <a:gd name="connsiteX139" fmla="*/ 1116017 w 9143999"/>
              <a:gd name="connsiteY139" fmla="*/ 4787818 h 5143500"/>
              <a:gd name="connsiteX140" fmla="*/ 1136065 w 9143999"/>
              <a:gd name="connsiteY140" fmla="*/ 4767481 h 5143500"/>
              <a:gd name="connsiteX141" fmla="*/ 1115151 w 9143999"/>
              <a:gd name="connsiteY141" fmla="*/ 4747131 h 5143500"/>
              <a:gd name="connsiteX142" fmla="*/ 0 w 9143999"/>
              <a:gd name="connsiteY142" fmla="*/ 0 h 5143500"/>
              <a:gd name="connsiteX143" fmla="*/ 9143999 w 9143999"/>
              <a:gd name="connsiteY143" fmla="*/ 0 h 5143500"/>
              <a:gd name="connsiteX144" fmla="*/ 9143999 w 9143999"/>
              <a:gd name="connsiteY144" fmla="*/ 5143500 h 5143500"/>
              <a:gd name="connsiteX145" fmla="*/ 0 w 9143999"/>
              <a:gd name="connsiteY145" fmla="*/ 514350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</a:cxnLst>
            <a:rect l="l" t="t" r="r" b="b"/>
            <a:pathLst>
              <a:path w="9143999" h="5143500">
                <a:moveTo>
                  <a:pt x="351363" y="4913481"/>
                </a:moveTo>
                <a:cubicBezTo>
                  <a:pt x="339456" y="4913486"/>
                  <a:pt x="331612" y="4921037"/>
                  <a:pt x="331613" y="4933530"/>
                </a:cubicBezTo>
                <a:cubicBezTo>
                  <a:pt x="331608" y="4945734"/>
                  <a:pt x="339456" y="4953580"/>
                  <a:pt x="352237" y="4953582"/>
                </a:cubicBezTo>
                <a:cubicBezTo>
                  <a:pt x="364153" y="4953577"/>
                  <a:pt x="371990" y="4945737"/>
                  <a:pt x="371987" y="4933533"/>
                </a:cubicBezTo>
                <a:cubicBezTo>
                  <a:pt x="371996" y="4921039"/>
                  <a:pt x="364153" y="4913482"/>
                  <a:pt x="351363" y="4913481"/>
                </a:cubicBezTo>
                <a:close/>
                <a:moveTo>
                  <a:pt x="892593" y="4837587"/>
                </a:moveTo>
                <a:lnTo>
                  <a:pt x="917846" y="4847631"/>
                </a:lnTo>
                <a:cubicBezTo>
                  <a:pt x="924091" y="4854457"/>
                  <a:pt x="927648" y="4864625"/>
                  <a:pt x="927648" y="4877990"/>
                </a:cubicBezTo>
                <a:cubicBezTo>
                  <a:pt x="927648" y="4891355"/>
                  <a:pt x="924091" y="4901524"/>
                  <a:pt x="918100" y="4908353"/>
                </a:cubicBezTo>
                <a:lnTo>
                  <a:pt x="894866" y="4918277"/>
                </a:lnTo>
                <a:lnTo>
                  <a:pt x="868933" y="4908080"/>
                </a:lnTo>
                <a:cubicBezTo>
                  <a:pt x="862645" y="4901288"/>
                  <a:pt x="859062" y="4891172"/>
                  <a:pt x="859062" y="4877877"/>
                </a:cubicBezTo>
                <a:cubicBezTo>
                  <a:pt x="859062" y="4864582"/>
                  <a:pt x="862645" y="4854468"/>
                  <a:pt x="868678" y="4847677"/>
                </a:cubicBezTo>
                <a:close/>
                <a:moveTo>
                  <a:pt x="559057" y="4837499"/>
                </a:moveTo>
                <a:lnTo>
                  <a:pt x="578336" y="4840021"/>
                </a:lnTo>
                <a:cubicBezTo>
                  <a:pt x="583309" y="4841465"/>
                  <a:pt x="585643" y="4843483"/>
                  <a:pt x="585643" y="4847817"/>
                </a:cubicBezTo>
                <a:lnTo>
                  <a:pt x="585643" y="4907937"/>
                </a:lnTo>
                <a:cubicBezTo>
                  <a:pt x="585643" y="4912270"/>
                  <a:pt x="583309" y="4914296"/>
                  <a:pt x="578336" y="4915741"/>
                </a:cubicBezTo>
                <a:lnTo>
                  <a:pt x="558605" y="4918322"/>
                </a:lnTo>
                <a:lnTo>
                  <a:pt x="534559" y="4909442"/>
                </a:lnTo>
                <a:cubicBezTo>
                  <a:pt x="527877" y="4902976"/>
                  <a:pt x="523519" y="4892806"/>
                  <a:pt x="523519" y="4877990"/>
                </a:cubicBezTo>
                <a:cubicBezTo>
                  <a:pt x="523519" y="4863173"/>
                  <a:pt x="527877" y="4853005"/>
                  <a:pt x="534559" y="4846542"/>
                </a:cubicBezTo>
                <a:close/>
                <a:moveTo>
                  <a:pt x="1101680" y="4805359"/>
                </a:moveTo>
                <a:cubicBezTo>
                  <a:pt x="1098192" y="4805359"/>
                  <a:pt x="1095864" y="4807677"/>
                  <a:pt x="1095864" y="4811167"/>
                </a:cubicBezTo>
                <a:lnTo>
                  <a:pt x="1095864" y="4944812"/>
                </a:lnTo>
                <a:cubicBezTo>
                  <a:pt x="1095864" y="4948301"/>
                  <a:pt x="1098192" y="4950628"/>
                  <a:pt x="1101680" y="4950628"/>
                </a:cubicBezTo>
                <a:lnTo>
                  <a:pt x="1127823" y="4950628"/>
                </a:lnTo>
                <a:lnTo>
                  <a:pt x="1128318" y="4950134"/>
                </a:lnTo>
                <a:lnTo>
                  <a:pt x="1130431" y="4950134"/>
                </a:lnTo>
                <a:cubicBezTo>
                  <a:pt x="1133944" y="4950134"/>
                  <a:pt x="1136285" y="4947819"/>
                  <a:pt x="1136285" y="4944348"/>
                </a:cubicBezTo>
                <a:lnTo>
                  <a:pt x="1136285" y="4811405"/>
                </a:lnTo>
                <a:cubicBezTo>
                  <a:pt x="1136285" y="4807934"/>
                  <a:pt x="1133944" y="4805627"/>
                  <a:pt x="1130431" y="4805627"/>
                </a:cubicBezTo>
                <a:lnTo>
                  <a:pt x="1128092" y="4805627"/>
                </a:lnTo>
                <a:lnTo>
                  <a:pt x="1127823" y="4805359"/>
                </a:lnTo>
                <a:close/>
                <a:moveTo>
                  <a:pt x="891920" y="4802455"/>
                </a:moveTo>
                <a:cubicBezTo>
                  <a:pt x="848337" y="4802455"/>
                  <a:pt x="819859" y="4834118"/>
                  <a:pt x="819859" y="4877990"/>
                </a:cubicBezTo>
                <a:cubicBezTo>
                  <a:pt x="819859" y="4921862"/>
                  <a:pt x="848337" y="4953533"/>
                  <a:pt x="893949" y="4953533"/>
                </a:cubicBezTo>
                <a:cubicBezTo>
                  <a:pt x="904845" y="4953533"/>
                  <a:pt x="914796" y="4951553"/>
                  <a:pt x="923593" y="4947899"/>
                </a:cubicBezTo>
                <a:lnTo>
                  <a:pt x="924071" y="4947569"/>
                </a:lnTo>
                <a:lnTo>
                  <a:pt x="924870" y="4947419"/>
                </a:lnTo>
                <a:cubicBezTo>
                  <a:pt x="951435" y="4936512"/>
                  <a:pt x="967553" y="4910608"/>
                  <a:pt x="967553" y="4877877"/>
                </a:cubicBezTo>
                <a:cubicBezTo>
                  <a:pt x="967553" y="4845146"/>
                  <a:pt x="951435" y="4819246"/>
                  <a:pt x="924008" y="4808342"/>
                </a:cubicBezTo>
                <a:lnTo>
                  <a:pt x="922787" y="4808121"/>
                </a:lnTo>
                <a:lnTo>
                  <a:pt x="922737" y="4808088"/>
                </a:lnTo>
                <a:cubicBezTo>
                  <a:pt x="913654" y="4804434"/>
                  <a:pt x="903323" y="4802455"/>
                  <a:pt x="891920" y="4802455"/>
                </a:cubicBezTo>
                <a:close/>
                <a:moveTo>
                  <a:pt x="725443" y="4802455"/>
                </a:moveTo>
                <a:cubicBezTo>
                  <a:pt x="708301" y="4802455"/>
                  <a:pt x="688255" y="4805359"/>
                  <a:pt x="667045" y="4812907"/>
                </a:cubicBezTo>
                <a:lnTo>
                  <a:pt x="666933" y="4813086"/>
                </a:lnTo>
                <a:lnTo>
                  <a:pt x="666650" y="4813136"/>
                </a:lnTo>
                <a:cubicBezTo>
                  <a:pt x="662556" y="4814581"/>
                  <a:pt x="659335" y="4818052"/>
                  <a:pt x="659335" y="4824699"/>
                </a:cubicBezTo>
                <a:lnTo>
                  <a:pt x="659335" y="4944348"/>
                </a:lnTo>
                <a:lnTo>
                  <a:pt x="659777" y="4944785"/>
                </a:lnTo>
                <a:lnTo>
                  <a:pt x="659777" y="4944812"/>
                </a:lnTo>
                <a:cubicBezTo>
                  <a:pt x="659777" y="4948301"/>
                  <a:pt x="662103" y="4950628"/>
                  <a:pt x="665593" y="4950628"/>
                </a:cubicBezTo>
                <a:lnTo>
                  <a:pt x="691736" y="4950628"/>
                </a:lnTo>
                <a:cubicBezTo>
                  <a:pt x="695225" y="4950628"/>
                  <a:pt x="697552" y="4948301"/>
                  <a:pt x="697552" y="4944812"/>
                </a:cubicBezTo>
                <a:lnTo>
                  <a:pt x="697552" y="4847194"/>
                </a:lnTo>
                <a:lnTo>
                  <a:pt x="704448" y="4839717"/>
                </a:lnTo>
                <a:lnTo>
                  <a:pt x="726010" y="4837419"/>
                </a:lnTo>
                <a:lnTo>
                  <a:pt x="746013" y="4843168"/>
                </a:lnTo>
                <a:lnTo>
                  <a:pt x="754202" y="4862009"/>
                </a:lnTo>
                <a:lnTo>
                  <a:pt x="754202" y="4944812"/>
                </a:lnTo>
                <a:cubicBezTo>
                  <a:pt x="754202" y="4948301"/>
                  <a:pt x="756528" y="4950628"/>
                  <a:pt x="760018" y="4950628"/>
                </a:cubicBezTo>
                <a:lnTo>
                  <a:pt x="786160" y="4950628"/>
                </a:lnTo>
                <a:cubicBezTo>
                  <a:pt x="789650" y="4950628"/>
                  <a:pt x="791976" y="4948301"/>
                  <a:pt x="791976" y="4944812"/>
                </a:cubicBezTo>
                <a:lnTo>
                  <a:pt x="791976" y="4944762"/>
                </a:lnTo>
                <a:lnTo>
                  <a:pt x="792395" y="4944348"/>
                </a:lnTo>
                <a:lnTo>
                  <a:pt x="792395" y="4857065"/>
                </a:lnTo>
                <a:cubicBezTo>
                  <a:pt x="792395" y="4839438"/>
                  <a:pt x="786911" y="4825856"/>
                  <a:pt x="775798" y="4816682"/>
                </a:cubicBezTo>
                <a:lnTo>
                  <a:pt x="775543" y="4816611"/>
                </a:lnTo>
                <a:lnTo>
                  <a:pt x="775486" y="4816471"/>
                </a:lnTo>
                <a:cubicBezTo>
                  <a:pt x="764445" y="4807248"/>
                  <a:pt x="747812" y="4802455"/>
                  <a:pt x="725443" y="4802455"/>
                </a:cubicBezTo>
                <a:close/>
                <a:moveTo>
                  <a:pt x="559834" y="4802455"/>
                </a:moveTo>
                <a:cubicBezTo>
                  <a:pt x="548868" y="4802455"/>
                  <a:pt x="538719" y="4804289"/>
                  <a:pt x="529662" y="4807762"/>
                </a:cubicBezTo>
                <a:lnTo>
                  <a:pt x="529594" y="4807805"/>
                </a:lnTo>
                <a:lnTo>
                  <a:pt x="528372" y="4808018"/>
                </a:lnTo>
                <a:cubicBezTo>
                  <a:pt x="501027" y="4818381"/>
                  <a:pt x="483586" y="4843416"/>
                  <a:pt x="483586" y="4877877"/>
                </a:cubicBezTo>
                <a:cubicBezTo>
                  <a:pt x="483586" y="4912775"/>
                  <a:pt x="498720" y="4937596"/>
                  <a:pt x="526397" y="4947825"/>
                </a:cubicBezTo>
                <a:lnTo>
                  <a:pt x="527142" y="4947947"/>
                </a:lnTo>
                <a:lnTo>
                  <a:pt x="527700" y="4948307"/>
                </a:lnTo>
                <a:cubicBezTo>
                  <a:pt x="536866" y="4951735"/>
                  <a:pt x="547417" y="4953533"/>
                  <a:pt x="559257" y="4953533"/>
                </a:cubicBezTo>
                <a:cubicBezTo>
                  <a:pt x="578428" y="4953533"/>
                  <a:pt x="597022" y="4950331"/>
                  <a:pt x="617069" y="4941908"/>
                </a:cubicBezTo>
                <a:cubicBezTo>
                  <a:pt x="621722" y="4939879"/>
                  <a:pt x="624337" y="4936678"/>
                  <a:pt x="624337" y="4930284"/>
                </a:cubicBezTo>
                <a:lnTo>
                  <a:pt x="624337" y="4824821"/>
                </a:lnTo>
                <a:cubicBezTo>
                  <a:pt x="624337" y="4818138"/>
                  <a:pt x="621722" y="4814946"/>
                  <a:pt x="617069" y="4813204"/>
                </a:cubicBezTo>
                <a:cubicBezTo>
                  <a:pt x="597898" y="4805936"/>
                  <a:pt x="579880" y="4802455"/>
                  <a:pt x="559834" y="4802455"/>
                </a:cubicBezTo>
                <a:close/>
                <a:moveTo>
                  <a:pt x="398011" y="4801292"/>
                </a:moveTo>
                <a:lnTo>
                  <a:pt x="395922" y="4801589"/>
                </a:lnTo>
                <a:lnTo>
                  <a:pt x="395863" y="4801582"/>
                </a:lnTo>
                <a:cubicBezTo>
                  <a:pt x="356679" y="4801582"/>
                  <a:pt x="331528" y="4822385"/>
                  <a:pt x="331528" y="4853603"/>
                </a:cubicBezTo>
                <a:cubicBezTo>
                  <a:pt x="331528" y="4914871"/>
                  <a:pt x="425688" y="4891154"/>
                  <a:pt x="425688" y="4933656"/>
                </a:cubicBezTo>
                <a:cubicBezTo>
                  <a:pt x="425688" y="4937989"/>
                  <a:pt x="425106" y="4940590"/>
                  <a:pt x="423936" y="4944348"/>
                </a:cubicBezTo>
                <a:cubicBezTo>
                  <a:pt x="423645" y="4944931"/>
                  <a:pt x="423645" y="4945505"/>
                  <a:pt x="423645" y="4946089"/>
                </a:cubicBezTo>
                <a:cubicBezTo>
                  <a:pt x="423645" y="4948394"/>
                  <a:pt x="425106" y="4950134"/>
                  <a:pt x="428029" y="4950134"/>
                </a:cubicBezTo>
                <a:lnTo>
                  <a:pt x="429440" y="4950134"/>
                </a:lnTo>
                <a:lnTo>
                  <a:pt x="429969" y="4950628"/>
                </a:lnTo>
                <a:lnTo>
                  <a:pt x="456121" y="4950628"/>
                </a:lnTo>
                <a:cubicBezTo>
                  <a:pt x="460476" y="4950628"/>
                  <a:pt x="462216" y="4949176"/>
                  <a:pt x="463668" y="4944812"/>
                </a:cubicBezTo>
                <a:cubicBezTo>
                  <a:pt x="465418" y="4939879"/>
                  <a:pt x="465995" y="4933196"/>
                  <a:pt x="465995" y="4928255"/>
                </a:cubicBezTo>
                <a:cubicBezTo>
                  <a:pt x="465995" y="4862299"/>
                  <a:pt x="372445" y="4878177"/>
                  <a:pt x="372445" y="4850972"/>
                </a:cubicBezTo>
                <a:cubicBezTo>
                  <a:pt x="372445" y="4846523"/>
                  <a:pt x="374698" y="4842891"/>
                  <a:pt x="378874" y="4840371"/>
                </a:cubicBezTo>
                <a:lnTo>
                  <a:pt x="395404" y="4836760"/>
                </a:lnTo>
                <a:lnTo>
                  <a:pt x="438848" y="4849557"/>
                </a:lnTo>
                <a:cubicBezTo>
                  <a:pt x="440310" y="4850418"/>
                  <a:pt x="441771" y="4850714"/>
                  <a:pt x="443232" y="4850714"/>
                </a:cubicBezTo>
                <a:lnTo>
                  <a:pt x="443815" y="4850347"/>
                </a:lnTo>
                <a:lnTo>
                  <a:pt x="445074" y="4850684"/>
                </a:lnTo>
                <a:cubicBezTo>
                  <a:pt x="447689" y="4850684"/>
                  <a:pt x="450305" y="4849231"/>
                  <a:pt x="451467" y="4846616"/>
                </a:cubicBezTo>
                <a:lnTo>
                  <a:pt x="460476" y="4827435"/>
                </a:lnTo>
                <a:cubicBezTo>
                  <a:pt x="461317" y="4825652"/>
                  <a:pt x="461639" y="4823954"/>
                  <a:pt x="461639" y="4822502"/>
                </a:cubicBezTo>
                <a:cubicBezTo>
                  <a:pt x="461639" y="4820176"/>
                  <a:pt x="460485" y="4817858"/>
                  <a:pt x="458150" y="4816686"/>
                </a:cubicBezTo>
                <a:cubicBezTo>
                  <a:pt x="440141" y="4806226"/>
                  <a:pt x="418635" y="4801292"/>
                  <a:pt x="398011" y="4801292"/>
                </a:cubicBezTo>
                <a:close/>
                <a:moveTo>
                  <a:pt x="1053743" y="4747249"/>
                </a:moveTo>
                <a:cubicBezTo>
                  <a:pt x="1017717" y="4747249"/>
                  <a:pt x="994181" y="4766420"/>
                  <a:pt x="994181" y="4808264"/>
                </a:cubicBezTo>
                <a:lnTo>
                  <a:pt x="994181" y="4944812"/>
                </a:lnTo>
                <a:cubicBezTo>
                  <a:pt x="994181" y="4948301"/>
                  <a:pt x="996508" y="4950628"/>
                  <a:pt x="999997" y="4950628"/>
                </a:cubicBezTo>
                <a:lnTo>
                  <a:pt x="1025851" y="4950628"/>
                </a:lnTo>
                <a:lnTo>
                  <a:pt x="1026345" y="4950134"/>
                </a:lnTo>
                <a:lnTo>
                  <a:pt x="1027794" y="4950134"/>
                </a:lnTo>
                <a:cubicBezTo>
                  <a:pt x="1031306" y="4950134"/>
                  <a:pt x="1033639" y="4947819"/>
                  <a:pt x="1033639" y="4944348"/>
                </a:cubicBezTo>
                <a:lnTo>
                  <a:pt x="1033639" y="4837419"/>
                </a:lnTo>
                <a:lnTo>
                  <a:pt x="1070780" y="4837419"/>
                </a:lnTo>
                <a:cubicBezTo>
                  <a:pt x="1074584" y="4837419"/>
                  <a:pt x="1076625" y="4835105"/>
                  <a:pt x="1076625" y="4831634"/>
                </a:cubicBezTo>
                <a:lnTo>
                  <a:pt x="1076625" y="4811692"/>
                </a:lnTo>
                <a:cubicBezTo>
                  <a:pt x="1076625" y="4807934"/>
                  <a:pt x="1074584" y="4805627"/>
                  <a:pt x="1070780" y="4805627"/>
                </a:cubicBezTo>
                <a:lnTo>
                  <a:pt x="1068815" y="4805627"/>
                </a:lnTo>
                <a:lnTo>
                  <a:pt x="1068559" y="4805359"/>
                </a:lnTo>
                <a:lnTo>
                  <a:pt x="1033639" y="4805359"/>
                </a:lnTo>
                <a:lnTo>
                  <a:pt x="1033639" y="4802443"/>
                </a:lnTo>
                <a:cubicBezTo>
                  <a:pt x="1033639" y="4786548"/>
                  <a:pt x="1040663" y="4778457"/>
                  <a:pt x="1056748" y="4778457"/>
                </a:cubicBezTo>
                <a:cubicBezTo>
                  <a:pt x="1062593" y="4778457"/>
                  <a:pt x="1068892" y="4779901"/>
                  <a:pt x="1071071" y="4779901"/>
                </a:cubicBezTo>
                <a:cubicBezTo>
                  <a:pt x="1074584" y="4779901"/>
                  <a:pt x="1076045" y="4777882"/>
                  <a:pt x="1076625" y="4774411"/>
                </a:cubicBezTo>
                <a:lnTo>
                  <a:pt x="1079556" y="4759385"/>
                </a:lnTo>
                <a:cubicBezTo>
                  <a:pt x="1079813" y="4758050"/>
                  <a:pt x="1080138" y="4756876"/>
                  <a:pt x="1080138" y="4755627"/>
                </a:cubicBezTo>
                <a:cubicBezTo>
                  <a:pt x="1080138" y="4752417"/>
                  <a:pt x="1078386" y="4750711"/>
                  <a:pt x="1074293" y="4749848"/>
                </a:cubicBezTo>
                <a:lnTo>
                  <a:pt x="1072404" y="4749641"/>
                </a:lnTo>
                <a:lnTo>
                  <a:pt x="1072049" y="4749285"/>
                </a:lnTo>
                <a:cubicBezTo>
                  <a:pt x="1066232" y="4747834"/>
                  <a:pt x="1059941" y="4747249"/>
                  <a:pt x="1053743" y="4747249"/>
                </a:cubicBezTo>
                <a:close/>
                <a:moveTo>
                  <a:pt x="1115151" y="4747131"/>
                </a:moveTo>
                <a:cubicBezTo>
                  <a:pt x="1102947" y="4747139"/>
                  <a:pt x="1095102" y="4754688"/>
                  <a:pt x="1095104" y="4767478"/>
                </a:cubicBezTo>
                <a:cubicBezTo>
                  <a:pt x="1095101" y="4779971"/>
                  <a:pt x="1102947" y="4787811"/>
                  <a:pt x="1116017" y="4787818"/>
                </a:cubicBezTo>
                <a:cubicBezTo>
                  <a:pt x="1127933" y="4787817"/>
                  <a:pt x="1136070" y="4779974"/>
                  <a:pt x="1136065" y="4767481"/>
                </a:cubicBezTo>
                <a:cubicBezTo>
                  <a:pt x="1136070" y="4754690"/>
                  <a:pt x="1127933" y="4747137"/>
                  <a:pt x="1115151" y="4747131"/>
                </a:cubicBezTo>
                <a:close/>
                <a:moveTo>
                  <a:pt x="0" y="0"/>
                </a:moveTo>
                <a:lnTo>
                  <a:pt x="9143999" y="0"/>
                </a:lnTo>
                <a:lnTo>
                  <a:pt x="9143999" y="5143500"/>
                </a:lnTo>
                <a:lnTo>
                  <a:pt x="0" y="51435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323D7EBE-BC7D-4AC5-AD6B-FCD5D270E1C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B54B0F7-55DD-40D6-B7F4-70B586885C0B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9" name="Espace réservé du texte 5">
            <a:extLst>
              <a:ext uri="{FF2B5EF4-FFF2-40B4-BE49-F238E27FC236}">
                <a16:creationId xmlns:a16="http://schemas.microsoft.com/office/drawing/2014/main" id="{0B90B88F-38E1-44C8-9D6F-1A9BFFE001D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778558" y="2915364"/>
            <a:ext cx="4949741" cy="1399251"/>
          </a:xfrm>
        </p:spPr>
        <p:txBody>
          <a:bodyPr anchor="t">
            <a:noAutofit/>
          </a:bodyPr>
          <a:lstStyle>
            <a:lvl1pPr algn="l">
              <a:lnSpc>
                <a:spcPct val="96000"/>
              </a:lnSpc>
              <a:spcAft>
                <a:spcPts val="1333"/>
              </a:spcAft>
              <a:defRPr lang="fr-FR" sz="4800" b="0" i="1" kern="1200" dirty="0" err="1" smtClean="0">
                <a:solidFill>
                  <a:schemeClr val="bg2"/>
                </a:solidFill>
                <a:effectLst>
                  <a:outerShdw blurRad="127000" sx="102000" sy="102000" algn="ctr" rotWithShape="0">
                    <a:prstClr val="black">
                      <a:alpha val="25000"/>
                    </a:prstClr>
                  </a:outerShdw>
                </a:effectLst>
                <a:latin typeface="Georgia" panose="02040502050405020303" pitchFamily="18" charset="0"/>
                <a:ea typeface="Verdana" panose="020B0604030504040204" pitchFamily="34" charset="0"/>
                <a:cs typeface="Georgia" panose="02040502050405020303" pitchFamily="18" charset="0"/>
              </a:defRPr>
            </a:lvl1pPr>
            <a:lvl2pPr marL="0" indent="0" algn="l">
              <a:lnSpc>
                <a:spcPct val="90000"/>
              </a:lnSpc>
              <a:buFont typeface="Arial" panose="020B0604020202020204" pitchFamily="34" charset="0"/>
              <a:buNone/>
              <a:defRPr lang="en-US" sz="4800" b="0" i="1" kern="1200" noProof="0" dirty="0">
                <a:solidFill>
                  <a:schemeClr val="bg1"/>
                </a:solidFill>
                <a:effectLst>
                  <a:outerShdw blurRad="127000" sx="105000" sy="105000" algn="ctr" rotWithShape="0">
                    <a:prstClr val="black">
                      <a:alpha val="9957"/>
                    </a:prstClr>
                  </a:outerShdw>
                </a:effectLst>
                <a:latin typeface="Georgia" panose="02040502050405020303" pitchFamily="18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algn="l">
              <a:lnSpc>
                <a:spcPct val="100000"/>
              </a:lnSpc>
              <a:spcBef>
                <a:spcPts val="1333"/>
              </a:spcBef>
              <a:defRPr sz="1867">
                <a:solidFill>
                  <a:schemeClr val="bg1"/>
                </a:solidFill>
                <a:effectLst>
                  <a:outerShdw blurRad="127000" sx="102000" sy="102000" algn="ctr" rotWithShape="0">
                    <a:prstClr val="black">
                      <a:alpha val="25000"/>
                    </a:prstClr>
                  </a:outerShdw>
                </a:effectLst>
              </a:defRPr>
            </a:lvl3pPr>
          </a:lstStyle>
          <a:p>
            <a:pPr marL="761981" lvl="0" indent="-761981" algn="l" defTabSz="914377" rtl="0" eaLnBrk="1" latinLnBrk="0" hangingPunct="1">
              <a:lnSpc>
                <a:spcPct val="90000"/>
              </a:lnSpc>
              <a:spcBef>
                <a:spcPts val="0"/>
              </a:spcBef>
            </a:pPr>
            <a:r>
              <a:rPr lang="en-US" noProof="0"/>
              <a:t>Click to edit Master text styles</a:t>
            </a:r>
          </a:p>
        </p:txBody>
      </p:sp>
      <p:sp>
        <p:nvSpPr>
          <p:cNvPr id="12" name="Espace réservé du texte 5">
            <a:extLst>
              <a:ext uri="{FF2B5EF4-FFF2-40B4-BE49-F238E27FC236}">
                <a16:creationId xmlns:a16="http://schemas.microsoft.com/office/drawing/2014/main" id="{9F6585BF-F3F3-4500-9CFA-EF0D9041ED5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778558" y="4395893"/>
            <a:ext cx="4949741" cy="710532"/>
          </a:xfrm>
        </p:spPr>
        <p:txBody>
          <a:bodyPr anchor="t">
            <a:noAutofit/>
          </a:bodyPr>
          <a:lstStyle>
            <a:lvl1pPr algn="l">
              <a:lnSpc>
                <a:spcPct val="96000"/>
              </a:lnSpc>
              <a:spcAft>
                <a:spcPts val="1333"/>
              </a:spcAft>
              <a:defRPr lang="fr-FR" sz="1867" b="0" i="0" kern="1200" dirty="0" err="1" smtClean="0">
                <a:solidFill>
                  <a:schemeClr val="bg2"/>
                </a:solidFill>
                <a:effectLst>
                  <a:outerShdw blurRad="127000" sx="102000" sy="102000" algn="ctr" rotWithShape="0">
                    <a:prstClr val="black">
                      <a:alpha val="25000"/>
                    </a:prstClr>
                  </a:outerShdw>
                </a:effectLst>
                <a:latin typeface="+mj-lt"/>
                <a:ea typeface="Verdana" panose="020B0604030504040204" pitchFamily="34" charset="0"/>
                <a:cs typeface="Georgia" panose="02040502050405020303" pitchFamily="18" charset="0"/>
              </a:defRPr>
            </a:lvl1pPr>
            <a:lvl2pPr algn="l">
              <a:lnSpc>
                <a:spcPct val="90000"/>
              </a:lnSpc>
              <a:defRPr lang="en-US" sz="1867" b="0" i="0" kern="1200" noProof="0" dirty="0">
                <a:solidFill>
                  <a:schemeClr val="bg1"/>
                </a:solidFill>
                <a:effectLst>
                  <a:outerShdw blurRad="127000" sx="105000" sy="105000" algn="ctr" rotWithShape="0">
                    <a:prstClr val="black">
                      <a:alpha val="9957"/>
                    </a:prstClr>
                  </a:outerShdw>
                </a:effectLst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algn="l">
              <a:lnSpc>
                <a:spcPct val="100000"/>
              </a:lnSpc>
              <a:spcBef>
                <a:spcPts val="1333"/>
              </a:spcBef>
              <a:defRPr lang="en-US" sz="1867" b="0" i="0" kern="1200" noProof="0" dirty="0">
                <a:solidFill>
                  <a:schemeClr val="bg1"/>
                </a:solidFill>
                <a:effectLst>
                  <a:outerShdw blurRad="127000" sx="105000" sy="105000" algn="ctr" rotWithShape="0">
                    <a:prstClr val="black">
                      <a:alpha val="9957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</a:lstStyle>
          <a:p>
            <a:pPr marL="0" lvl="0" indent="0" algn="l" defTabSz="914377" rtl="0" eaLnBrk="1" latinLnBrk="0" hangingPunct="1">
              <a:lnSpc>
                <a:spcPct val="100000"/>
              </a:lnSpc>
              <a:spcBef>
                <a:spcPts val="1333"/>
              </a:spcBef>
              <a:buFont typeface="Arial" panose="020B0604020202020204" pitchFamily="34" charset="0"/>
              <a:buNone/>
            </a:pPr>
            <a:r>
              <a:rPr lang="en-US" noProof="0"/>
              <a:t>Click to edit Master text styles</a:t>
            </a:r>
          </a:p>
        </p:txBody>
      </p:sp>
      <p:sp>
        <p:nvSpPr>
          <p:cNvPr id="13" name="Espace réservé du texte 5">
            <a:extLst>
              <a:ext uri="{FF2B5EF4-FFF2-40B4-BE49-F238E27FC236}">
                <a16:creationId xmlns:a16="http://schemas.microsoft.com/office/drawing/2014/main" id="{FB220A98-FE22-4FE9-AB26-E269403DC28C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778558" y="1792928"/>
            <a:ext cx="4949741" cy="939945"/>
          </a:xfrm>
        </p:spPr>
        <p:txBody>
          <a:bodyPr anchor="b">
            <a:noAutofit/>
          </a:bodyPr>
          <a:lstStyle>
            <a:lvl1pPr algn="l">
              <a:lnSpc>
                <a:spcPct val="96000"/>
              </a:lnSpc>
              <a:spcAft>
                <a:spcPts val="1333"/>
              </a:spcAft>
              <a:defRPr lang="fr-FR" sz="2933" b="0" i="0" kern="1200" dirty="0" err="1" smtClean="0">
                <a:solidFill>
                  <a:schemeClr val="bg2"/>
                </a:solidFill>
                <a:effectLst>
                  <a:outerShdw blurRad="127000" sx="102000" sy="102000" algn="ctr" rotWithShape="0">
                    <a:prstClr val="black">
                      <a:alpha val="25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algn="l">
              <a:lnSpc>
                <a:spcPct val="90000"/>
              </a:lnSpc>
              <a:defRPr sz="4800" b="0" i="1">
                <a:solidFill>
                  <a:schemeClr val="bg1"/>
                </a:solidFill>
                <a:effectLst>
                  <a:outerShdw blurRad="127000" sx="102000" sy="102000" algn="ctr" rotWithShape="0">
                    <a:prstClr val="black">
                      <a:alpha val="25000"/>
                    </a:prstClr>
                  </a:outerShdw>
                </a:effectLst>
                <a:latin typeface="Georgia" panose="02040502050405020303" pitchFamily="18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algn="l">
              <a:lnSpc>
                <a:spcPct val="100000"/>
              </a:lnSpc>
              <a:spcBef>
                <a:spcPts val="1333"/>
              </a:spcBef>
              <a:defRPr sz="1867">
                <a:solidFill>
                  <a:schemeClr val="bg1"/>
                </a:solidFill>
                <a:effectLst>
                  <a:outerShdw blurRad="127000" sx="102000" sy="102000" algn="ctr" rotWithShape="0">
                    <a:prstClr val="black">
                      <a:alpha val="25000"/>
                    </a:prstClr>
                  </a:outerShdw>
                </a:effectLst>
              </a:defRPr>
            </a:lvl3pPr>
          </a:lstStyle>
          <a:p>
            <a:pPr lvl="0"/>
            <a:r>
              <a:rPr lang="en-US" noProof="0"/>
              <a:t>Click to edit Master text styles</a:t>
            </a:r>
          </a:p>
        </p:txBody>
      </p:sp>
      <p:grpSp>
        <p:nvGrpSpPr>
          <p:cNvPr id="26" name="Graphique 7">
            <a:extLst>
              <a:ext uri="{FF2B5EF4-FFF2-40B4-BE49-F238E27FC236}">
                <a16:creationId xmlns:a16="http://schemas.microsoft.com/office/drawing/2014/main" id="{2473C403-3091-45DA-8311-8B80BACBDD77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2166" y="6329527"/>
            <a:ext cx="1071853" cy="275084"/>
            <a:chOff x="4768103" y="-471733"/>
            <a:chExt cx="744723" cy="191124"/>
          </a:xfrm>
          <a:solidFill>
            <a:srgbClr val="FFFFFF"/>
          </a:solidFill>
        </p:grpSpPr>
        <p:sp>
          <p:nvSpPr>
            <p:cNvPr id="27" name="Forme libre : forme 9">
              <a:extLst>
                <a:ext uri="{FF2B5EF4-FFF2-40B4-BE49-F238E27FC236}">
                  <a16:creationId xmlns:a16="http://schemas.microsoft.com/office/drawing/2014/main" id="{9A66E28E-1ED8-413A-86AB-392723C99535}"/>
                </a:ext>
              </a:extLst>
            </p:cNvPr>
            <p:cNvSpPr/>
            <p:nvPr userDrawn="1"/>
          </p:nvSpPr>
          <p:spPr>
            <a:xfrm>
              <a:off x="4770087" y="-471716"/>
              <a:ext cx="740699" cy="191096"/>
            </a:xfrm>
            <a:custGeom>
              <a:avLst/>
              <a:gdLst>
                <a:gd name="connsiteX0" fmla="*/ 689325 w 740699"/>
                <a:gd name="connsiteY0" fmla="*/ 7347 h 191096"/>
                <a:gd name="connsiteX1" fmla="*/ 688790 w 740699"/>
                <a:gd name="connsiteY1" fmla="*/ 10847 h 191096"/>
                <a:gd name="connsiteX2" fmla="*/ 686092 w 740699"/>
                <a:gd name="connsiteY2" fmla="*/ 24840 h 191096"/>
                <a:gd name="connsiteX3" fmla="*/ 680980 w 740699"/>
                <a:gd name="connsiteY3" fmla="*/ 29953 h 191096"/>
                <a:gd name="connsiteX4" fmla="*/ 667797 w 740699"/>
                <a:gd name="connsiteY4" fmla="*/ 28608 h 191096"/>
                <a:gd name="connsiteX5" fmla="*/ 646528 w 740699"/>
                <a:gd name="connsiteY5" fmla="*/ 50946 h 191096"/>
                <a:gd name="connsiteX6" fmla="*/ 646528 w 740699"/>
                <a:gd name="connsiteY6" fmla="*/ 53911 h 191096"/>
                <a:gd name="connsiteX7" fmla="*/ 680712 w 740699"/>
                <a:gd name="connsiteY7" fmla="*/ 53911 h 191096"/>
                <a:gd name="connsiteX8" fmla="*/ 686092 w 740699"/>
                <a:gd name="connsiteY8" fmla="*/ 59559 h 191096"/>
                <a:gd name="connsiteX9" fmla="*/ 686092 w 740699"/>
                <a:gd name="connsiteY9" fmla="*/ 78130 h 191096"/>
                <a:gd name="connsiteX10" fmla="*/ 680712 w 740699"/>
                <a:gd name="connsiteY10" fmla="*/ 83518 h 191096"/>
                <a:gd name="connsiteX11" fmla="*/ 646528 w 740699"/>
                <a:gd name="connsiteY11" fmla="*/ 83518 h 191096"/>
                <a:gd name="connsiteX12" fmla="*/ 646528 w 740699"/>
                <a:gd name="connsiteY12" fmla="*/ 183097 h 191096"/>
                <a:gd name="connsiteX13" fmla="*/ 641148 w 740699"/>
                <a:gd name="connsiteY13" fmla="*/ 188485 h 191096"/>
                <a:gd name="connsiteX14" fmla="*/ 617197 w 740699"/>
                <a:gd name="connsiteY14" fmla="*/ 188485 h 191096"/>
                <a:gd name="connsiteX15" fmla="*/ 611809 w 740699"/>
                <a:gd name="connsiteY15" fmla="*/ 183097 h 191096"/>
                <a:gd name="connsiteX16" fmla="*/ 611809 w 740699"/>
                <a:gd name="connsiteY16" fmla="*/ 56602 h 191096"/>
                <a:gd name="connsiteX17" fmla="*/ 666987 w 740699"/>
                <a:gd name="connsiteY17" fmla="*/ 79 h 191096"/>
                <a:gd name="connsiteX18" fmla="*/ 683945 w 740699"/>
                <a:gd name="connsiteY18" fmla="*/ 1966 h 191096"/>
                <a:gd name="connsiteX19" fmla="*/ 689325 w 740699"/>
                <a:gd name="connsiteY19" fmla="*/ 7347 h 191096"/>
                <a:gd name="connsiteX20" fmla="*/ 741003 w 740699"/>
                <a:gd name="connsiteY20" fmla="*/ 59292 h 191096"/>
                <a:gd name="connsiteX21" fmla="*/ 741003 w 740699"/>
                <a:gd name="connsiteY21" fmla="*/ 183097 h 191096"/>
                <a:gd name="connsiteX22" fmla="*/ 735615 w 740699"/>
                <a:gd name="connsiteY22" fmla="*/ 188485 h 191096"/>
                <a:gd name="connsiteX23" fmla="*/ 711396 w 740699"/>
                <a:gd name="connsiteY23" fmla="*/ 188485 h 191096"/>
                <a:gd name="connsiteX24" fmla="*/ 706008 w 740699"/>
                <a:gd name="connsiteY24" fmla="*/ 183097 h 191096"/>
                <a:gd name="connsiteX25" fmla="*/ 706008 w 740699"/>
                <a:gd name="connsiteY25" fmla="*/ 59292 h 191096"/>
                <a:gd name="connsiteX26" fmla="*/ 711396 w 740699"/>
                <a:gd name="connsiteY26" fmla="*/ 53911 h 191096"/>
                <a:gd name="connsiteX27" fmla="*/ 735615 w 740699"/>
                <a:gd name="connsiteY27" fmla="*/ 53911 h 191096"/>
                <a:gd name="connsiteX28" fmla="*/ 741003 w 740699"/>
                <a:gd name="connsiteY28" fmla="*/ 59292 h 191096"/>
                <a:gd name="connsiteX29" fmla="*/ 518954 w 740699"/>
                <a:gd name="connsiteY29" fmla="*/ 158879 h 191096"/>
                <a:gd name="connsiteX30" fmla="*/ 485847 w 740699"/>
                <a:gd name="connsiteY30" fmla="*/ 121195 h 191096"/>
                <a:gd name="connsiteX31" fmla="*/ 517074 w 740699"/>
                <a:gd name="connsiteY31" fmla="*/ 83518 h 191096"/>
                <a:gd name="connsiteX32" fmla="*/ 550173 w 740699"/>
                <a:gd name="connsiteY32" fmla="*/ 121195 h 191096"/>
                <a:gd name="connsiteX33" fmla="*/ 518954 w 740699"/>
                <a:gd name="connsiteY33" fmla="*/ 158879 h 191096"/>
                <a:gd name="connsiteX34" fmla="*/ 517074 w 740699"/>
                <a:gd name="connsiteY34" fmla="*/ 51221 h 191096"/>
                <a:gd name="connsiteX35" fmla="*/ 450317 w 740699"/>
                <a:gd name="connsiteY35" fmla="*/ 121195 h 191096"/>
                <a:gd name="connsiteX36" fmla="*/ 518954 w 740699"/>
                <a:gd name="connsiteY36" fmla="*/ 191176 h 191096"/>
                <a:gd name="connsiteX37" fmla="*/ 585702 w 740699"/>
                <a:gd name="connsiteY37" fmla="*/ 121195 h 191096"/>
                <a:gd name="connsiteX38" fmla="*/ 517074 w 740699"/>
                <a:gd name="connsiteY38" fmla="*/ 51221 h 191096"/>
                <a:gd name="connsiteX39" fmla="*/ 424486 w 740699"/>
                <a:gd name="connsiteY39" fmla="*/ 101813 h 191096"/>
                <a:gd name="connsiteX40" fmla="*/ 424486 w 740699"/>
                <a:gd name="connsiteY40" fmla="*/ 183097 h 191096"/>
                <a:gd name="connsiteX41" fmla="*/ 419098 w 740699"/>
                <a:gd name="connsiteY41" fmla="*/ 188485 h 191096"/>
                <a:gd name="connsiteX42" fmla="*/ 394880 w 740699"/>
                <a:gd name="connsiteY42" fmla="*/ 188485 h 191096"/>
                <a:gd name="connsiteX43" fmla="*/ 389492 w 740699"/>
                <a:gd name="connsiteY43" fmla="*/ 183097 h 191096"/>
                <a:gd name="connsiteX44" fmla="*/ 389492 w 740699"/>
                <a:gd name="connsiteY44" fmla="*/ 106391 h 191096"/>
                <a:gd name="connsiteX45" fmla="*/ 363385 w 740699"/>
                <a:gd name="connsiteY45" fmla="*/ 83518 h 191096"/>
                <a:gd name="connsiteX46" fmla="*/ 343469 w 740699"/>
                <a:gd name="connsiteY46" fmla="*/ 85665 h 191096"/>
                <a:gd name="connsiteX47" fmla="*/ 337012 w 740699"/>
                <a:gd name="connsiteY47" fmla="*/ 92666 h 191096"/>
                <a:gd name="connsiteX48" fmla="*/ 337012 w 740699"/>
                <a:gd name="connsiteY48" fmla="*/ 183097 h 191096"/>
                <a:gd name="connsiteX49" fmla="*/ 331624 w 740699"/>
                <a:gd name="connsiteY49" fmla="*/ 188485 h 191096"/>
                <a:gd name="connsiteX50" fmla="*/ 307405 w 740699"/>
                <a:gd name="connsiteY50" fmla="*/ 188485 h 191096"/>
                <a:gd name="connsiteX51" fmla="*/ 302017 w 740699"/>
                <a:gd name="connsiteY51" fmla="*/ 183097 h 191096"/>
                <a:gd name="connsiteX52" fmla="*/ 302017 w 740699"/>
                <a:gd name="connsiteY52" fmla="*/ 71672 h 191096"/>
                <a:gd name="connsiteX53" fmla="*/ 308750 w 740699"/>
                <a:gd name="connsiteY53" fmla="*/ 60904 h 191096"/>
                <a:gd name="connsiteX54" fmla="*/ 362850 w 740699"/>
                <a:gd name="connsiteY54" fmla="*/ 51221 h 191096"/>
                <a:gd name="connsiteX55" fmla="*/ 424486 w 740699"/>
                <a:gd name="connsiteY55" fmla="*/ 101813 h 191096"/>
                <a:gd name="connsiteX56" fmla="*/ 122497 w 740699"/>
                <a:gd name="connsiteY56" fmla="*/ 167759 h 191096"/>
                <a:gd name="connsiteX57" fmla="*/ 120342 w 740699"/>
                <a:gd name="connsiteY57" fmla="*/ 183097 h 191096"/>
                <a:gd name="connsiteX58" fmla="*/ 113350 w 740699"/>
                <a:gd name="connsiteY58" fmla="*/ 188485 h 191096"/>
                <a:gd name="connsiteX59" fmla="*/ 89123 w 740699"/>
                <a:gd name="connsiteY59" fmla="*/ 188485 h 191096"/>
                <a:gd name="connsiteX60" fmla="*/ 85088 w 740699"/>
                <a:gd name="connsiteY60" fmla="*/ 184718 h 191096"/>
                <a:gd name="connsiteX61" fmla="*/ 85356 w 740699"/>
                <a:gd name="connsiteY61" fmla="*/ 183097 h 191096"/>
                <a:gd name="connsiteX62" fmla="*/ 86968 w 740699"/>
                <a:gd name="connsiteY62" fmla="*/ 173140 h 191096"/>
                <a:gd name="connsiteX63" fmla="*/ 303 w 740699"/>
                <a:gd name="connsiteY63" fmla="*/ 98589 h 191096"/>
                <a:gd name="connsiteX64" fmla="*/ 59517 w 740699"/>
                <a:gd name="connsiteY64" fmla="*/ 50144 h 191096"/>
                <a:gd name="connsiteX65" fmla="*/ 115230 w 740699"/>
                <a:gd name="connsiteY65" fmla="*/ 64404 h 191096"/>
                <a:gd name="connsiteX66" fmla="*/ 118462 w 740699"/>
                <a:gd name="connsiteY66" fmla="*/ 69792 h 191096"/>
                <a:gd name="connsiteX67" fmla="*/ 117385 w 740699"/>
                <a:gd name="connsiteY67" fmla="*/ 74362 h 191096"/>
                <a:gd name="connsiteX68" fmla="*/ 109039 w 740699"/>
                <a:gd name="connsiteY68" fmla="*/ 92131 h 191096"/>
                <a:gd name="connsiteX69" fmla="*/ 103116 w 740699"/>
                <a:gd name="connsiteY69" fmla="*/ 95899 h 191096"/>
                <a:gd name="connsiteX70" fmla="*/ 99081 w 740699"/>
                <a:gd name="connsiteY70" fmla="*/ 94821 h 191096"/>
                <a:gd name="connsiteX71" fmla="*/ 58439 w 740699"/>
                <a:gd name="connsiteY71" fmla="*/ 82708 h 191096"/>
                <a:gd name="connsiteX72" fmla="*/ 35833 w 740699"/>
                <a:gd name="connsiteY72" fmla="*/ 96166 h 191096"/>
                <a:gd name="connsiteX73" fmla="*/ 122497 w 740699"/>
                <a:gd name="connsiteY73" fmla="*/ 167759 h 191096"/>
                <a:gd name="connsiteX74" fmla="*/ 234191 w 740699"/>
                <a:gd name="connsiteY74" fmla="*/ 149189 h 191096"/>
                <a:gd name="connsiteX75" fmla="*/ 227466 w 740699"/>
                <a:gd name="connsiteY75" fmla="*/ 156456 h 191096"/>
                <a:gd name="connsiteX76" fmla="*/ 209162 w 740699"/>
                <a:gd name="connsiteY76" fmla="*/ 158879 h 191096"/>
                <a:gd name="connsiteX77" fmla="*/ 175788 w 740699"/>
                <a:gd name="connsiteY77" fmla="*/ 121195 h 191096"/>
                <a:gd name="connsiteX78" fmla="*/ 209162 w 740699"/>
                <a:gd name="connsiteY78" fmla="*/ 83518 h 191096"/>
                <a:gd name="connsiteX79" fmla="*/ 227466 w 740699"/>
                <a:gd name="connsiteY79" fmla="*/ 85941 h 191096"/>
                <a:gd name="connsiteX80" fmla="*/ 234191 w 740699"/>
                <a:gd name="connsiteY80" fmla="*/ 93201 h 191096"/>
                <a:gd name="connsiteX81" fmla="*/ 234191 w 740699"/>
                <a:gd name="connsiteY81" fmla="*/ 149189 h 191096"/>
                <a:gd name="connsiteX82" fmla="*/ 262452 w 740699"/>
                <a:gd name="connsiteY82" fmla="*/ 61179 h 191096"/>
                <a:gd name="connsiteX83" fmla="*/ 209430 w 740699"/>
                <a:gd name="connsiteY83" fmla="*/ 51221 h 191096"/>
                <a:gd name="connsiteX84" fmla="*/ 140258 w 740699"/>
                <a:gd name="connsiteY84" fmla="*/ 121195 h 191096"/>
                <a:gd name="connsiteX85" fmla="*/ 208895 w 740699"/>
                <a:gd name="connsiteY85" fmla="*/ 191176 h 191096"/>
                <a:gd name="connsiteX86" fmla="*/ 262452 w 740699"/>
                <a:gd name="connsiteY86" fmla="*/ 180407 h 191096"/>
                <a:gd name="connsiteX87" fmla="*/ 269185 w 740699"/>
                <a:gd name="connsiteY87" fmla="*/ 169639 h 191096"/>
                <a:gd name="connsiteX88" fmla="*/ 269185 w 740699"/>
                <a:gd name="connsiteY88" fmla="*/ 71940 h 191096"/>
                <a:gd name="connsiteX89" fmla="*/ 262452 w 740699"/>
                <a:gd name="connsiteY89" fmla="*/ 61179 h 191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740699" h="191096">
                  <a:moveTo>
                    <a:pt x="689325" y="7347"/>
                  </a:moveTo>
                  <a:cubicBezTo>
                    <a:pt x="689325" y="8511"/>
                    <a:pt x="689026" y="9604"/>
                    <a:pt x="688790" y="10847"/>
                  </a:cubicBezTo>
                  <a:lnTo>
                    <a:pt x="686092" y="24840"/>
                  </a:lnTo>
                  <a:cubicBezTo>
                    <a:pt x="685558" y="28073"/>
                    <a:pt x="684213" y="29953"/>
                    <a:pt x="680980" y="29953"/>
                  </a:cubicBezTo>
                  <a:cubicBezTo>
                    <a:pt x="678974" y="29953"/>
                    <a:pt x="673177" y="28608"/>
                    <a:pt x="667797" y="28608"/>
                  </a:cubicBezTo>
                  <a:cubicBezTo>
                    <a:pt x="652993" y="28608"/>
                    <a:pt x="646528" y="36143"/>
                    <a:pt x="646528" y="50946"/>
                  </a:cubicBezTo>
                  <a:lnTo>
                    <a:pt x="646528" y="53911"/>
                  </a:lnTo>
                  <a:lnTo>
                    <a:pt x="680712" y="53911"/>
                  </a:lnTo>
                  <a:cubicBezTo>
                    <a:pt x="684213" y="53911"/>
                    <a:pt x="686092" y="56059"/>
                    <a:pt x="686092" y="59559"/>
                  </a:cubicBezTo>
                  <a:lnTo>
                    <a:pt x="686092" y="78130"/>
                  </a:lnTo>
                  <a:cubicBezTo>
                    <a:pt x="686092" y="81363"/>
                    <a:pt x="684213" y="83518"/>
                    <a:pt x="680712" y="83518"/>
                  </a:cubicBezTo>
                  <a:lnTo>
                    <a:pt x="646528" y="83518"/>
                  </a:lnTo>
                  <a:lnTo>
                    <a:pt x="646528" y="183097"/>
                  </a:lnTo>
                  <a:cubicBezTo>
                    <a:pt x="646528" y="186330"/>
                    <a:pt x="644380" y="188485"/>
                    <a:pt x="641148" y="188485"/>
                  </a:cubicBezTo>
                  <a:lnTo>
                    <a:pt x="617197" y="188485"/>
                  </a:lnTo>
                  <a:cubicBezTo>
                    <a:pt x="613964" y="188485"/>
                    <a:pt x="611809" y="186330"/>
                    <a:pt x="611809" y="183097"/>
                  </a:cubicBezTo>
                  <a:lnTo>
                    <a:pt x="611809" y="56602"/>
                  </a:lnTo>
                  <a:cubicBezTo>
                    <a:pt x="611809" y="17839"/>
                    <a:pt x="633612" y="79"/>
                    <a:pt x="666987" y="79"/>
                  </a:cubicBezTo>
                  <a:cubicBezTo>
                    <a:pt x="672729" y="79"/>
                    <a:pt x="678557" y="621"/>
                    <a:pt x="683945" y="1966"/>
                  </a:cubicBezTo>
                  <a:cubicBezTo>
                    <a:pt x="687713" y="2769"/>
                    <a:pt x="689325" y="4358"/>
                    <a:pt x="689325" y="7347"/>
                  </a:cubicBezTo>
                  <a:moveTo>
                    <a:pt x="741003" y="59292"/>
                  </a:moveTo>
                  <a:lnTo>
                    <a:pt x="741003" y="183097"/>
                  </a:lnTo>
                  <a:cubicBezTo>
                    <a:pt x="741003" y="186330"/>
                    <a:pt x="738848" y="188485"/>
                    <a:pt x="735615" y="188485"/>
                  </a:cubicBezTo>
                  <a:lnTo>
                    <a:pt x="711396" y="188485"/>
                  </a:lnTo>
                  <a:cubicBezTo>
                    <a:pt x="708164" y="188485"/>
                    <a:pt x="706008" y="186330"/>
                    <a:pt x="706008" y="183097"/>
                  </a:cubicBezTo>
                  <a:lnTo>
                    <a:pt x="706008" y="59292"/>
                  </a:lnTo>
                  <a:cubicBezTo>
                    <a:pt x="706008" y="56059"/>
                    <a:pt x="708164" y="53911"/>
                    <a:pt x="711396" y="53911"/>
                  </a:cubicBezTo>
                  <a:lnTo>
                    <a:pt x="735615" y="53911"/>
                  </a:lnTo>
                  <a:cubicBezTo>
                    <a:pt x="738848" y="53911"/>
                    <a:pt x="741003" y="56059"/>
                    <a:pt x="741003" y="59292"/>
                  </a:cubicBezTo>
                  <a:moveTo>
                    <a:pt x="518954" y="158879"/>
                  </a:moveTo>
                  <a:cubicBezTo>
                    <a:pt x="499038" y="158879"/>
                    <a:pt x="485847" y="145956"/>
                    <a:pt x="485847" y="121195"/>
                  </a:cubicBezTo>
                  <a:cubicBezTo>
                    <a:pt x="485847" y="96433"/>
                    <a:pt x="499038" y="83518"/>
                    <a:pt x="517074" y="83518"/>
                  </a:cubicBezTo>
                  <a:cubicBezTo>
                    <a:pt x="536990" y="83518"/>
                    <a:pt x="550173" y="96433"/>
                    <a:pt x="550173" y="121195"/>
                  </a:cubicBezTo>
                  <a:cubicBezTo>
                    <a:pt x="550173" y="145956"/>
                    <a:pt x="536990" y="158879"/>
                    <a:pt x="518954" y="158879"/>
                  </a:cubicBezTo>
                  <a:moveTo>
                    <a:pt x="517074" y="51221"/>
                  </a:moveTo>
                  <a:cubicBezTo>
                    <a:pt x="476699" y="51221"/>
                    <a:pt x="450317" y="80553"/>
                    <a:pt x="450317" y="121195"/>
                  </a:cubicBezTo>
                  <a:cubicBezTo>
                    <a:pt x="450317" y="161837"/>
                    <a:pt x="476699" y="191176"/>
                    <a:pt x="518954" y="191176"/>
                  </a:cubicBezTo>
                  <a:cubicBezTo>
                    <a:pt x="559328" y="191176"/>
                    <a:pt x="585702" y="161837"/>
                    <a:pt x="585702" y="121195"/>
                  </a:cubicBezTo>
                  <a:cubicBezTo>
                    <a:pt x="585702" y="80553"/>
                    <a:pt x="559328" y="51221"/>
                    <a:pt x="517074" y="51221"/>
                  </a:cubicBezTo>
                  <a:moveTo>
                    <a:pt x="424486" y="101813"/>
                  </a:moveTo>
                  <a:lnTo>
                    <a:pt x="424486" y="183097"/>
                  </a:lnTo>
                  <a:cubicBezTo>
                    <a:pt x="424486" y="186330"/>
                    <a:pt x="422331" y="188485"/>
                    <a:pt x="419098" y="188485"/>
                  </a:cubicBezTo>
                  <a:lnTo>
                    <a:pt x="394880" y="188485"/>
                  </a:lnTo>
                  <a:cubicBezTo>
                    <a:pt x="391647" y="188485"/>
                    <a:pt x="389492" y="186330"/>
                    <a:pt x="389492" y="183097"/>
                  </a:cubicBezTo>
                  <a:lnTo>
                    <a:pt x="389492" y="106391"/>
                  </a:lnTo>
                  <a:cubicBezTo>
                    <a:pt x="389492" y="90243"/>
                    <a:pt x="377921" y="83518"/>
                    <a:pt x="363385" y="83518"/>
                  </a:cubicBezTo>
                  <a:cubicBezTo>
                    <a:pt x="355040" y="83518"/>
                    <a:pt x="350470" y="84053"/>
                    <a:pt x="343469" y="85665"/>
                  </a:cubicBezTo>
                  <a:cubicBezTo>
                    <a:pt x="339159" y="86743"/>
                    <a:pt x="337012" y="88631"/>
                    <a:pt x="337012" y="92666"/>
                  </a:cubicBezTo>
                  <a:lnTo>
                    <a:pt x="337012" y="183097"/>
                  </a:lnTo>
                  <a:cubicBezTo>
                    <a:pt x="337012" y="186330"/>
                    <a:pt x="334856" y="188485"/>
                    <a:pt x="331624" y="188485"/>
                  </a:cubicBezTo>
                  <a:lnTo>
                    <a:pt x="307405" y="188485"/>
                  </a:lnTo>
                  <a:cubicBezTo>
                    <a:pt x="304172" y="188485"/>
                    <a:pt x="302017" y="186330"/>
                    <a:pt x="302017" y="183097"/>
                  </a:cubicBezTo>
                  <a:lnTo>
                    <a:pt x="302017" y="71672"/>
                  </a:lnTo>
                  <a:cubicBezTo>
                    <a:pt x="302017" y="65482"/>
                    <a:pt x="304982" y="62249"/>
                    <a:pt x="308750" y="60904"/>
                  </a:cubicBezTo>
                  <a:cubicBezTo>
                    <a:pt x="328399" y="53911"/>
                    <a:pt x="346970" y="51221"/>
                    <a:pt x="362850" y="51221"/>
                  </a:cubicBezTo>
                  <a:cubicBezTo>
                    <a:pt x="404295" y="51221"/>
                    <a:pt x="424486" y="68982"/>
                    <a:pt x="424486" y="101813"/>
                  </a:cubicBezTo>
                  <a:moveTo>
                    <a:pt x="122497" y="167759"/>
                  </a:moveTo>
                  <a:cubicBezTo>
                    <a:pt x="122497" y="172337"/>
                    <a:pt x="121963" y="178528"/>
                    <a:pt x="120342" y="183097"/>
                  </a:cubicBezTo>
                  <a:cubicBezTo>
                    <a:pt x="118997" y="187140"/>
                    <a:pt x="117385" y="188485"/>
                    <a:pt x="113350" y="188485"/>
                  </a:cubicBezTo>
                  <a:lnTo>
                    <a:pt x="89123" y="188485"/>
                  </a:lnTo>
                  <a:cubicBezTo>
                    <a:pt x="86433" y="188485"/>
                    <a:pt x="85088" y="186865"/>
                    <a:pt x="85088" y="184718"/>
                  </a:cubicBezTo>
                  <a:cubicBezTo>
                    <a:pt x="85088" y="184175"/>
                    <a:pt x="85088" y="183640"/>
                    <a:pt x="85356" y="183097"/>
                  </a:cubicBezTo>
                  <a:cubicBezTo>
                    <a:pt x="86433" y="179597"/>
                    <a:pt x="86968" y="177175"/>
                    <a:pt x="86968" y="173140"/>
                  </a:cubicBezTo>
                  <a:cubicBezTo>
                    <a:pt x="86968" y="133559"/>
                    <a:pt x="303" y="155646"/>
                    <a:pt x="303" y="98589"/>
                  </a:cubicBezTo>
                  <a:cubicBezTo>
                    <a:pt x="303" y="69517"/>
                    <a:pt x="23452" y="50144"/>
                    <a:pt x="59517" y="50144"/>
                  </a:cubicBezTo>
                  <a:cubicBezTo>
                    <a:pt x="78623" y="50144"/>
                    <a:pt x="98546" y="54714"/>
                    <a:pt x="115230" y="64404"/>
                  </a:cubicBezTo>
                  <a:cubicBezTo>
                    <a:pt x="117393" y="65490"/>
                    <a:pt x="118462" y="67637"/>
                    <a:pt x="118462" y="69792"/>
                  </a:cubicBezTo>
                  <a:cubicBezTo>
                    <a:pt x="118462" y="71137"/>
                    <a:pt x="118164" y="72710"/>
                    <a:pt x="117385" y="74362"/>
                  </a:cubicBezTo>
                  <a:lnTo>
                    <a:pt x="109039" y="92131"/>
                  </a:lnTo>
                  <a:cubicBezTo>
                    <a:pt x="107962" y="94553"/>
                    <a:pt x="105539" y="95899"/>
                    <a:pt x="103116" y="95899"/>
                  </a:cubicBezTo>
                  <a:cubicBezTo>
                    <a:pt x="101771" y="95899"/>
                    <a:pt x="100426" y="95623"/>
                    <a:pt x="99081" y="94821"/>
                  </a:cubicBezTo>
                  <a:cubicBezTo>
                    <a:pt x="85356" y="87286"/>
                    <a:pt x="72165" y="82708"/>
                    <a:pt x="58439" y="82708"/>
                  </a:cubicBezTo>
                  <a:cubicBezTo>
                    <a:pt x="44179" y="82708"/>
                    <a:pt x="35833" y="87923"/>
                    <a:pt x="35833" y="96166"/>
                  </a:cubicBezTo>
                  <a:cubicBezTo>
                    <a:pt x="35833" y="121368"/>
                    <a:pt x="122497" y="106659"/>
                    <a:pt x="122497" y="167759"/>
                  </a:cubicBezTo>
                  <a:moveTo>
                    <a:pt x="234191" y="149189"/>
                  </a:moveTo>
                  <a:cubicBezTo>
                    <a:pt x="234191" y="153224"/>
                    <a:pt x="232043" y="155111"/>
                    <a:pt x="227466" y="156456"/>
                  </a:cubicBezTo>
                  <a:cubicBezTo>
                    <a:pt x="221543" y="158069"/>
                    <a:pt x="216430" y="158879"/>
                    <a:pt x="209162" y="158879"/>
                  </a:cubicBezTo>
                  <a:cubicBezTo>
                    <a:pt x="191936" y="158879"/>
                    <a:pt x="175788" y="148646"/>
                    <a:pt x="175788" y="121195"/>
                  </a:cubicBezTo>
                  <a:cubicBezTo>
                    <a:pt x="175788" y="93743"/>
                    <a:pt x="191936" y="83518"/>
                    <a:pt x="209162" y="83518"/>
                  </a:cubicBezTo>
                  <a:cubicBezTo>
                    <a:pt x="216430" y="83518"/>
                    <a:pt x="221543" y="84320"/>
                    <a:pt x="227466" y="85941"/>
                  </a:cubicBezTo>
                  <a:cubicBezTo>
                    <a:pt x="232043" y="87286"/>
                    <a:pt x="234191" y="89165"/>
                    <a:pt x="234191" y="93201"/>
                  </a:cubicBezTo>
                  <a:lnTo>
                    <a:pt x="234191" y="149189"/>
                  </a:lnTo>
                  <a:close/>
                  <a:moveTo>
                    <a:pt x="262452" y="61179"/>
                  </a:moveTo>
                  <a:cubicBezTo>
                    <a:pt x="244692" y="54446"/>
                    <a:pt x="228000" y="51221"/>
                    <a:pt x="209430" y="51221"/>
                  </a:cubicBezTo>
                  <a:cubicBezTo>
                    <a:pt x="168795" y="51221"/>
                    <a:pt x="140258" y="78405"/>
                    <a:pt x="140258" y="121195"/>
                  </a:cubicBezTo>
                  <a:cubicBezTo>
                    <a:pt x="140258" y="164527"/>
                    <a:pt x="165020" y="191176"/>
                    <a:pt x="208895" y="191176"/>
                  </a:cubicBezTo>
                  <a:cubicBezTo>
                    <a:pt x="226655" y="191176"/>
                    <a:pt x="243881" y="188210"/>
                    <a:pt x="262452" y="180407"/>
                  </a:cubicBezTo>
                  <a:cubicBezTo>
                    <a:pt x="266763" y="178528"/>
                    <a:pt x="269185" y="175562"/>
                    <a:pt x="269185" y="169639"/>
                  </a:cubicBezTo>
                  <a:lnTo>
                    <a:pt x="269185" y="71940"/>
                  </a:lnTo>
                  <a:cubicBezTo>
                    <a:pt x="269185" y="65749"/>
                    <a:pt x="266763" y="62792"/>
                    <a:pt x="262452" y="61179"/>
                  </a:cubicBezTo>
                </a:path>
              </a:pathLst>
            </a:custGeom>
            <a:solidFill>
              <a:schemeClr val="tx1"/>
            </a:solidFill>
            <a:ln w="78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28" name="Forme libre : forme 10">
              <a:extLst>
                <a:ext uri="{FF2B5EF4-FFF2-40B4-BE49-F238E27FC236}">
                  <a16:creationId xmlns:a16="http://schemas.microsoft.com/office/drawing/2014/main" id="{332EEDE0-E68F-49D3-A74F-33347ECF61BC}"/>
                </a:ext>
              </a:extLst>
            </p:cNvPr>
            <p:cNvSpPr/>
            <p:nvPr/>
          </p:nvSpPr>
          <p:spPr>
            <a:xfrm rot="-73896" flipV="1">
              <a:off x="5474877" y="-471733"/>
              <a:ext cx="37949" cy="37711"/>
            </a:xfrm>
            <a:custGeom>
              <a:avLst/>
              <a:gdLst>
                <a:gd name="connsiteX0" fmla="*/ 19483 w 37949"/>
                <a:gd name="connsiteY0" fmla="*/ 17 h 37711"/>
                <a:gd name="connsiteX1" fmla="*/ 38456 w 37949"/>
                <a:gd name="connsiteY1" fmla="*/ 18454 h 37711"/>
                <a:gd name="connsiteX2" fmla="*/ 19491 w 37949"/>
                <a:gd name="connsiteY2" fmla="*/ 37717 h 37711"/>
                <a:gd name="connsiteX3" fmla="*/ 519 w 37949"/>
                <a:gd name="connsiteY3" fmla="*/ 19272 h 37711"/>
                <a:gd name="connsiteX4" fmla="*/ 19483 w 37949"/>
                <a:gd name="connsiteY4" fmla="*/ 17 h 37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49" h="37711">
                  <a:moveTo>
                    <a:pt x="19483" y="17"/>
                  </a:moveTo>
                  <a:cubicBezTo>
                    <a:pt x="30519" y="-219"/>
                    <a:pt x="38212" y="6883"/>
                    <a:pt x="38456" y="18454"/>
                  </a:cubicBezTo>
                  <a:cubicBezTo>
                    <a:pt x="38715" y="30300"/>
                    <a:pt x="31329" y="37457"/>
                    <a:pt x="19491" y="37717"/>
                  </a:cubicBezTo>
                  <a:cubicBezTo>
                    <a:pt x="8188" y="37953"/>
                    <a:pt x="771" y="31118"/>
                    <a:pt x="519" y="19272"/>
                  </a:cubicBezTo>
                  <a:cubicBezTo>
                    <a:pt x="267" y="7701"/>
                    <a:pt x="7378" y="284"/>
                    <a:pt x="19483" y="17"/>
                  </a:cubicBezTo>
                </a:path>
              </a:pathLst>
            </a:custGeom>
            <a:solidFill>
              <a:schemeClr val="accent2"/>
            </a:solidFill>
            <a:ln w="78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fr-FR" sz="2400">
                <a:solidFill>
                  <a:schemeClr val="accent2"/>
                </a:solidFill>
              </a:endParaRPr>
            </a:p>
          </p:txBody>
        </p:sp>
        <p:sp>
          <p:nvSpPr>
            <p:cNvPr id="29" name="Forme libre : forme 11">
              <a:extLst>
                <a:ext uri="{FF2B5EF4-FFF2-40B4-BE49-F238E27FC236}">
                  <a16:creationId xmlns:a16="http://schemas.microsoft.com/office/drawing/2014/main" id="{3EA6B076-5413-42E1-95D1-72C23C1D4D5B}"/>
                </a:ext>
              </a:extLst>
            </p:cNvPr>
            <p:cNvSpPr/>
            <p:nvPr userDrawn="1"/>
          </p:nvSpPr>
          <p:spPr>
            <a:xfrm rot="10725025" flipV="1">
              <a:off x="4768103" y="-317778"/>
              <a:ext cx="37406" cy="37169"/>
            </a:xfrm>
            <a:custGeom>
              <a:avLst/>
              <a:gdLst>
                <a:gd name="connsiteX0" fmla="*/ 18717 w 37406"/>
                <a:gd name="connsiteY0" fmla="*/ 130 h 37169"/>
                <a:gd name="connsiteX1" fmla="*/ 37414 w 37406"/>
                <a:gd name="connsiteY1" fmla="*/ 18300 h 37169"/>
                <a:gd name="connsiteX2" fmla="*/ 18717 w 37406"/>
                <a:gd name="connsiteY2" fmla="*/ 37288 h 37169"/>
                <a:gd name="connsiteX3" fmla="*/ 20 w 37406"/>
                <a:gd name="connsiteY3" fmla="*/ 19118 h 37169"/>
                <a:gd name="connsiteX4" fmla="*/ 18717 w 37406"/>
                <a:gd name="connsiteY4" fmla="*/ 130 h 37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406" h="37169">
                  <a:moveTo>
                    <a:pt x="18717" y="130"/>
                  </a:moveTo>
                  <a:cubicBezTo>
                    <a:pt x="29745" y="-106"/>
                    <a:pt x="37162" y="6729"/>
                    <a:pt x="37414" y="18300"/>
                  </a:cubicBezTo>
                  <a:cubicBezTo>
                    <a:pt x="37665" y="29603"/>
                    <a:pt x="30555" y="37028"/>
                    <a:pt x="18717" y="37288"/>
                  </a:cubicBezTo>
                  <a:cubicBezTo>
                    <a:pt x="7681" y="37524"/>
                    <a:pt x="264" y="30421"/>
                    <a:pt x="20" y="19118"/>
                  </a:cubicBezTo>
                  <a:cubicBezTo>
                    <a:pt x="-240" y="7547"/>
                    <a:pt x="6871" y="390"/>
                    <a:pt x="18717" y="130"/>
                  </a:cubicBezTo>
                </a:path>
              </a:pathLst>
            </a:custGeom>
            <a:solidFill>
              <a:schemeClr val="accent2"/>
            </a:solidFill>
            <a:ln w="78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fr-FR" sz="2400"/>
            </a:p>
          </p:txBody>
        </p:sp>
      </p:grpSp>
    </p:spTree>
    <p:extLst>
      <p:ext uri="{BB962C8B-B14F-4D97-AF65-F5344CB8AC3E}">
        <p14:creationId xmlns:p14="http://schemas.microsoft.com/office/powerpoint/2010/main" val="638875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next to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5C5F3432-6FAD-4E94-8F10-E3A9F64580C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6096000" cy="6858000"/>
          </a:xfrm>
          <a:custGeom>
            <a:avLst/>
            <a:gdLst>
              <a:gd name="connsiteX0" fmla="*/ 351364 w 4572000"/>
              <a:gd name="connsiteY0" fmla="*/ 4913481 h 5143500"/>
              <a:gd name="connsiteX1" fmla="*/ 331614 w 4572000"/>
              <a:gd name="connsiteY1" fmla="*/ 4933530 h 5143500"/>
              <a:gd name="connsiteX2" fmla="*/ 352238 w 4572000"/>
              <a:gd name="connsiteY2" fmla="*/ 4953582 h 5143500"/>
              <a:gd name="connsiteX3" fmla="*/ 371988 w 4572000"/>
              <a:gd name="connsiteY3" fmla="*/ 4933533 h 5143500"/>
              <a:gd name="connsiteX4" fmla="*/ 351364 w 4572000"/>
              <a:gd name="connsiteY4" fmla="*/ 4913481 h 5143500"/>
              <a:gd name="connsiteX5" fmla="*/ 892594 w 4572000"/>
              <a:gd name="connsiteY5" fmla="*/ 4837587 h 5143500"/>
              <a:gd name="connsiteX6" fmla="*/ 917847 w 4572000"/>
              <a:gd name="connsiteY6" fmla="*/ 4847631 h 5143500"/>
              <a:gd name="connsiteX7" fmla="*/ 927649 w 4572000"/>
              <a:gd name="connsiteY7" fmla="*/ 4877990 h 5143500"/>
              <a:gd name="connsiteX8" fmla="*/ 918101 w 4572000"/>
              <a:gd name="connsiteY8" fmla="*/ 4908353 h 5143500"/>
              <a:gd name="connsiteX9" fmla="*/ 894867 w 4572000"/>
              <a:gd name="connsiteY9" fmla="*/ 4918277 h 5143500"/>
              <a:gd name="connsiteX10" fmla="*/ 868934 w 4572000"/>
              <a:gd name="connsiteY10" fmla="*/ 4908080 h 5143500"/>
              <a:gd name="connsiteX11" fmla="*/ 859063 w 4572000"/>
              <a:gd name="connsiteY11" fmla="*/ 4877877 h 5143500"/>
              <a:gd name="connsiteX12" fmla="*/ 868679 w 4572000"/>
              <a:gd name="connsiteY12" fmla="*/ 4847677 h 5143500"/>
              <a:gd name="connsiteX13" fmla="*/ 559058 w 4572000"/>
              <a:gd name="connsiteY13" fmla="*/ 4837499 h 5143500"/>
              <a:gd name="connsiteX14" fmla="*/ 578337 w 4572000"/>
              <a:gd name="connsiteY14" fmla="*/ 4840021 h 5143500"/>
              <a:gd name="connsiteX15" fmla="*/ 585644 w 4572000"/>
              <a:gd name="connsiteY15" fmla="*/ 4847817 h 5143500"/>
              <a:gd name="connsiteX16" fmla="*/ 585644 w 4572000"/>
              <a:gd name="connsiteY16" fmla="*/ 4907937 h 5143500"/>
              <a:gd name="connsiteX17" fmla="*/ 578337 w 4572000"/>
              <a:gd name="connsiteY17" fmla="*/ 4915741 h 5143500"/>
              <a:gd name="connsiteX18" fmla="*/ 558606 w 4572000"/>
              <a:gd name="connsiteY18" fmla="*/ 4918322 h 5143500"/>
              <a:gd name="connsiteX19" fmla="*/ 534560 w 4572000"/>
              <a:gd name="connsiteY19" fmla="*/ 4909442 h 5143500"/>
              <a:gd name="connsiteX20" fmla="*/ 523520 w 4572000"/>
              <a:gd name="connsiteY20" fmla="*/ 4877990 h 5143500"/>
              <a:gd name="connsiteX21" fmla="*/ 534560 w 4572000"/>
              <a:gd name="connsiteY21" fmla="*/ 4846542 h 5143500"/>
              <a:gd name="connsiteX22" fmla="*/ 1101681 w 4572000"/>
              <a:gd name="connsiteY22" fmla="*/ 4805359 h 5143500"/>
              <a:gd name="connsiteX23" fmla="*/ 1095865 w 4572000"/>
              <a:gd name="connsiteY23" fmla="*/ 4811167 h 5143500"/>
              <a:gd name="connsiteX24" fmla="*/ 1095865 w 4572000"/>
              <a:gd name="connsiteY24" fmla="*/ 4944812 h 5143500"/>
              <a:gd name="connsiteX25" fmla="*/ 1101681 w 4572000"/>
              <a:gd name="connsiteY25" fmla="*/ 4950628 h 5143500"/>
              <a:gd name="connsiteX26" fmla="*/ 1127824 w 4572000"/>
              <a:gd name="connsiteY26" fmla="*/ 4950628 h 5143500"/>
              <a:gd name="connsiteX27" fmla="*/ 1128318 w 4572000"/>
              <a:gd name="connsiteY27" fmla="*/ 4950134 h 5143500"/>
              <a:gd name="connsiteX28" fmla="*/ 1130432 w 4572000"/>
              <a:gd name="connsiteY28" fmla="*/ 4950134 h 5143500"/>
              <a:gd name="connsiteX29" fmla="*/ 1136286 w 4572000"/>
              <a:gd name="connsiteY29" fmla="*/ 4944348 h 5143500"/>
              <a:gd name="connsiteX30" fmla="*/ 1136286 w 4572000"/>
              <a:gd name="connsiteY30" fmla="*/ 4811405 h 5143500"/>
              <a:gd name="connsiteX31" fmla="*/ 1130432 w 4572000"/>
              <a:gd name="connsiteY31" fmla="*/ 4805627 h 5143500"/>
              <a:gd name="connsiteX32" fmla="*/ 1128093 w 4572000"/>
              <a:gd name="connsiteY32" fmla="*/ 4805627 h 5143500"/>
              <a:gd name="connsiteX33" fmla="*/ 1127824 w 4572000"/>
              <a:gd name="connsiteY33" fmla="*/ 4805359 h 5143500"/>
              <a:gd name="connsiteX34" fmla="*/ 891921 w 4572000"/>
              <a:gd name="connsiteY34" fmla="*/ 4802455 h 5143500"/>
              <a:gd name="connsiteX35" fmla="*/ 819860 w 4572000"/>
              <a:gd name="connsiteY35" fmla="*/ 4877990 h 5143500"/>
              <a:gd name="connsiteX36" fmla="*/ 893950 w 4572000"/>
              <a:gd name="connsiteY36" fmla="*/ 4953533 h 5143500"/>
              <a:gd name="connsiteX37" fmla="*/ 923594 w 4572000"/>
              <a:gd name="connsiteY37" fmla="*/ 4947899 h 5143500"/>
              <a:gd name="connsiteX38" fmla="*/ 924072 w 4572000"/>
              <a:gd name="connsiteY38" fmla="*/ 4947569 h 5143500"/>
              <a:gd name="connsiteX39" fmla="*/ 924870 w 4572000"/>
              <a:gd name="connsiteY39" fmla="*/ 4947419 h 5143500"/>
              <a:gd name="connsiteX40" fmla="*/ 967554 w 4572000"/>
              <a:gd name="connsiteY40" fmla="*/ 4877877 h 5143500"/>
              <a:gd name="connsiteX41" fmla="*/ 924009 w 4572000"/>
              <a:gd name="connsiteY41" fmla="*/ 4808342 h 5143500"/>
              <a:gd name="connsiteX42" fmla="*/ 922788 w 4572000"/>
              <a:gd name="connsiteY42" fmla="*/ 4808122 h 5143500"/>
              <a:gd name="connsiteX43" fmla="*/ 922738 w 4572000"/>
              <a:gd name="connsiteY43" fmla="*/ 4808088 h 5143500"/>
              <a:gd name="connsiteX44" fmla="*/ 891921 w 4572000"/>
              <a:gd name="connsiteY44" fmla="*/ 4802455 h 5143500"/>
              <a:gd name="connsiteX45" fmla="*/ 725444 w 4572000"/>
              <a:gd name="connsiteY45" fmla="*/ 4802455 h 5143500"/>
              <a:gd name="connsiteX46" fmla="*/ 667046 w 4572000"/>
              <a:gd name="connsiteY46" fmla="*/ 4812907 h 5143500"/>
              <a:gd name="connsiteX47" fmla="*/ 666934 w 4572000"/>
              <a:gd name="connsiteY47" fmla="*/ 4813086 h 5143500"/>
              <a:gd name="connsiteX48" fmla="*/ 666651 w 4572000"/>
              <a:gd name="connsiteY48" fmla="*/ 4813136 h 5143500"/>
              <a:gd name="connsiteX49" fmla="*/ 659335 w 4572000"/>
              <a:gd name="connsiteY49" fmla="*/ 4824699 h 5143500"/>
              <a:gd name="connsiteX50" fmla="*/ 659335 w 4572000"/>
              <a:gd name="connsiteY50" fmla="*/ 4944348 h 5143500"/>
              <a:gd name="connsiteX51" fmla="*/ 659778 w 4572000"/>
              <a:gd name="connsiteY51" fmla="*/ 4944785 h 5143500"/>
              <a:gd name="connsiteX52" fmla="*/ 659778 w 4572000"/>
              <a:gd name="connsiteY52" fmla="*/ 4944812 h 5143500"/>
              <a:gd name="connsiteX53" fmla="*/ 665594 w 4572000"/>
              <a:gd name="connsiteY53" fmla="*/ 4950628 h 5143500"/>
              <a:gd name="connsiteX54" fmla="*/ 691737 w 4572000"/>
              <a:gd name="connsiteY54" fmla="*/ 4950628 h 5143500"/>
              <a:gd name="connsiteX55" fmla="*/ 697553 w 4572000"/>
              <a:gd name="connsiteY55" fmla="*/ 4944812 h 5143500"/>
              <a:gd name="connsiteX56" fmla="*/ 697553 w 4572000"/>
              <a:gd name="connsiteY56" fmla="*/ 4847194 h 5143500"/>
              <a:gd name="connsiteX57" fmla="*/ 704449 w 4572000"/>
              <a:gd name="connsiteY57" fmla="*/ 4839717 h 5143500"/>
              <a:gd name="connsiteX58" fmla="*/ 726010 w 4572000"/>
              <a:gd name="connsiteY58" fmla="*/ 4837419 h 5143500"/>
              <a:gd name="connsiteX59" fmla="*/ 746014 w 4572000"/>
              <a:gd name="connsiteY59" fmla="*/ 4843168 h 5143500"/>
              <a:gd name="connsiteX60" fmla="*/ 754203 w 4572000"/>
              <a:gd name="connsiteY60" fmla="*/ 4862009 h 5143500"/>
              <a:gd name="connsiteX61" fmla="*/ 754203 w 4572000"/>
              <a:gd name="connsiteY61" fmla="*/ 4944812 h 5143500"/>
              <a:gd name="connsiteX62" fmla="*/ 760019 w 4572000"/>
              <a:gd name="connsiteY62" fmla="*/ 4950628 h 5143500"/>
              <a:gd name="connsiteX63" fmla="*/ 786161 w 4572000"/>
              <a:gd name="connsiteY63" fmla="*/ 4950628 h 5143500"/>
              <a:gd name="connsiteX64" fmla="*/ 791977 w 4572000"/>
              <a:gd name="connsiteY64" fmla="*/ 4944812 h 5143500"/>
              <a:gd name="connsiteX65" fmla="*/ 791977 w 4572000"/>
              <a:gd name="connsiteY65" fmla="*/ 4944762 h 5143500"/>
              <a:gd name="connsiteX66" fmla="*/ 792396 w 4572000"/>
              <a:gd name="connsiteY66" fmla="*/ 4944348 h 5143500"/>
              <a:gd name="connsiteX67" fmla="*/ 792396 w 4572000"/>
              <a:gd name="connsiteY67" fmla="*/ 4857065 h 5143500"/>
              <a:gd name="connsiteX68" fmla="*/ 775798 w 4572000"/>
              <a:gd name="connsiteY68" fmla="*/ 4816682 h 5143500"/>
              <a:gd name="connsiteX69" fmla="*/ 775550 w 4572000"/>
              <a:gd name="connsiteY69" fmla="*/ 4816558 h 5143500"/>
              <a:gd name="connsiteX70" fmla="*/ 775487 w 4572000"/>
              <a:gd name="connsiteY70" fmla="*/ 4816471 h 5143500"/>
              <a:gd name="connsiteX71" fmla="*/ 725444 w 4572000"/>
              <a:gd name="connsiteY71" fmla="*/ 4802455 h 5143500"/>
              <a:gd name="connsiteX72" fmla="*/ 559835 w 4572000"/>
              <a:gd name="connsiteY72" fmla="*/ 4802455 h 5143500"/>
              <a:gd name="connsiteX73" fmla="*/ 529663 w 4572000"/>
              <a:gd name="connsiteY73" fmla="*/ 4807762 h 5143500"/>
              <a:gd name="connsiteX74" fmla="*/ 529596 w 4572000"/>
              <a:gd name="connsiteY74" fmla="*/ 4807805 h 5143500"/>
              <a:gd name="connsiteX75" fmla="*/ 528373 w 4572000"/>
              <a:gd name="connsiteY75" fmla="*/ 4808018 h 5143500"/>
              <a:gd name="connsiteX76" fmla="*/ 483587 w 4572000"/>
              <a:gd name="connsiteY76" fmla="*/ 4877877 h 5143500"/>
              <a:gd name="connsiteX77" fmla="*/ 526397 w 4572000"/>
              <a:gd name="connsiteY77" fmla="*/ 4947825 h 5143500"/>
              <a:gd name="connsiteX78" fmla="*/ 527143 w 4572000"/>
              <a:gd name="connsiteY78" fmla="*/ 4947947 h 5143500"/>
              <a:gd name="connsiteX79" fmla="*/ 527701 w 4572000"/>
              <a:gd name="connsiteY79" fmla="*/ 4948307 h 5143500"/>
              <a:gd name="connsiteX80" fmla="*/ 559257 w 4572000"/>
              <a:gd name="connsiteY80" fmla="*/ 4953533 h 5143500"/>
              <a:gd name="connsiteX81" fmla="*/ 617069 w 4572000"/>
              <a:gd name="connsiteY81" fmla="*/ 4941908 h 5143500"/>
              <a:gd name="connsiteX82" fmla="*/ 624338 w 4572000"/>
              <a:gd name="connsiteY82" fmla="*/ 4930284 h 5143500"/>
              <a:gd name="connsiteX83" fmla="*/ 624338 w 4572000"/>
              <a:gd name="connsiteY83" fmla="*/ 4824821 h 5143500"/>
              <a:gd name="connsiteX84" fmla="*/ 617069 w 4572000"/>
              <a:gd name="connsiteY84" fmla="*/ 4813204 h 5143500"/>
              <a:gd name="connsiteX85" fmla="*/ 559835 w 4572000"/>
              <a:gd name="connsiteY85" fmla="*/ 4802455 h 5143500"/>
              <a:gd name="connsiteX86" fmla="*/ 398012 w 4572000"/>
              <a:gd name="connsiteY86" fmla="*/ 4801292 h 5143500"/>
              <a:gd name="connsiteX87" fmla="*/ 396528 w 4572000"/>
              <a:gd name="connsiteY87" fmla="*/ 4801750 h 5143500"/>
              <a:gd name="connsiteX88" fmla="*/ 395863 w 4572000"/>
              <a:gd name="connsiteY88" fmla="*/ 4801582 h 5143500"/>
              <a:gd name="connsiteX89" fmla="*/ 331528 w 4572000"/>
              <a:gd name="connsiteY89" fmla="*/ 4853603 h 5143500"/>
              <a:gd name="connsiteX90" fmla="*/ 425688 w 4572000"/>
              <a:gd name="connsiteY90" fmla="*/ 4933656 h 5143500"/>
              <a:gd name="connsiteX91" fmla="*/ 423937 w 4572000"/>
              <a:gd name="connsiteY91" fmla="*/ 4944348 h 5143500"/>
              <a:gd name="connsiteX92" fmla="*/ 423646 w 4572000"/>
              <a:gd name="connsiteY92" fmla="*/ 4946089 h 5143500"/>
              <a:gd name="connsiteX93" fmla="*/ 428030 w 4572000"/>
              <a:gd name="connsiteY93" fmla="*/ 4950134 h 5143500"/>
              <a:gd name="connsiteX94" fmla="*/ 429441 w 4572000"/>
              <a:gd name="connsiteY94" fmla="*/ 4950134 h 5143500"/>
              <a:gd name="connsiteX95" fmla="*/ 429970 w 4572000"/>
              <a:gd name="connsiteY95" fmla="*/ 4950628 h 5143500"/>
              <a:gd name="connsiteX96" fmla="*/ 456122 w 4572000"/>
              <a:gd name="connsiteY96" fmla="*/ 4950628 h 5143500"/>
              <a:gd name="connsiteX97" fmla="*/ 463669 w 4572000"/>
              <a:gd name="connsiteY97" fmla="*/ 4944812 h 5143500"/>
              <a:gd name="connsiteX98" fmla="*/ 465995 w 4572000"/>
              <a:gd name="connsiteY98" fmla="*/ 4928255 h 5143500"/>
              <a:gd name="connsiteX99" fmla="*/ 372446 w 4572000"/>
              <a:gd name="connsiteY99" fmla="*/ 4850972 h 5143500"/>
              <a:gd name="connsiteX100" fmla="*/ 378875 w 4572000"/>
              <a:gd name="connsiteY100" fmla="*/ 4840371 h 5143500"/>
              <a:gd name="connsiteX101" fmla="*/ 395405 w 4572000"/>
              <a:gd name="connsiteY101" fmla="*/ 4836760 h 5143500"/>
              <a:gd name="connsiteX102" fmla="*/ 438849 w 4572000"/>
              <a:gd name="connsiteY102" fmla="*/ 4849557 h 5143500"/>
              <a:gd name="connsiteX103" fmla="*/ 443233 w 4572000"/>
              <a:gd name="connsiteY103" fmla="*/ 4850714 h 5143500"/>
              <a:gd name="connsiteX104" fmla="*/ 443816 w 4572000"/>
              <a:gd name="connsiteY104" fmla="*/ 4850348 h 5143500"/>
              <a:gd name="connsiteX105" fmla="*/ 445075 w 4572000"/>
              <a:gd name="connsiteY105" fmla="*/ 4850684 h 5143500"/>
              <a:gd name="connsiteX106" fmla="*/ 451468 w 4572000"/>
              <a:gd name="connsiteY106" fmla="*/ 4846616 h 5143500"/>
              <a:gd name="connsiteX107" fmla="*/ 460477 w 4572000"/>
              <a:gd name="connsiteY107" fmla="*/ 4827435 h 5143500"/>
              <a:gd name="connsiteX108" fmla="*/ 461640 w 4572000"/>
              <a:gd name="connsiteY108" fmla="*/ 4822502 h 5143500"/>
              <a:gd name="connsiteX109" fmla="*/ 458151 w 4572000"/>
              <a:gd name="connsiteY109" fmla="*/ 4816686 h 5143500"/>
              <a:gd name="connsiteX110" fmla="*/ 398012 w 4572000"/>
              <a:gd name="connsiteY110" fmla="*/ 4801292 h 5143500"/>
              <a:gd name="connsiteX111" fmla="*/ 1053744 w 4572000"/>
              <a:gd name="connsiteY111" fmla="*/ 4747249 h 5143500"/>
              <a:gd name="connsiteX112" fmla="*/ 994182 w 4572000"/>
              <a:gd name="connsiteY112" fmla="*/ 4808264 h 5143500"/>
              <a:gd name="connsiteX113" fmla="*/ 994182 w 4572000"/>
              <a:gd name="connsiteY113" fmla="*/ 4944812 h 5143500"/>
              <a:gd name="connsiteX114" fmla="*/ 999998 w 4572000"/>
              <a:gd name="connsiteY114" fmla="*/ 4950628 h 5143500"/>
              <a:gd name="connsiteX115" fmla="*/ 1025852 w 4572000"/>
              <a:gd name="connsiteY115" fmla="*/ 4950628 h 5143500"/>
              <a:gd name="connsiteX116" fmla="*/ 1026345 w 4572000"/>
              <a:gd name="connsiteY116" fmla="*/ 4950134 h 5143500"/>
              <a:gd name="connsiteX117" fmla="*/ 1027795 w 4572000"/>
              <a:gd name="connsiteY117" fmla="*/ 4950134 h 5143500"/>
              <a:gd name="connsiteX118" fmla="*/ 1033640 w 4572000"/>
              <a:gd name="connsiteY118" fmla="*/ 4944348 h 5143500"/>
              <a:gd name="connsiteX119" fmla="*/ 1033640 w 4572000"/>
              <a:gd name="connsiteY119" fmla="*/ 4837419 h 5143500"/>
              <a:gd name="connsiteX120" fmla="*/ 1070781 w 4572000"/>
              <a:gd name="connsiteY120" fmla="*/ 4837419 h 5143500"/>
              <a:gd name="connsiteX121" fmla="*/ 1076626 w 4572000"/>
              <a:gd name="connsiteY121" fmla="*/ 4831634 h 5143500"/>
              <a:gd name="connsiteX122" fmla="*/ 1076626 w 4572000"/>
              <a:gd name="connsiteY122" fmla="*/ 4811692 h 5143500"/>
              <a:gd name="connsiteX123" fmla="*/ 1070781 w 4572000"/>
              <a:gd name="connsiteY123" fmla="*/ 4805627 h 5143500"/>
              <a:gd name="connsiteX124" fmla="*/ 1068815 w 4572000"/>
              <a:gd name="connsiteY124" fmla="*/ 4805627 h 5143500"/>
              <a:gd name="connsiteX125" fmla="*/ 1068560 w 4572000"/>
              <a:gd name="connsiteY125" fmla="*/ 4805359 h 5143500"/>
              <a:gd name="connsiteX126" fmla="*/ 1033640 w 4572000"/>
              <a:gd name="connsiteY126" fmla="*/ 4805359 h 5143500"/>
              <a:gd name="connsiteX127" fmla="*/ 1033640 w 4572000"/>
              <a:gd name="connsiteY127" fmla="*/ 4802443 h 5143500"/>
              <a:gd name="connsiteX128" fmla="*/ 1056749 w 4572000"/>
              <a:gd name="connsiteY128" fmla="*/ 4778457 h 5143500"/>
              <a:gd name="connsiteX129" fmla="*/ 1071072 w 4572000"/>
              <a:gd name="connsiteY129" fmla="*/ 4779901 h 5143500"/>
              <a:gd name="connsiteX130" fmla="*/ 1076626 w 4572000"/>
              <a:gd name="connsiteY130" fmla="*/ 4774411 h 5143500"/>
              <a:gd name="connsiteX131" fmla="*/ 1079557 w 4572000"/>
              <a:gd name="connsiteY131" fmla="*/ 4759385 h 5143500"/>
              <a:gd name="connsiteX132" fmla="*/ 1080138 w 4572000"/>
              <a:gd name="connsiteY132" fmla="*/ 4755627 h 5143500"/>
              <a:gd name="connsiteX133" fmla="*/ 1074293 w 4572000"/>
              <a:gd name="connsiteY133" fmla="*/ 4749848 h 5143500"/>
              <a:gd name="connsiteX134" fmla="*/ 1072405 w 4572000"/>
              <a:gd name="connsiteY134" fmla="*/ 4749641 h 5143500"/>
              <a:gd name="connsiteX135" fmla="*/ 1072049 w 4572000"/>
              <a:gd name="connsiteY135" fmla="*/ 4749285 h 5143500"/>
              <a:gd name="connsiteX136" fmla="*/ 1053744 w 4572000"/>
              <a:gd name="connsiteY136" fmla="*/ 4747249 h 5143500"/>
              <a:gd name="connsiteX137" fmla="*/ 1115152 w 4572000"/>
              <a:gd name="connsiteY137" fmla="*/ 4747131 h 5143500"/>
              <a:gd name="connsiteX138" fmla="*/ 1095105 w 4572000"/>
              <a:gd name="connsiteY138" fmla="*/ 4767478 h 5143500"/>
              <a:gd name="connsiteX139" fmla="*/ 1116018 w 4572000"/>
              <a:gd name="connsiteY139" fmla="*/ 4787818 h 5143500"/>
              <a:gd name="connsiteX140" fmla="*/ 1136066 w 4572000"/>
              <a:gd name="connsiteY140" fmla="*/ 4767481 h 5143500"/>
              <a:gd name="connsiteX141" fmla="*/ 1115152 w 4572000"/>
              <a:gd name="connsiteY141" fmla="*/ 4747131 h 5143500"/>
              <a:gd name="connsiteX142" fmla="*/ 0 w 4572000"/>
              <a:gd name="connsiteY142" fmla="*/ 0 h 5143500"/>
              <a:gd name="connsiteX143" fmla="*/ 4572000 w 4572000"/>
              <a:gd name="connsiteY143" fmla="*/ 0 h 5143500"/>
              <a:gd name="connsiteX144" fmla="*/ 4572000 w 4572000"/>
              <a:gd name="connsiteY144" fmla="*/ 5143500 h 5143500"/>
              <a:gd name="connsiteX145" fmla="*/ 0 w 4572000"/>
              <a:gd name="connsiteY145" fmla="*/ 514350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</a:cxnLst>
            <a:rect l="l" t="t" r="r" b="b"/>
            <a:pathLst>
              <a:path w="4572000" h="5143500">
                <a:moveTo>
                  <a:pt x="351364" y="4913481"/>
                </a:moveTo>
                <a:cubicBezTo>
                  <a:pt x="339457" y="4913486"/>
                  <a:pt x="331613" y="4921037"/>
                  <a:pt x="331614" y="4933530"/>
                </a:cubicBezTo>
                <a:cubicBezTo>
                  <a:pt x="331609" y="4945734"/>
                  <a:pt x="339457" y="4953580"/>
                  <a:pt x="352238" y="4953582"/>
                </a:cubicBezTo>
                <a:cubicBezTo>
                  <a:pt x="364154" y="4953577"/>
                  <a:pt x="371991" y="4945737"/>
                  <a:pt x="371988" y="4933533"/>
                </a:cubicBezTo>
                <a:cubicBezTo>
                  <a:pt x="371996" y="4921039"/>
                  <a:pt x="364154" y="4913482"/>
                  <a:pt x="351364" y="4913481"/>
                </a:cubicBezTo>
                <a:close/>
                <a:moveTo>
                  <a:pt x="892594" y="4837587"/>
                </a:moveTo>
                <a:lnTo>
                  <a:pt x="917847" y="4847631"/>
                </a:lnTo>
                <a:cubicBezTo>
                  <a:pt x="924092" y="4854457"/>
                  <a:pt x="927649" y="4864625"/>
                  <a:pt x="927649" y="4877990"/>
                </a:cubicBezTo>
                <a:cubicBezTo>
                  <a:pt x="927649" y="4891355"/>
                  <a:pt x="924092" y="4901524"/>
                  <a:pt x="918101" y="4908353"/>
                </a:cubicBezTo>
                <a:lnTo>
                  <a:pt x="894867" y="4918277"/>
                </a:lnTo>
                <a:lnTo>
                  <a:pt x="868934" y="4908080"/>
                </a:lnTo>
                <a:cubicBezTo>
                  <a:pt x="862646" y="4901288"/>
                  <a:pt x="859063" y="4891172"/>
                  <a:pt x="859063" y="4877877"/>
                </a:cubicBezTo>
                <a:cubicBezTo>
                  <a:pt x="859063" y="4864582"/>
                  <a:pt x="862646" y="4854468"/>
                  <a:pt x="868679" y="4847677"/>
                </a:cubicBezTo>
                <a:close/>
                <a:moveTo>
                  <a:pt x="559058" y="4837499"/>
                </a:moveTo>
                <a:lnTo>
                  <a:pt x="578337" y="4840021"/>
                </a:lnTo>
                <a:cubicBezTo>
                  <a:pt x="583310" y="4841465"/>
                  <a:pt x="585644" y="4843483"/>
                  <a:pt x="585644" y="4847817"/>
                </a:cubicBezTo>
                <a:lnTo>
                  <a:pt x="585644" y="4907937"/>
                </a:lnTo>
                <a:cubicBezTo>
                  <a:pt x="585644" y="4912270"/>
                  <a:pt x="583310" y="4914296"/>
                  <a:pt x="578337" y="4915741"/>
                </a:cubicBezTo>
                <a:lnTo>
                  <a:pt x="558606" y="4918322"/>
                </a:lnTo>
                <a:lnTo>
                  <a:pt x="534560" y="4909442"/>
                </a:lnTo>
                <a:cubicBezTo>
                  <a:pt x="527878" y="4902976"/>
                  <a:pt x="523520" y="4892806"/>
                  <a:pt x="523520" y="4877990"/>
                </a:cubicBezTo>
                <a:cubicBezTo>
                  <a:pt x="523520" y="4863173"/>
                  <a:pt x="527878" y="4853005"/>
                  <a:pt x="534560" y="4846542"/>
                </a:cubicBezTo>
                <a:close/>
                <a:moveTo>
                  <a:pt x="1101681" y="4805359"/>
                </a:moveTo>
                <a:cubicBezTo>
                  <a:pt x="1098193" y="4805359"/>
                  <a:pt x="1095865" y="4807677"/>
                  <a:pt x="1095865" y="4811167"/>
                </a:cubicBezTo>
                <a:lnTo>
                  <a:pt x="1095865" y="4944812"/>
                </a:lnTo>
                <a:cubicBezTo>
                  <a:pt x="1095865" y="4948301"/>
                  <a:pt x="1098193" y="4950628"/>
                  <a:pt x="1101681" y="4950628"/>
                </a:cubicBezTo>
                <a:lnTo>
                  <a:pt x="1127824" y="4950628"/>
                </a:lnTo>
                <a:lnTo>
                  <a:pt x="1128318" y="4950134"/>
                </a:lnTo>
                <a:lnTo>
                  <a:pt x="1130432" y="4950134"/>
                </a:lnTo>
                <a:cubicBezTo>
                  <a:pt x="1133944" y="4950134"/>
                  <a:pt x="1136286" y="4947819"/>
                  <a:pt x="1136286" y="4944348"/>
                </a:cubicBezTo>
                <a:lnTo>
                  <a:pt x="1136286" y="4811405"/>
                </a:lnTo>
                <a:cubicBezTo>
                  <a:pt x="1136286" y="4807934"/>
                  <a:pt x="1133944" y="4805627"/>
                  <a:pt x="1130432" y="4805627"/>
                </a:cubicBezTo>
                <a:lnTo>
                  <a:pt x="1128093" y="4805627"/>
                </a:lnTo>
                <a:lnTo>
                  <a:pt x="1127824" y="4805359"/>
                </a:lnTo>
                <a:close/>
                <a:moveTo>
                  <a:pt x="891921" y="4802455"/>
                </a:moveTo>
                <a:cubicBezTo>
                  <a:pt x="848338" y="4802455"/>
                  <a:pt x="819860" y="4834118"/>
                  <a:pt x="819860" y="4877990"/>
                </a:cubicBezTo>
                <a:cubicBezTo>
                  <a:pt x="819860" y="4921862"/>
                  <a:pt x="848338" y="4953533"/>
                  <a:pt x="893950" y="4953533"/>
                </a:cubicBezTo>
                <a:cubicBezTo>
                  <a:pt x="904845" y="4953533"/>
                  <a:pt x="914796" y="4951553"/>
                  <a:pt x="923594" y="4947899"/>
                </a:cubicBezTo>
                <a:lnTo>
                  <a:pt x="924072" y="4947569"/>
                </a:lnTo>
                <a:lnTo>
                  <a:pt x="924870" y="4947419"/>
                </a:lnTo>
                <a:cubicBezTo>
                  <a:pt x="951435" y="4936512"/>
                  <a:pt x="967554" y="4910608"/>
                  <a:pt x="967554" y="4877877"/>
                </a:cubicBezTo>
                <a:cubicBezTo>
                  <a:pt x="967554" y="4845146"/>
                  <a:pt x="951435" y="4819246"/>
                  <a:pt x="924009" y="4808342"/>
                </a:cubicBezTo>
                <a:lnTo>
                  <a:pt x="922788" y="4808122"/>
                </a:lnTo>
                <a:lnTo>
                  <a:pt x="922738" y="4808088"/>
                </a:lnTo>
                <a:cubicBezTo>
                  <a:pt x="913655" y="4804434"/>
                  <a:pt x="903323" y="4802455"/>
                  <a:pt x="891921" y="4802455"/>
                </a:cubicBezTo>
                <a:close/>
                <a:moveTo>
                  <a:pt x="725444" y="4802455"/>
                </a:moveTo>
                <a:cubicBezTo>
                  <a:pt x="708302" y="4802455"/>
                  <a:pt x="688256" y="4805359"/>
                  <a:pt x="667046" y="4812907"/>
                </a:cubicBezTo>
                <a:lnTo>
                  <a:pt x="666934" y="4813086"/>
                </a:lnTo>
                <a:lnTo>
                  <a:pt x="666651" y="4813136"/>
                </a:lnTo>
                <a:cubicBezTo>
                  <a:pt x="662557" y="4814581"/>
                  <a:pt x="659335" y="4818052"/>
                  <a:pt x="659335" y="4824699"/>
                </a:cubicBezTo>
                <a:lnTo>
                  <a:pt x="659335" y="4944348"/>
                </a:lnTo>
                <a:lnTo>
                  <a:pt x="659778" y="4944785"/>
                </a:lnTo>
                <a:lnTo>
                  <a:pt x="659778" y="4944812"/>
                </a:lnTo>
                <a:cubicBezTo>
                  <a:pt x="659778" y="4948301"/>
                  <a:pt x="662104" y="4950628"/>
                  <a:pt x="665594" y="4950628"/>
                </a:cubicBezTo>
                <a:lnTo>
                  <a:pt x="691737" y="4950628"/>
                </a:lnTo>
                <a:cubicBezTo>
                  <a:pt x="695226" y="4950628"/>
                  <a:pt x="697553" y="4948301"/>
                  <a:pt x="697553" y="4944812"/>
                </a:cubicBezTo>
                <a:lnTo>
                  <a:pt x="697553" y="4847194"/>
                </a:lnTo>
                <a:lnTo>
                  <a:pt x="704449" y="4839717"/>
                </a:lnTo>
                <a:lnTo>
                  <a:pt x="726010" y="4837419"/>
                </a:lnTo>
                <a:lnTo>
                  <a:pt x="746014" y="4843168"/>
                </a:lnTo>
                <a:lnTo>
                  <a:pt x="754203" y="4862009"/>
                </a:lnTo>
                <a:lnTo>
                  <a:pt x="754203" y="4944812"/>
                </a:lnTo>
                <a:cubicBezTo>
                  <a:pt x="754203" y="4948301"/>
                  <a:pt x="756529" y="4950628"/>
                  <a:pt x="760019" y="4950628"/>
                </a:cubicBezTo>
                <a:lnTo>
                  <a:pt x="786161" y="4950628"/>
                </a:lnTo>
                <a:cubicBezTo>
                  <a:pt x="789651" y="4950628"/>
                  <a:pt x="791977" y="4948301"/>
                  <a:pt x="791977" y="4944812"/>
                </a:cubicBezTo>
                <a:lnTo>
                  <a:pt x="791977" y="4944762"/>
                </a:lnTo>
                <a:lnTo>
                  <a:pt x="792396" y="4944348"/>
                </a:lnTo>
                <a:lnTo>
                  <a:pt x="792396" y="4857065"/>
                </a:lnTo>
                <a:cubicBezTo>
                  <a:pt x="792396" y="4839438"/>
                  <a:pt x="786911" y="4825856"/>
                  <a:pt x="775798" y="4816682"/>
                </a:cubicBezTo>
                <a:lnTo>
                  <a:pt x="775550" y="4816558"/>
                </a:lnTo>
                <a:lnTo>
                  <a:pt x="775487" y="4816471"/>
                </a:lnTo>
                <a:cubicBezTo>
                  <a:pt x="764446" y="4807248"/>
                  <a:pt x="747813" y="4802455"/>
                  <a:pt x="725444" y="4802455"/>
                </a:cubicBezTo>
                <a:close/>
                <a:moveTo>
                  <a:pt x="559835" y="4802455"/>
                </a:moveTo>
                <a:cubicBezTo>
                  <a:pt x="548869" y="4802455"/>
                  <a:pt x="538720" y="4804289"/>
                  <a:pt x="529663" y="4807762"/>
                </a:cubicBezTo>
                <a:lnTo>
                  <a:pt x="529596" y="4807805"/>
                </a:lnTo>
                <a:lnTo>
                  <a:pt x="528373" y="4808018"/>
                </a:lnTo>
                <a:cubicBezTo>
                  <a:pt x="501027" y="4818381"/>
                  <a:pt x="483587" y="4843416"/>
                  <a:pt x="483587" y="4877877"/>
                </a:cubicBezTo>
                <a:cubicBezTo>
                  <a:pt x="483587" y="4912775"/>
                  <a:pt x="498720" y="4937596"/>
                  <a:pt x="526397" y="4947825"/>
                </a:cubicBezTo>
                <a:lnTo>
                  <a:pt x="527143" y="4947947"/>
                </a:lnTo>
                <a:lnTo>
                  <a:pt x="527701" y="4948307"/>
                </a:lnTo>
                <a:cubicBezTo>
                  <a:pt x="536867" y="4951735"/>
                  <a:pt x="547417" y="4953533"/>
                  <a:pt x="559257" y="4953533"/>
                </a:cubicBezTo>
                <a:cubicBezTo>
                  <a:pt x="578429" y="4953533"/>
                  <a:pt x="597023" y="4950331"/>
                  <a:pt x="617069" y="4941908"/>
                </a:cubicBezTo>
                <a:cubicBezTo>
                  <a:pt x="621723" y="4939879"/>
                  <a:pt x="624338" y="4936678"/>
                  <a:pt x="624338" y="4930284"/>
                </a:cubicBezTo>
                <a:lnTo>
                  <a:pt x="624338" y="4824821"/>
                </a:lnTo>
                <a:cubicBezTo>
                  <a:pt x="624338" y="4818138"/>
                  <a:pt x="621723" y="4814946"/>
                  <a:pt x="617069" y="4813204"/>
                </a:cubicBezTo>
                <a:cubicBezTo>
                  <a:pt x="597898" y="4805936"/>
                  <a:pt x="579880" y="4802455"/>
                  <a:pt x="559835" y="4802455"/>
                </a:cubicBezTo>
                <a:close/>
                <a:moveTo>
                  <a:pt x="398012" y="4801292"/>
                </a:moveTo>
                <a:lnTo>
                  <a:pt x="396528" y="4801750"/>
                </a:lnTo>
                <a:lnTo>
                  <a:pt x="395863" y="4801582"/>
                </a:lnTo>
                <a:cubicBezTo>
                  <a:pt x="356679" y="4801582"/>
                  <a:pt x="331528" y="4822385"/>
                  <a:pt x="331528" y="4853603"/>
                </a:cubicBezTo>
                <a:cubicBezTo>
                  <a:pt x="331528" y="4914871"/>
                  <a:pt x="425688" y="4891154"/>
                  <a:pt x="425688" y="4933656"/>
                </a:cubicBezTo>
                <a:cubicBezTo>
                  <a:pt x="425688" y="4937989"/>
                  <a:pt x="425107" y="4940590"/>
                  <a:pt x="423937" y="4944348"/>
                </a:cubicBezTo>
                <a:cubicBezTo>
                  <a:pt x="423646" y="4944931"/>
                  <a:pt x="423646" y="4945505"/>
                  <a:pt x="423646" y="4946089"/>
                </a:cubicBezTo>
                <a:cubicBezTo>
                  <a:pt x="423646" y="4948394"/>
                  <a:pt x="425107" y="4950134"/>
                  <a:pt x="428030" y="4950134"/>
                </a:cubicBezTo>
                <a:lnTo>
                  <a:pt x="429441" y="4950134"/>
                </a:lnTo>
                <a:lnTo>
                  <a:pt x="429970" y="4950628"/>
                </a:lnTo>
                <a:lnTo>
                  <a:pt x="456122" y="4950628"/>
                </a:lnTo>
                <a:cubicBezTo>
                  <a:pt x="460477" y="4950628"/>
                  <a:pt x="462217" y="4949176"/>
                  <a:pt x="463669" y="4944812"/>
                </a:cubicBezTo>
                <a:cubicBezTo>
                  <a:pt x="465419" y="4939879"/>
                  <a:pt x="465995" y="4933196"/>
                  <a:pt x="465995" y="4928255"/>
                </a:cubicBezTo>
                <a:cubicBezTo>
                  <a:pt x="465995" y="4862299"/>
                  <a:pt x="372446" y="4878177"/>
                  <a:pt x="372446" y="4850972"/>
                </a:cubicBezTo>
                <a:cubicBezTo>
                  <a:pt x="372446" y="4846523"/>
                  <a:pt x="374698" y="4842891"/>
                  <a:pt x="378875" y="4840371"/>
                </a:cubicBezTo>
                <a:lnTo>
                  <a:pt x="395405" y="4836760"/>
                </a:lnTo>
                <a:lnTo>
                  <a:pt x="438849" y="4849557"/>
                </a:lnTo>
                <a:cubicBezTo>
                  <a:pt x="440310" y="4850418"/>
                  <a:pt x="441772" y="4850714"/>
                  <a:pt x="443233" y="4850714"/>
                </a:cubicBezTo>
                <a:lnTo>
                  <a:pt x="443816" y="4850348"/>
                </a:lnTo>
                <a:lnTo>
                  <a:pt x="445075" y="4850684"/>
                </a:lnTo>
                <a:cubicBezTo>
                  <a:pt x="447690" y="4850684"/>
                  <a:pt x="450306" y="4849231"/>
                  <a:pt x="451468" y="4846616"/>
                </a:cubicBezTo>
                <a:lnTo>
                  <a:pt x="460477" y="4827435"/>
                </a:lnTo>
                <a:cubicBezTo>
                  <a:pt x="461318" y="4825652"/>
                  <a:pt x="461640" y="4823954"/>
                  <a:pt x="461640" y="4822502"/>
                </a:cubicBezTo>
                <a:cubicBezTo>
                  <a:pt x="461640" y="4820176"/>
                  <a:pt x="460486" y="4817858"/>
                  <a:pt x="458151" y="4816686"/>
                </a:cubicBezTo>
                <a:cubicBezTo>
                  <a:pt x="440142" y="4806226"/>
                  <a:pt x="418636" y="4801292"/>
                  <a:pt x="398012" y="4801292"/>
                </a:cubicBezTo>
                <a:close/>
                <a:moveTo>
                  <a:pt x="1053744" y="4747249"/>
                </a:moveTo>
                <a:cubicBezTo>
                  <a:pt x="1017718" y="4747249"/>
                  <a:pt x="994182" y="4766420"/>
                  <a:pt x="994182" y="4808264"/>
                </a:cubicBezTo>
                <a:lnTo>
                  <a:pt x="994182" y="4944812"/>
                </a:lnTo>
                <a:cubicBezTo>
                  <a:pt x="994182" y="4948301"/>
                  <a:pt x="996508" y="4950628"/>
                  <a:pt x="999998" y="4950628"/>
                </a:cubicBezTo>
                <a:lnTo>
                  <a:pt x="1025852" y="4950628"/>
                </a:lnTo>
                <a:lnTo>
                  <a:pt x="1026345" y="4950134"/>
                </a:lnTo>
                <a:lnTo>
                  <a:pt x="1027795" y="4950134"/>
                </a:lnTo>
                <a:cubicBezTo>
                  <a:pt x="1031307" y="4950134"/>
                  <a:pt x="1033640" y="4947819"/>
                  <a:pt x="1033640" y="4944348"/>
                </a:cubicBezTo>
                <a:lnTo>
                  <a:pt x="1033640" y="4837419"/>
                </a:lnTo>
                <a:lnTo>
                  <a:pt x="1070781" y="4837419"/>
                </a:lnTo>
                <a:cubicBezTo>
                  <a:pt x="1074584" y="4837419"/>
                  <a:pt x="1076626" y="4835105"/>
                  <a:pt x="1076626" y="4831634"/>
                </a:cubicBezTo>
                <a:lnTo>
                  <a:pt x="1076626" y="4811692"/>
                </a:lnTo>
                <a:cubicBezTo>
                  <a:pt x="1076626" y="4807934"/>
                  <a:pt x="1074584" y="4805627"/>
                  <a:pt x="1070781" y="4805627"/>
                </a:cubicBezTo>
                <a:lnTo>
                  <a:pt x="1068815" y="4805627"/>
                </a:lnTo>
                <a:lnTo>
                  <a:pt x="1068560" y="4805359"/>
                </a:lnTo>
                <a:lnTo>
                  <a:pt x="1033640" y="4805359"/>
                </a:lnTo>
                <a:lnTo>
                  <a:pt x="1033640" y="4802443"/>
                </a:lnTo>
                <a:cubicBezTo>
                  <a:pt x="1033640" y="4786548"/>
                  <a:pt x="1040664" y="4778457"/>
                  <a:pt x="1056749" y="4778457"/>
                </a:cubicBezTo>
                <a:cubicBezTo>
                  <a:pt x="1062594" y="4778457"/>
                  <a:pt x="1068893" y="4779901"/>
                  <a:pt x="1071072" y="4779901"/>
                </a:cubicBezTo>
                <a:cubicBezTo>
                  <a:pt x="1074584" y="4779901"/>
                  <a:pt x="1076046" y="4777882"/>
                  <a:pt x="1076626" y="4774411"/>
                </a:cubicBezTo>
                <a:lnTo>
                  <a:pt x="1079557" y="4759385"/>
                </a:lnTo>
                <a:cubicBezTo>
                  <a:pt x="1079814" y="4758050"/>
                  <a:pt x="1080138" y="4756876"/>
                  <a:pt x="1080138" y="4755627"/>
                </a:cubicBezTo>
                <a:cubicBezTo>
                  <a:pt x="1080138" y="4752417"/>
                  <a:pt x="1078387" y="4750711"/>
                  <a:pt x="1074293" y="4749848"/>
                </a:cubicBezTo>
                <a:lnTo>
                  <a:pt x="1072405" y="4749641"/>
                </a:lnTo>
                <a:lnTo>
                  <a:pt x="1072049" y="4749285"/>
                </a:lnTo>
                <a:cubicBezTo>
                  <a:pt x="1066233" y="4747834"/>
                  <a:pt x="1059942" y="4747249"/>
                  <a:pt x="1053744" y="4747249"/>
                </a:cubicBezTo>
                <a:close/>
                <a:moveTo>
                  <a:pt x="1115152" y="4747131"/>
                </a:moveTo>
                <a:cubicBezTo>
                  <a:pt x="1102948" y="4747139"/>
                  <a:pt x="1095102" y="4754688"/>
                  <a:pt x="1095105" y="4767478"/>
                </a:cubicBezTo>
                <a:cubicBezTo>
                  <a:pt x="1095102" y="4779971"/>
                  <a:pt x="1102948" y="4787811"/>
                  <a:pt x="1116018" y="4787818"/>
                </a:cubicBezTo>
                <a:cubicBezTo>
                  <a:pt x="1127933" y="4787817"/>
                  <a:pt x="1136071" y="4779974"/>
                  <a:pt x="1136066" y="4767481"/>
                </a:cubicBezTo>
                <a:cubicBezTo>
                  <a:pt x="1136071" y="4754690"/>
                  <a:pt x="1127933" y="4747137"/>
                  <a:pt x="1115152" y="4747131"/>
                </a:cubicBezTo>
                <a:close/>
                <a:moveTo>
                  <a:pt x="0" y="0"/>
                </a:moveTo>
                <a:lnTo>
                  <a:pt x="4572000" y="0"/>
                </a:lnTo>
                <a:lnTo>
                  <a:pt x="4572000" y="5143500"/>
                </a:lnTo>
                <a:lnTo>
                  <a:pt x="0" y="51435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  <a:endParaRPr lang="fr-FR"/>
          </a:p>
        </p:txBody>
      </p:sp>
      <p:sp>
        <p:nvSpPr>
          <p:cNvPr id="12" name="Espace réservé du graphique SmartArt 11">
            <a:extLst>
              <a:ext uri="{FF2B5EF4-FFF2-40B4-BE49-F238E27FC236}">
                <a16:creationId xmlns:a16="http://schemas.microsoft.com/office/drawing/2014/main" id="{0F580B26-21D6-4630-AE3D-FB359C1C883E}"/>
              </a:ext>
            </a:extLst>
          </p:cNvPr>
          <p:cNvSpPr>
            <a:spLocks noGrp="1" noChangeAspect="1"/>
          </p:cNvSpPr>
          <p:nvPr>
            <p:ph type="dgm" sz="quarter" idx="14"/>
          </p:nvPr>
        </p:nvSpPr>
        <p:spPr>
          <a:xfrm>
            <a:off x="9216309" y="1901915"/>
            <a:ext cx="96687" cy="96000"/>
          </a:xfrm>
          <a:custGeom>
            <a:avLst/>
            <a:gdLst>
              <a:gd name="connsiteX0" fmla="*/ 122355 w 250013"/>
              <a:gd name="connsiteY0" fmla="*/ 0 h 248243"/>
              <a:gd name="connsiteX1" fmla="*/ 250013 w 250013"/>
              <a:gd name="connsiteY1" fmla="*/ 124134 h 248243"/>
              <a:gd name="connsiteX2" fmla="*/ 127674 w 250013"/>
              <a:gd name="connsiteY2" fmla="*/ 248243 h 248243"/>
              <a:gd name="connsiteX3" fmla="*/ 1 w 250013"/>
              <a:gd name="connsiteY3" fmla="*/ 124125 h 248243"/>
              <a:gd name="connsiteX4" fmla="*/ 122355 w 250013"/>
              <a:gd name="connsiteY4" fmla="*/ 0 h 248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0013" h="248243">
                <a:moveTo>
                  <a:pt x="122355" y="0"/>
                </a:moveTo>
                <a:cubicBezTo>
                  <a:pt x="200363" y="0"/>
                  <a:pt x="250013" y="46111"/>
                  <a:pt x="250013" y="124134"/>
                </a:cubicBezTo>
                <a:cubicBezTo>
                  <a:pt x="250022" y="200379"/>
                  <a:pt x="200361" y="248234"/>
                  <a:pt x="127674" y="248243"/>
                </a:cubicBezTo>
                <a:cubicBezTo>
                  <a:pt x="47872" y="248236"/>
                  <a:pt x="-6" y="200370"/>
                  <a:pt x="1" y="124125"/>
                </a:cubicBezTo>
                <a:cubicBezTo>
                  <a:pt x="0" y="46103"/>
                  <a:pt x="47874" y="2"/>
                  <a:pt x="122355" y="0"/>
                </a:cubicBezTo>
                <a:close/>
              </a:path>
            </a:pathLst>
          </a:custGeom>
          <a:solidFill>
            <a:schemeClr val="accent2"/>
          </a:solidFill>
          <a:ln w="22225">
            <a:noFill/>
          </a:ln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r>
              <a:rPr lang="en-US"/>
              <a:t>Click icon to add SmartArt graphic</a:t>
            </a:r>
            <a:endParaRPr lang="fr-FR"/>
          </a:p>
        </p:txBody>
      </p:sp>
      <p:sp>
        <p:nvSpPr>
          <p:cNvPr id="17" name="Espace réservé du graphique SmartArt 11">
            <a:extLst>
              <a:ext uri="{FF2B5EF4-FFF2-40B4-BE49-F238E27FC236}">
                <a16:creationId xmlns:a16="http://schemas.microsoft.com/office/drawing/2014/main" id="{16B17374-481A-4CE6-8974-CA84865A03CA}"/>
              </a:ext>
            </a:extLst>
          </p:cNvPr>
          <p:cNvSpPr>
            <a:spLocks noGrp="1" noChangeAspect="1"/>
          </p:cNvSpPr>
          <p:nvPr>
            <p:ph type="dgm" sz="quarter" idx="19"/>
          </p:nvPr>
        </p:nvSpPr>
        <p:spPr>
          <a:xfrm>
            <a:off x="9216309" y="4860087"/>
            <a:ext cx="96687" cy="96000"/>
          </a:xfrm>
          <a:custGeom>
            <a:avLst/>
            <a:gdLst>
              <a:gd name="connsiteX0" fmla="*/ 122355 w 250013"/>
              <a:gd name="connsiteY0" fmla="*/ 0 h 248243"/>
              <a:gd name="connsiteX1" fmla="*/ 250013 w 250013"/>
              <a:gd name="connsiteY1" fmla="*/ 124134 h 248243"/>
              <a:gd name="connsiteX2" fmla="*/ 127674 w 250013"/>
              <a:gd name="connsiteY2" fmla="*/ 248243 h 248243"/>
              <a:gd name="connsiteX3" fmla="*/ 1 w 250013"/>
              <a:gd name="connsiteY3" fmla="*/ 124125 h 248243"/>
              <a:gd name="connsiteX4" fmla="*/ 122355 w 250013"/>
              <a:gd name="connsiteY4" fmla="*/ 0 h 248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0013" h="248243">
                <a:moveTo>
                  <a:pt x="122355" y="0"/>
                </a:moveTo>
                <a:cubicBezTo>
                  <a:pt x="200363" y="0"/>
                  <a:pt x="250013" y="46111"/>
                  <a:pt x="250013" y="124134"/>
                </a:cubicBezTo>
                <a:cubicBezTo>
                  <a:pt x="250022" y="200379"/>
                  <a:pt x="200361" y="248234"/>
                  <a:pt x="127674" y="248243"/>
                </a:cubicBezTo>
                <a:cubicBezTo>
                  <a:pt x="47872" y="248236"/>
                  <a:pt x="-6" y="200370"/>
                  <a:pt x="1" y="124125"/>
                </a:cubicBezTo>
                <a:cubicBezTo>
                  <a:pt x="0" y="46103"/>
                  <a:pt x="47874" y="2"/>
                  <a:pt x="122355" y="0"/>
                </a:cubicBezTo>
                <a:close/>
              </a:path>
            </a:pathLst>
          </a:custGeom>
          <a:solidFill>
            <a:schemeClr val="accent2"/>
          </a:solidFill>
          <a:ln w="22225">
            <a:noFill/>
          </a:ln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r>
              <a:rPr lang="en-US"/>
              <a:t>Click icon to add SmartArt graphic</a:t>
            </a:r>
            <a:endParaRPr lang="fr-FR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C28E44FC-CC99-479F-B667-CC0B04AA1BEB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6B54B0F7-55DD-40D6-B7F4-70B586885C0B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24" name="Espace réservé du texte 5">
            <a:extLst>
              <a:ext uri="{FF2B5EF4-FFF2-40B4-BE49-F238E27FC236}">
                <a16:creationId xmlns:a16="http://schemas.microsoft.com/office/drawing/2014/main" id="{013E5883-7FD1-4C44-9ADB-EE49A0891466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206602" y="2500883"/>
            <a:ext cx="4103397" cy="973837"/>
          </a:xfrm>
        </p:spPr>
        <p:txBody>
          <a:bodyPr anchor="b">
            <a:noAutofit/>
          </a:bodyPr>
          <a:lstStyle>
            <a:lvl1pPr algn="ctr">
              <a:lnSpc>
                <a:spcPct val="96000"/>
              </a:lnSpc>
              <a:spcAft>
                <a:spcPts val="1333"/>
              </a:spcAft>
              <a:defRPr lang="fr-FR" sz="3200" b="0" i="0" kern="1200" dirty="0" err="1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371391" indent="0" algn="ctr">
              <a:lnSpc>
                <a:spcPct val="100000"/>
              </a:lnSpc>
              <a:buFont typeface="Arial" panose="020B0604020202020204" pitchFamily="34" charset="0"/>
              <a:buNone/>
              <a:defRPr sz="2667" b="0" i="1">
                <a:solidFill>
                  <a:schemeClr val="accent2"/>
                </a:solidFill>
                <a:latin typeface="Georgia" panose="02040502050405020303" pitchFamily="18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algn="ctr">
              <a:lnSpc>
                <a:spcPct val="100000"/>
              </a:lnSpc>
              <a:spcBef>
                <a:spcPts val="1333"/>
              </a:spcBef>
              <a:defRPr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Espace réservé du texte 5">
            <a:extLst>
              <a:ext uri="{FF2B5EF4-FFF2-40B4-BE49-F238E27FC236}">
                <a16:creationId xmlns:a16="http://schemas.microsoft.com/office/drawing/2014/main" id="{EF5BFE2C-3893-4574-8E43-0A0678870930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7206602" y="3490415"/>
            <a:ext cx="4103397" cy="537959"/>
          </a:xfrm>
        </p:spPr>
        <p:txBody>
          <a:bodyPr anchor="t">
            <a:noAutofit/>
          </a:bodyPr>
          <a:lstStyle>
            <a:lvl1pPr algn="ctr">
              <a:lnSpc>
                <a:spcPct val="96000"/>
              </a:lnSpc>
              <a:spcAft>
                <a:spcPts val="1333"/>
              </a:spcAft>
              <a:defRPr lang="en-US" sz="3333" b="0" i="1" kern="1200" dirty="0">
                <a:solidFill>
                  <a:schemeClr val="accent2"/>
                </a:solidFill>
                <a:latin typeface="Georgia" panose="02040502050405020303" pitchFamily="18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371391" indent="0" algn="ctr">
              <a:lnSpc>
                <a:spcPct val="100000"/>
              </a:lnSpc>
              <a:buFont typeface="Arial" panose="020B0604020202020204" pitchFamily="34" charset="0"/>
              <a:buNone/>
              <a:defRPr sz="3333" b="0" i="1">
                <a:solidFill>
                  <a:schemeClr val="accent2"/>
                </a:solidFill>
                <a:latin typeface="Georgia" panose="02040502050405020303" pitchFamily="18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algn="ctr">
              <a:lnSpc>
                <a:spcPct val="100000"/>
              </a:lnSpc>
              <a:spcBef>
                <a:spcPts val="1333"/>
              </a:spcBef>
              <a:defRPr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Espace réservé du texte 5">
            <a:extLst>
              <a:ext uri="{FF2B5EF4-FFF2-40B4-BE49-F238E27FC236}">
                <a16:creationId xmlns:a16="http://schemas.microsoft.com/office/drawing/2014/main" id="{E331AD24-1AAB-440A-917D-3BB2B9658DC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06602" y="4113499"/>
            <a:ext cx="4103397" cy="331244"/>
          </a:xfrm>
        </p:spPr>
        <p:txBody>
          <a:bodyPr anchor="t">
            <a:noAutofit/>
          </a:bodyPr>
          <a:lstStyle>
            <a:lvl1pPr algn="ctr">
              <a:lnSpc>
                <a:spcPct val="96000"/>
              </a:lnSpc>
              <a:spcAft>
                <a:spcPts val="1333"/>
              </a:spcAft>
              <a:defRPr lang="en-US" sz="1600" b="0" i="0" kern="1200" dirty="0">
                <a:solidFill>
                  <a:schemeClr val="tx1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371391" indent="0" algn="l">
              <a:lnSpc>
                <a:spcPct val="100000"/>
              </a:lnSpc>
              <a:buFont typeface="Arial" panose="020B0604020202020204" pitchFamily="34" charset="0"/>
              <a:buNone/>
              <a:defRPr lang="en-US" sz="1600" b="0" i="0" kern="1200" noProof="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algn="ctr">
              <a:lnSpc>
                <a:spcPct val="100000"/>
              </a:lnSpc>
              <a:spcBef>
                <a:spcPts val="1333"/>
              </a:spcBef>
              <a:defRPr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283364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rgbClr val="F5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323D7EBE-BC7D-4AC5-AD6B-FCD5D270E1C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B54B0F7-55DD-40D6-B7F4-70B586885C0B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7" name="Espace réservé du texte 5">
            <a:extLst>
              <a:ext uri="{FF2B5EF4-FFF2-40B4-BE49-F238E27FC236}">
                <a16:creationId xmlns:a16="http://schemas.microsoft.com/office/drawing/2014/main" id="{3FC96125-BC0F-469E-BA75-F4F2916D502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44973" y="425183"/>
            <a:ext cx="11304000" cy="164148"/>
          </a:xfrm>
        </p:spPr>
        <p:txBody>
          <a:bodyPr wrap="square" anchor="t" anchorCtr="0">
            <a:sp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lang="fr-FR" sz="1067" b="0" i="0" kern="1200" dirty="0" err="1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defRPr sz="533" b="0" i="0" cap="all" baseline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spcBef>
                <a:spcPts val="400"/>
              </a:spcBef>
              <a:tabLst>
                <a:tab pos="836063" algn="l"/>
              </a:tabLst>
              <a:defRPr sz="533"/>
            </a:lvl3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E56171-4788-4B4A-B8DB-98CB348C66F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42033" y="1943799"/>
            <a:ext cx="11304000" cy="42952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Espace réservé du texte 4">
            <a:extLst>
              <a:ext uri="{FF2B5EF4-FFF2-40B4-BE49-F238E27FC236}">
                <a16:creationId xmlns:a16="http://schemas.microsoft.com/office/drawing/2014/main" id="{E214CB94-27AF-41B7-A363-829DCFEBE7A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44973" y="1577578"/>
            <a:ext cx="11304000" cy="246221"/>
          </a:xfr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160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>
              <a:spcBef>
                <a:spcPts val="533"/>
              </a:spcBef>
              <a:buFont typeface="Arial" panose="020B0604020202020204" pitchFamily="34" charset="0"/>
              <a:buNone/>
              <a:defRPr sz="1600"/>
            </a:lvl2pPr>
            <a:lvl3pPr>
              <a:lnSpc>
                <a:spcPct val="110000"/>
              </a:lnSpc>
              <a:defRPr lang="en-US" sz="1333" kern="1200" dirty="0" smtClean="0">
                <a:solidFill>
                  <a:schemeClr val="tx1"/>
                </a:solidFill>
                <a:latin typeface="Sanofi Sans 3 Regular"/>
                <a:ea typeface="+mn-ea"/>
                <a:cs typeface="+mn-cs"/>
              </a:defRPr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7577A6-F24A-4B6D-B7E1-FB31180BD6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96081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Image (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323D7EBE-BC7D-4AC5-AD6B-FCD5D270E1C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B54B0F7-55DD-40D6-B7F4-70B586885C0B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8" name="Espace réservé pour une image  3">
            <a:extLst>
              <a:ext uri="{FF2B5EF4-FFF2-40B4-BE49-F238E27FC236}">
                <a16:creationId xmlns:a16="http://schemas.microsoft.com/office/drawing/2014/main" id="{CEC2E05F-5F9D-41D9-A40F-97C2869C7DDA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8462400" y="0"/>
            <a:ext cx="3729600" cy="6858000"/>
          </a:xfrm>
        </p:spPr>
        <p:txBody>
          <a:bodyPr>
            <a:noAutofit/>
          </a:bodyPr>
          <a:lstStyle>
            <a:lvl1pPr>
              <a:defRPr>
                <a:noFill/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4" name="Espace réservé du texte 5">
            <a:extLst>
              <a:ext uri="{FF2B5EF4-FFF2-40B4-BE49-F238E27FC236}">
                <a16:creationId xmlns:a16="http://schemas.microsoft.com/office/drawing/2014/main" id="{39F8F8F8-B2E7-4739-8BFF-FA42634CE5E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44973" y="425183"/>
            <a:ext cx="7651200" cy="164148"/>
          </a:xfrm>
        </p:spPr>
        <p:txBody>
          <a:bodyPr wrap="square" anchor="t" anchorCtr="0">
            <a:sp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lang="fr-FR" sz="1067" b="0" i="0" kern="1200" dirty="0" err="1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defRPr sz="533" b="0" i="0" cap="all" baseline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spcBef>
                <a:spcPts val="400"/>
              </a:spcBef>
              <a:tabLst>
                <a:tab pos="836063" algn="l"/>
              </a:tabLst>
              <a:defRPr sz="533"/>
            </a:lvl3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5" name="Espace réservé du texte 4">
            <a:extLst>
              <a:ext uri="{FF2B5EF4-FFF2-40B4-BE49-F238E27FC236}">
                <a16:creationId xmlns:a16="http://schemas.microsoft.com/office/drawing/2014/main" id="{E0A2CB60-A40E-44FE-B4B7-57EBEFEC0DF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44973" y="1577578"/>
            <a:ext cx="7647827" cy="246221"/>
          </a:xfr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160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>
              <a:spcBef>
                <a:spcPts val="533"/>
              </a:spcBef>
              <a:buFont typeface="Arial" panose="020B0604020202020204" pitchFamily="34" charset="0"/>
              <a:buNone/>
              <a:defRPr sz="1600"/>
            </a:lvl2pPr>
            <a:lvl3pPr>
              <a:lnSpc>
                <a:spcPct val="110000"/>
              </a:lnSpc>
              <a:defRPr lang="en-US" sz="1333" kern="1200" dirty="0" smtClean="0">
                <a:solidFill>
                  <a:schemeClr val="tx1"/>
                </a:solidFill>
                <a:latin typeface="Sanofi Sans 3 Regular"/>
                <a:ea typeface="+mn-ea"/>
                <a:cs typeface="+mn-cs"/>
              </a:defRPr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F614E260-5FC8-4D02-8571-9C1540BB2B3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42033" y="1943799"/>
            <a:ext cx="7647827" cy="42952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0792EA-2F40-4220-B1A0-E938F3FB8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600" y="710401"/>
            <a:ext cx="7647827" cy="74824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45577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Image (Larg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323D7EBE-BC7D-4AC5-AD6B-FCD5D270E1C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B54B0F7-55DD-40D6-B7F4-70B586885C0B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9" name="Espace réservé pour une image  3">
            <a:extLst>
              <a:ext uri="{FF2B5EF4-FFF2-40B4-BE49-F238E27FC236}">
                <a16:creationId xmlns:a16="http://schemas.microsoft.com/office/drawing/2014/main" id="{7E64057C-5A6F-41C9-B888-6149A71BAD6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096000" y="0"/>
            <a:ext cx="6096000" cy="6858000"/>
          </a:xfrm>
        </p:spPr>
        <p:txBody>
          <a:bodyPr>
            <a:noAutofit/>
          </a:bodyPr>
          <a:lstStyle>
            <a:lvl1pPr>
              <a:defRPr>
                <a:noFill/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4" name="Espace réservé du texte 5">
            <a:extLst>
              <a:ext uri="{FF2B5EF4-FFF2-40B4-BE49-F238E27FC236}">
                <a16:creationId xmlns:a16="http://schemas.microsoft.com/office/drawing/2014/main" id="{D67FA919-D04A-4310-ADDF-1120333F61D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44973" y="425183"/>
            <a:ext cx="5373371" cy="164148"/>
          </a:xfrm>
        </p:spPr>
        <p:txBody>
          <a:bodyPr wrap="square" anchor="t" anchorCtr="0">
            <a:sp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lang="fr-FR" sz="1067" b="0" i="0" kern="1200" dirty="0" err="1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defRPr sz="533" b="0" i="0" cap="all" baseline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spcBef>
                <a:spcPts val="400"/>
              </a:spcBef>
              <a:tabLst>
                <a:tab pos="836063" algn="l"/>
              </a:tabLst>
              <a:defRPr sz="533"/>
            </a:lvl3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5" name="Espace réservé du texte 4">
            <a:extLst>
              <a:ext uri="{FF2B5EF4-FFF2-40B4-BE49-F238E27FC236}">
                <a16:creationId xmlns:a16="http://schemas.microsoft.com/office/drawing/2014/main" id="{929FD931-0FD5-4A54-8BB1-79F5E8669C5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44974" y="1577578"/>
            <a:ext cx="5371001" cy="246221"/>
          </a:xfr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160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>
              <a:spcBef>
                <a:spcPts val="533"/>
              </a:spcBef>
              <a:buFont typeface="Arial" panose="020B0604020202020204" pitchFamily="34" charset="0"/>
              <a:buNone/>
              <a:defRPr sz="1600"/>
            </a:lvl2pPr>
            <a:lvl3pPr>
              <a:lnSpc>
                <a:spcPct val="110000"/>
              </a:lnSpc>
              <a:defRPr lang="en-US" sz="1333" kern="1200" dirty="0" smtClean="0">
                <a:solidFill>
                  <a:schemeClr val="tx1"/>
                </a:solidFill>
                <a:latin typeface="Sanofi Sans 3 Regular"/>
                <a:ea typeface="+mn-ea"/>
                <a:cs typeface="+mn-cs"/>
              </a:defRPr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0AEBA920-ED61-4542-B852-868AA9D5A00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42034" y="1943799"/>
            <a:ext cx="5371001" cy="42952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B62E878-181A-4B45-B709-990F0EC3E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601" y="710401"/>
            <a:ext cx="5371001" cy="74824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7679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Images and Descri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323D7EBE-BC7D-4AC5-AD6B-FCD5D270E1C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B54B0F7-55DD-40D6-B7F4-70B586885C0B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8" name="Espace réservé du texte 4">
            <a:extLst>
              <a:ext uri="{FF2B5EF4-FFF2-40B4-BE49-F238E27FC236}">
                <a16:creationId xmlns:a16="http://schemas.microsoft.com/office/drawing/2014/main" id="{B88BFE2C-28A1-438A-960B-E93F4C5FF58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451324" y="2077802"/>
            <a:ext cx="2922291" cy="215444"/>
          </a:xfrm>
        </p:spPr>
        <p:txBody>
          <a:bodyPr/>
          <a:lstStyle>
            <a:lvl1pPr algn="l">
              <a:lnSpc>
                <a:spcPct val="100000"/>
              </a:lnSpc>
              <a:spcAft>
                <a:spcPts val="0"/>
              </a:spcAft>
              <a:defRPr sz="1067" b="0" i="0" cap="all"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>
              <a:buFont typeface="Arial" panose="020B0604020202020204" pitchFamily="34" charset="0"/>
              <a:buNone/>
              <a:defRPr sz="1333"/>
            </a:lvl2pPr>
            <a:lvl3pPr>
              <a:lnSpc>
                <a:spcPct val="110000"/>
              </a:lnSpc>
              <a:defRPr lang="en-US" sz="1333" kern="1200" dirty="0" smtClean="0">
                <a:solidFill>
                  <a:schemeClr val="tx1"/>
                </a:solidFill>
                <a:latin typeface="Sanofi Sans 3 Regular"/>
                <a:ea typeface="+mn-ea"/>
                <a:cs typeface="+mn-cs"/>
              </a:defRPr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9" name="Espace réservé du texte 4">
            <a:extLst>
              <a:ext uri="{FF2B5EF4-FFF2-40B4-BE49-F238E27FC236}">
                <a16:creationId xmlns:a16="http://schemas.microsoft.com/office/drawing/2014/main" id="{67A3D333-F7E4-4D2F-8B90-78E621A65AB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096000" y="2077802"/>
            <a:ext cx="2922291" cy="215444"/>
          </a:xfrm>
        </p:spPr>
        <p:txBody>
          <a:bodyPr/>
          <a:lstStyle>
            <a:lvl1pPr algn="l">
              <a:lnSpc>
                <a:spcPct val="100000"/>
              </a:lnSpc>
              <a:spcAft>
                <a:spcPts val="0"/>
              </a:spcAft>
              <a:defRPr sz="1067" b="0" i="0" cap="all"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>
              <a:buFont typeface="Arial" panose="020B0604020202020204" pitchFamily="34" charset="0"/>
              <a:buNone/>
              <a:defRPr sz="1333"/>
            </a:lvl2pPr>
            <a:lvl3pPr>
              <a:lnSpc>
                <a:spcPct val="110000"/>
              </a:lnSpc>
              <a:defRPr lang="en-US" sz="1333" kern="1200" dirty="0" smtClean="0">
                <a:solidFill>
                  <a:schemeClr val="tx1"/>
                </a:solidFill>
                <a:latin typeface="Sanofi Sans 3 Regular"/>
                <a:ea typeface="+mn-ea"/>
                <a:cs typeface="+mn-cs"/>
              </a:defRPr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" name="Espace réservé pour une image  3">
            <a:extLst>
              <a:ext uri="{FF2B5EF4-FFF2-40B4-BE49-F238E27FC236}">
                <a16:creationId xmlns:a16="http://schemas.microsoft.com/office/drawing/2014/main" id="{D04D9ECA-57E3-42D4-AB59-AFDFC4994F90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444974" y="2439354"/>
            <a:ext cx="2340559" cy="3622821"/>
          </a:xfrm>
        </p:spPr>
        <p:txBody>
          <a:bodyPr>
            <a:noAutofit/>
          </a:bodyPr>
          <a:lstStyle>
            <a:lvl1pPr>
              <a:defRPr>
                <a:noFill/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5" name="Espace réservé pour une image  3">
            <a:extLst>
              <a:ext uri="{FF2B5EF4-FFF2-40B4-BE49-F238E27FC236}">
                <a16:creationId xmlns:a16="http://schemas.microsoft.com/office/drawing/2014/main" id="{A4ACE33E-54EC-45BB-A1EF-BC5E84D636CA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6096001" y="2439354"/>
            <a:ext cx="2340559" cy="3622821"/>
          </a:xfrm>
        </p:spPr>
        <p:txBody>
          <a:bodyPr>
            <a:noAutofit/>
          </a:bodyPr>
          <a:lstStyle>
            <a:lvl1pPr>
              <a:defRPr>
                <a:noFill/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C3DEB9B5-F15A-466E-8080-C371BE1672C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719523" y="2439354"/>
            <a:ext cx="2745600" cy="22669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53DFB714-75E9-40A1-A9E1-32341A0AB2F9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3068498" y="2439354"/>
            <a:ext cx="2744537" cy="22669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Espace réservé du texte 5">
            <a:extLst>
              <a:ext uri="{FF2B5EF4-FFF2-40B4-BE49-F238E27FC236}">
                <a16:creationId xmlns:a16="http://schemas.microsoft.com/office/drawing/2014/main" id="{8B0C0C30-D9D7-4BD7-AF39-B6CB516C989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44973" y="425183"/>
            <a:ext cx="11304000" cy="164148"/>
          </a:xfrm>
        </p:spPr>
        <p:txBody>
          <a:bodyPr wrap="square" anchor="t" anchorCtr="0">
            <a:sp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lang="fr-FR" sz="1067" b="0" i="0" kern="1200" dirty="0" err="1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defRPr sz="533" b="0" i="0" cap="all" baseline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spcBef>
                <a:spcPts val="400"/>
              </a:spcBef>
              <a:tabLst>
                <a:tab pos="836063" algn="l"/>
              </a:tabLst>
              <a:defRPr sz="533"/>
            </a:lvl3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9" name="Espace réservé du texte 4">
            <a:extLst>
              <a:ext uri="{FF2B5EF4-FFF2-40B4-BE49-F238E27FC236}">
                <a16:creationId xmlns:a16="http://schemas.microsoft.com/office/drawing/2014/main" id="{1CD7C0F2-9ED1-4D8C-94FB-BE336E7168B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44973" y="1577578"/>
            <a:ext cx="11304000" cy="246221"/>
          </a:xfr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160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>
              <a:spcBef>
                <a:spcPts val="533"/>
              </a:spcBef>
              <a:buFont typeface="Arial" panose="020B0604020202020204" pitchFamily="34" charset="0"/>
              <a:buNone/>
              <a:defRPr sz="1600"/>
            </a:lvl2pPr>
            <a:lvl3pPr>
              <a:lnSpc>
                <a:spcPct val="110000"/>
              </a:lnSpc>
              <a:defRPr lang="en-US" sz="1333" kern="1200" dirty="0" smtClean="0">
                <a:solidFill>
                  <a:schemeClr val="tx1"/>
                </a:solidFill>
                <a:latin typeface="Sanofi Sans 3 Regular"/>
                <a:ea typeface="+mn-ea"/>
                <a:cs typeface="+mn-cs"/>
              </a:defRPr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3841BA8-9107-45A1-B4A7-F5FE729D4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634467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and Nu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7276DEF-3CBF-476F-8A84-C6760A5FE884}"/>
              </a:ext>
            </a:extLst>
          </p:cNvPr>
          <p:cNvSpPr/>
          <p:nvPr userDrawn="1"/>
        </p:nvSpPr>
        <p:spPr>
          <a:xfrm>
            <a:off x="0" y="0"/>
            <a:ext cx="3729600" cy="6858000"/>
          </a:xfrm>
          <a:prstGeom prst="rect">
            <a:avLst/>
          </a:prstGeom>
          <a:solidFill>
            <a:srgbClr val="E9E6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noProof="0"/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323D7EBE-BC7D-4AC5-AD6B-FCD5D270E1C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B54B0F7-55DD-40D6-B7F4-70B586885C0B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6" name="Espace réservé pour une image  15">
            <a:extLst>
              <a:ext uri="{FF2B5EF4-FFF2-40B4-BE49-F238E27FC236}">
                <a16:creationId xmlns:a16="http://schemas.microsoft.com/office/drawing/2014/main" id="{8BEDC788-81F2-409E-8CE9-FF2A15A9191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402083" y="2468972"/>
            <a:ext cx="1379716" cy="1819200"/>
          </a:xfrm>
        </p:spPr>
        <p:txBody>
          <a:bodyPr>
            <a:noAutofit/>
          </a:bodyPr>
          <a:lstStyle>
            <a:lvl1pPr>
              <a:defRPr>
                <a:noFill/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7" name="Espace réservé du texte 4">
            <a:extLst>
              <a:ext uri="{FF2B5EF4-FFF2-40B4-BE49-F238E27FC236}">
                <a16:creationId xmlns:a16="http://schemas.microsoft.com/office/drawing/2014/main" id="{D96EF966-14FD-41BC-A600-7421C098167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402082" y="1584820"/>
            <a:ext cx="1379716" cy="532283"/>
          </a:xfrm>
        </p:spPr>
        <p:txBody>
          <a:bodyPr/>
          <a:lstStyle>
            <a:lvl1pPr algn="l">
              <a:lnSpc>
                <a:spcPct val="110000"/>
              </a:lnSpc>
              <a:defRPr sz="3467" b="0" i="0" cap="all"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228594" indent="-228594"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067"/>
            </a:lvl2pPr>
            <a:lvl3pPr>
              <a:lnSpc>
                <a:spcPct val="110000"/>
              </a:lnSpc>
              <a:defRPr sz="1067">
                <a:latin typeface="+mj-lt"/>
              </a:defRPr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noProof="0" dirty="0"/>
              <a:t>01</a:t>
            </a:r>
          </a:p>
        </p:txBody>
      </p:sp>
      <p:sp>
        <p:nvSpPr>
          <p:cNvPr id="18" name="Espace réservé du texte 4">
            <a:extLst>
              <a:ext uri="{FF2B5EF4-FFF2-40B4-BE49-F238E27FC236}">
                <a16:creationId xmlns:a16="http://schemas.microsoft.com/office/drawing/2014/main" id="{09C6DAE5-28F5-4BE0-9DAE-75B6B0AC968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033427" y="1519091"/>
            <a:ext cx="1178053" cy="531256"/>
          </a:xfrm>
        </p:spPr>
        <p:txBody>
          <a:bodyPr anchor="b">
            <a:noAutofit/>
          </a:bodyPr>
          <a:lstStyle>
            <a:lvl1pPr algn="r">
              <a:lnSpc>
                <a:spcPct val="110000"/>
              </a:lnSpc>
              <a:defRPr sz="1067" cap="all" baseline="0">
                <a:solidFill>
                  <a:schemeClr val="tx1"/>
                </a:solidFill>
              </a:defRPr>
            </a:lvl1pPr>
            <a:lvl2pPr marL="228594" indent="-228594"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067"/>
            </a:lvl2pPr>
            <a:lvl3pPr>
              <a:lnSpc>
                <a:spcPct val="110000"/>
              </a:lnSpc>
              <a:defRPr sz="1067">
                <a:latin typeface="+mj-lt"/>
              </a:defRPr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9" name="Espace réservé du texte 4">
            <a:extLst>
              <a:ext uri="{FF2B5EF4-FFF2-40B4-BE49-F238E27FC236}">
                <a16:creationId xmlns:a16="http://schemas.microsoft.com/office/drawing/2014/main" id="{DB385219-3623-4C80-90CB-E73147176A6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02083" y="4587063"/>
            <a:ext cx="1379716" cy="419247"/>
          </a:xfrm>
        </p:spPr>
        <p:txBody>
          <a:bodyPr/>
          <a:lstStyle>
            <a:lvl1pPr algn="l">
              <a:lnSpc>
                <a:spcPct val="125000"/>
              </a:lnSpc>
              <a:defRPr sz="1600">
                <a:solidFill>
                  <a:schemeClr val="accent2"/>
                </a:solidFill>
              </a:defRPr>
            </a:lvl1pPr>
            <a:lvl2pPr marL="0" indent="0">
              <a:lnSpc>
                <a:spcPts val="1600"/>
              </a:lnSpc>
              <a:spcAft>
                <a:spcPts val="533"/>
              </a:spcAft>
              <a:buFont typeface="Arial" panose="020B0604020202020204" pitchFamily="34" charset="0"/>
              <a:buNone/>
              <a:defRPr sz="1467">
                <a:solidFill>
                  <a:schemeClr val="accent2"/>
                </a:solidFill>
              </a:defRPr>
            </a:lvl2pPr>
            <a:lvl3pPr>
              <a:lnSpc>
                <a:spcPct val="110000"/>
              </a:lnSpc>
              <a:defRPr sz="1067">
                <a:latin typeface="+mj-lt"/>
              </a:defRPr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0" name="Espace réservé pour une image  15">
            <a:extLst>
              <a:ext uri="{FF2B5EF4-FFF2-40B4-BE49-F238E27FC236}">
                <a16:creationId xmlns:a16="http://schemas.microsoft.com/office/drawing/2014/main" id="{E7DD041E-74AB-4E79-8DE2-875A9F1E7DB5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061999" y="2468972"/>
            <a:ext cx="1379716" cy="1819200"/>
          </a:xfrm>
        </p:spPr>
        <p:txBody>
          <a:bodyPr>
            <a:noAutofit/>
          </a:bodyPr>
          <a:lstStyle>
            <a:lvl1pPr>
              <a:defRPr>
                <a:noFill/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21" name="Espace réservé du texte 4">
            <a:extLst>
              <a:ext uri="{FF2B5EF4-FFF2-40B4-BE49-F238E27FC236}">
                <a16:creationId xmlns:a16="http://schemas.microsoft.com/office/drawing/2014/main" id="{065977EE-862D-4B7C-8337-FDC6002343A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061999" y="1584820"/>
            <a:ext cx="1379715" cy="532283"/>
          </a:xfrm>
        </p:spPr>
        <p:txBody>
          <a:bodyPr/>
          <a:lstStyle>
            <a:lvl1pPr algn="l">
              <a:lnSpc>
                <a:spcPct val="110000"/>
              </a:lnSpc>
              <a:defRPr sz="3467" b="0" i="0" cap="all"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228594" indent="-228594"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067"/>
            </a:lvl2pPr>
            <a:lvl3pPr>
              <a:lnSpc>
                <a:spcPct val="110000"/>
              </a:lnSpc>
              <a:defRPr sz="1067">
                <a:latin typeface="+mj-lt"/>
              </a:defRPr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noProof="0" dirty="0"/>
              <a:t>02</a:t>
            </a:r>
          </a:p>
        </p:txBody>
      </p:sp>
      <p:sp>
        <p:nvSpPr>
          <p:cNvPr id="23" name="Espace réservé pour une image  15">
            <a:extLst>
              <a:ext uri="{FF2B5EF4-FFF2-40B4-BE49-F238E27FC236}">
                <a16:creationId xmlns:a16="http://schemas.microsoft.com/office/drawing/2014/main" id="{F89C23CF-B6A6-47AA-A07B-24B1AE35C570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8721915" y="2468972"/>
            <a:ext cx="1379716" cy="1819200"/>
          </a:xfrm>
        </p:spPr>
        <p:txBody>
          <a:bodyPr>
            <a:noAutofit/>
          </a:bodyPr>
          <a:lstStyle>
            <a:lvl1pPr>
              <a:defRPr>
                <a:noFill/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24" name="Espace réservé du texte 4">
            <a:extLst>
              <a:ext uri="{FF2B5EF4-FFF2-40B4-BE49-F238E27FC236}">
                <a16:creationId xmlns:a16="http://schemas.microsoft.com/office/drawing/2014/main" id="{637D886D-DA77-4D52-A839-266F7AEEBCE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721914" y="1584820"/>
            <a:ext cx="1379713" cy="532283"/>
          </a:xfrm>
        </p:spPr>
        <p:txBody>
          <a:bodyPr/>
          <a:lstStyle>
            <a:lvl1pPr algn="l">
              <a:lnSpc>
                <a:spcPct val="110000"/>
              </a:lnSpc>
              <a:defRPr sz="3467" b="0" i="0" cap="all"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228594" indent="-228594"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067"/>
            </a:lvl2pPr>
            <a:lvl3pPr>
              <a:lnSpc>
                <a:spcPct val="110000"/>
              </a:lnSpc>
              <a:defRPr sz="1067">
                <a:latin typeface="+mj-lt"/>
              </a:defRPr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noProof="0" dirty="0"/>
              <a:t>03</a:t>
            </a:r>
          </a:p>
        </p:txBody>
      </p:sp>
      <p:sp>
        <p:nvSpPr>
          <p:cNvPr id="26" name="Espace réservé pour une image  15">
            <a:extLst>
              <a:ext uri="{FF2B5EF4-FFF2-40B4-BE49-F238E27FC236}">
                <a16:creationId xmlns:a16="http://schemas.microsoft.com/office/drawing/2014/main" id="{4D28439E-7746-4AA1-A924-0AEC11614B84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10381831" y="2468972"/>
            <a:ext cx="1379716" cy="1819200"/>
          </a:xfrm>
        </p:spPr>
        <p:txBody>
          <a:bodyPr>
            <a:noAutofit/>
          </a:bodyPr>
          <a:lstStyle>
            <a:lvl1pPr>
              <a:defRPr>
                <a:noFill/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27" name="Espace réservé du texte 4">
            <a:extLst>
              <a:ext uri="{FF2B5EF4-FFF2-40B4-BE49-F238E27FC236}">
                <a16:creationId xmlns:a16="http://schemas.microsoft.com/office/drawing/2014/main" id="{40E34842-79F1-492E-A94C-F1F0DECB7DB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381830" y="1584820"/>
            <a:ext cx="1379713" cy="532283"/>
          </a:xfrm>
        </p:spPr>
        <p:txBody>
          <a:bodyPr/>
          <a:lstStyle>
            <a:lvl1pPr algn="l">
              <a:lnSpc>
                <a:spcPct val="110000"/>
              </a:lnSpc>
              <a:defRPr sz="3467" b="0" i="0" cap="all"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228594" indent="-228594"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067"/>
            </a:lvl2pPr>
            <a:lvl3pPr>
              <a:lnSpc>
                <a:spcPct val="110000"/>
              </a:lnSpc>
              <a:defRPr sz="1067">
                <a:latin typeface="+mj-lt"/>
              </a:defRPr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noProof="0" dirty="0"/>
              <a:t>04</a:t>
            </a:r>
          </a:p>
        </p:txBody>
      </p:sp>
      <p:sp>
        <p:nvSpPr>
          <p:cNvPr id="33" name="Espace réservé du texte 4">
            <a:extLst>
              <a:ext uri="{FF2B5EF4-FFF2-40B4-BE49-F238E27FC236}">
                <a16:creationId xmlns:a16="http://schemas.microsoft.com/office/drawing/2014/main" id="{3DDB0039-9DEF-41FA-9376-CCCD184F46B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402083" y="5039497"/>
            <a:ext cx="1379716" cy="419247"/>
          </a:xfrm>
        </p:spPr>
        <p:txBody>
          <a:bodyPr/>
          <a:lstStyle>
            <a:lvl1pPr algn="l">
              <a:lnSpc>
                <a:spcPct val="125000"/>
              </a:lnSpc>
              <a:defRPr sz="1067">
                <a:solidFill>
                  <a:schemeClr val="tx1"/>
                </a:solidFill>
              </a:defRPr>
            </a:lvl1pPr>
            <a:lvl2pPr marL="0" indent="0">
              <a:lnSpc>
                <a:spcPts val="1600"/>
              </a:lnSpc>
              <a:spcAft>
                <a:spcPts val="533"/>
              </a:spcAft>
              <a:buFont typeface="Arial" panose="020B0604020202020204" pitchFamily="34" charset="0"/>
              <a:buNone/>
              <a:defRPr sz="933"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defRPr sz="1067">
                <a:latin typeface="+mj-lt"/>
              </a:defRPr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4" name="Espace réservé du texte 4">
            <a:extLst>
              <a:ext uri="{FF2B5EF4-FFF2-40B4-BE49-F238E27FC236}">
                <a16:creationId xmlns:a16="http://schemas.microsoft.com/office/drawing/2014/main" id="{9F3CCA0F-99FD-49EB-AD69-BB3D91D198E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061998" y="4587063"/>
            <a:ext cx="1379716" cy="419247"/>
          </a:xfrm>
        </p:spPr>
        <p:txBody>
          <a:bodyPr/>
          <a:lstStyle>
            <a:lvl1pPr algn="l">
              <a:lnSpc>
                <a:spcPct val="125000"/>
              </a:lnSpc>
              <a:defRPr sz="1600">
                <a:solidFill>
                  <a:schemeClr val="accent2"/>
                </a:solidFill>
              </a:defRPr>
            </a:lvl1pPr>
            <a:lvl2pPr marL="0" indent="0">
              <a:lnSpc>
                <a:spcPts val="1600"/>
              </a:lnSpc>
              <a:spcAft>
                <a:spcPts val="533"/>
              </a:spcAft>
              <a:buFont typeface="Arial" panose="020B0604020202020204" pitchFamily="34" charset="0"/>
              <a:buNone/>
              <a:defRPr sz="1467">
                <a:solidFill>
                  <a:schemeClr val="accent2"/>
                </a:solidFill>
              </a:defRPr>
            </a:lvl2pPr>
            <a:lvl3pPr>
              <a:lnSpc>
                <a:spcPct val="110000"/>
              </a:lnSpc>
              <a:defRPr sz="1067">
                <a:latin typeface="+mj-lt"/>
              </a:defRPr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Espace réservé du texte 4">
            <a:extLst>
              <a:ext uri="{FF2B5EF4-FFF2-40B4-BE49-F238E27FC236}">
                <a16:creationId xmlns:a16="http://schemas.microsoft.com/office/drawing/2014/main" id="{2E47962C-C9E2-4FED-BEA8-B8A7A8DD496C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7061998" y="5039497"/>
            <a:ext cx="1379716" cy="419247"/>
          </a:xfrm>
        </p:spPr>
        <p:txBody>
          <a:bodyPr/>
          <a:lstStyle>
            <a:lvl1pPr algn="l">
              <a:lnSpc>
                <a:spcPct val="125000"/>
              </a:lnSpc>
              <a:defRPr sz="1067">
                <a:solidFill>
                  <a:schemeClr val="tx1"/>
                </a:solidFill>
              </a:defRPr>
            </a:lvl1pPr>
            <a:lvl2pPr marL="0" indent="0">
              <a:lnSpc>
                <a:spcPts val="1600"/>
              </a:lnSpc>
              <a:spcAft>
                <a:spcPts val="533"/>
              </a:spcAft>
              <a:buFont typeface="Arial" panose="020B0604020202020204" pitchFamily="34" charset="0"/>
              <a:buNone/>
              <a:defRPr sz="933"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defRPr sz="1067">
                <a:latin typeface="+mj-lt"/>
              </a:defRPr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6" name="Espace réservé du texte 4">
            <a:extLst>
              <a:ext uri="{FF2B5EF4-FFF2-40B4-BE49-F238E27FC236}">
                <a16:creationId xmlns:a16="http://schemas.microsoft.com/office/drawing/2014/main" id="{4F25B19E-3945-49B3-BEAB-C69BF39E2303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8721911" y="4587063"/>
            <a:ext cx="1379716" cy="419247"/>
          </a:xfrm>
        </p:spPr>
        <p:txBody>
          <a:bodyPr/>
          <a:lstStyle>
            <a:lvl1pPr algn="l">
              <a:lnSpc>
                <a:spcPct val="125000"/>
              </a:lnSpc>
              <a:defRPr sz="1600">
                <a:solidFill>
                  <a:schemeClr val="accent2"/>
                </a:solidFill>
              </a:defRPr>
            </a:lvl1pPr>
            <a:lvl2pPr marL="0" indent="0">
              <a:lnSpc>
                <a:spcPts val="1600"/>
              </a:lnSpc>
              <a:spcAft>
                <a:spcPts val="533"/>
              </a:spcAft>
              <a:buFont typeface="Arial" panose="020B0604020202020204" pitchFamily="34" charset="0"/>
              <a:buNone/>
              <a:defRPr sz="1467">
                <a:solidFill>
                  <a:schemeClr val="accent2"/>
                </a:solidFill>
              </a:defRPr>
            </a:lvl2pPr>
            <a:lvl3pPr>
              <a:lnSpc>
                <a:spcPct val="110000"/>
              </a:lnSpc>
              <a:defRPr sz="1067">
                <a:latin typeface="+mj-lt"/>
              </a:defRPr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7" name="Espace réservé du texte 4">
            <a:extLst>
              <a:ext uri="{FF2B5EF4-FFF2-40B4-BE49-F238E27FC236}">
                <a16:creationId xmlns:a16="http://schemas.microsoft.com/office/drawing/2014/main" id="{39A64BFA-75AB-499E-A131-9140B81690A0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721911" y="5039497"/>
            <a:ext cx="1379716" cy="419247"/>
          </a:xfrm>
        </p:spPr>
        <p:txBody>
          <a:bodyPr/>
          <a:lstStyle>
            <a:lvl1pPr algn="l">
              <a:lnSpc>
                <a:spcPct val="125000"/>
              </a:lnSpc>
              <a:defRPr sz="1067">
                <a:solidFill>
                  <a:schemeClr val="tx1"/>
                </a:solidFill>
              </a:defRPr>
            </a:lvl1pPr>
            <a:lvl2pPr marL="0" indent="0">
              <a:lnSpc>
                <a:spcPts val="1600"/>
              </a:lnSpc>
              <a:spcAft>
                <a:spcPts val="533"/>
              </a:spcAft>
              <a:buFont typeface="Arial" panose="020B0604020202020204" pitchFamily="34" charset="0"/>
              <a:buNone/>
              <a:defRPr sz="933"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defRPr sz="1067">
                <a:latin typeface="+mj-lt"/>
              </a:defRPr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8" name="Espace réservé du texte 4">
            <a:extLst>
              <a:ext uri="{FF2B5EF4-FFF2-40B4-BE49-F238E27FC236}">
                <a16:creationId xmlns:a16="http://schemas.microsoft.com/office/drawing/2014/main" id="{3B5F3F20-0254-4AB0-8E67-4CD251DE7CC0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10381823" y="4587063"/>
            <a:ext cx="1379716" cy="419247"/>
          </a:xfrm>
        </p:spPr>
        <p:txBody>
          <a:bodyPr/>
          <a:lstStyle>
            <a:lvl1pPr algn="l">
              <a:lnSpc>
                <a:spcPct val="125000"/>
              </a:lnSpc>
              <a:defRPr sz="1600">
                <a:solidFill>
                  <a:schemeClr val="accent2"/>
                </a:solidFill>
              </a:defRPr>
            </a:lvl1pPr>
            <a:lvl2pPr marL="0" indent="0">
              <a:lnSpc>
                <a:spcPts val="1600"/>
              </a:lnSpc>
              <a:spcAft>
                <a:spcPts val="533"/>
              </a:spcAft>
              <a:buFont typeface="Arial" panose="020B0604020202020204" pitchFamily="34" charset="0"/>
              <a:buNone/>
              <a:defRPr sz="1467">
                <a:solidFill>
                  <a:schemeClr val="accent2"/>
                </a:solidFill>
              </a:defRPr>
            </a:lvl2pPr>
            <a:lvl3pPr>
              <a:lnSpc>
                <a:spcPct val="110000"/>
              </a:lnSpc>
              <a:defRPr sz="1067">
                <a:latin typeface="+mj-lt"/>
              </a:defRPr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9" name="Espace réservé du texte 4">
            <a:extLst>
              <a:ext uri="{FF2B5EF4-FFF2-40B4-BE49-F238E27FC236}">
                <a16:creationId xmlns:a16="http://schemas.microsoft.com/office/drawing/2014/main" id="{71337317-15B9-4EF3-81D5-FE9D001892D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381823" y="5039497"/>
            <a:ext cx="1379716" cy="419247"/>
          </a:xfrm>
        </p:spPr>
        <p:txBody>
          <a:bodyPr/>
          <a:lstStyle>
            <a:lvl1pPr algn="l">
              <a:lnSpc>
                <a:spcPct val="125000"/>
              </a:lnSpc>
              <a:defRPr sz="1067">
                <a:solidFill>
                  <a:schemeClr val="tx1"/>
                </a:solidFill>
              </a:defRPr>
            </a:lvl1pPr>
            <a:lvl2pPr marL="0" indent="0">
              <a:lnSpc>
                <a:spcPts val="1600"/>
              </a:lnSpc>
              <a:spcAft>
                <a:spcPts val="533"/>
              </a:spcAft>
              <a:buFont typeface="Arial" panose="020B0604020202020204" pitchFamily="34" charset="0"/>
              <a:buNone/>
              <a:defRPr sz="933"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defRPr sz="1067">
                <a:latin typeface="+mj-lt"/>
              </a:defRPr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8" name="Espace réservé du texte 5">
            <a:extLst>
              <a:ext uri="{FF2B5EF4-FFF2-40B4-BE49-F238E27FC236}">
                <a16:creationId xmlns:a16="http://schemas.microsoft.com/office/drawing/2014/main" id="{D7CFAE1A-FA8C-4F51-A655-9E0F02F2411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033427" y="425183"/>
            <a:ext cx="7715547" cy="164148"/>
          </a:xfrm>
        </p:spPr>
        <p:txBody>
          <a:bodyPr wrap="square" anchor="t" anchorCtr="0">
            <a:sp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lang="fr-FR" sz="1067" b="0" i="0" kern="1200" dirty="0" err="1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defRPr sz="533" b="0" i="0" cap="all" baseline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spcBef>
                <a:spcPts val="400"/>
              </a:spcBef>
              <a:tabLst>
                <a:tab pos="836063" algn="l"/>
              </a:tabLst>
              <a:defRPr sz="533"/>
            </a:lvl3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9" name="Espace réservé du texte 4">
            <a:extLst>
              <a:ext uri="{FF2B5EF4-FFF2-40B4-BE49-F238E27FC236}">
                <a16:creationId xmlns:a16="http://schemas.microsoft.com/office/drawing/2014/main" id="{5114C6CE-4866-474F-BF86-38E09FF9D45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44974" y="1577577"/>
            <a:ext cx="2824073" cy="492443"/>
          </a:xfr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160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>
              <a:spcBef>
                <a:spcPts val="533"/>
              </a:spcBef>
              <a:buFont typeface="Arial" panose="020B0604020202020204" pitchFamily="34" charset="0"/>
              <a:buNone/>
              <a:defRPr sz="1600"/>
            </a:lvl2pPr>
            <a:lvl3pPr>
              <a:lnSpc>
                <a:spcPct val="110000"/>
              </a:lnSpc>
              <a:defRPr lang="en-US" sz="1333" kern="1200" dirty="0" smtClean="0">
                <a:solidFill>
                  <a:schemeClr val="tx1"/>
                </a:solidFill>
                <a:latin typeface="Sanofi Sans 3 Regular"/>
                <a:ea typeface="+mn-ea"/>
                <a:cs typeface="+mn-cs"/>
              </a:defRPr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351B796C-D9CF-43FC-A477-86A208BBE8F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42035" y="1943799"/>
            <a:ext cx="2827013" cy="42952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7C93D6-412D-42D2-B4F0-861F3AFA4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600" y="710401"/>
            <a:ext cx="2827447" cy="74824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1" name="Forme libre : forme 9">
            <a:extLst>
              <a:ext uri="{FF2B5EF4-FFF2-40B4-BE49-F238E27FC236}">
                <a16:creationId xmlns:a16="http://schemas.microsoft.com/office/drawing/2014/main" id="{F5349C85-4F38-41FC-8627-25D47DE73E7F}"/>
              </a:ext>
            </a:extLst>
          </p:cNvPr>
          <p:cNvSpPr>
            <a:spLocks noChangeAspect="1"/>
          </p:cNvSpPr>
          <p:nvPr userDrawn="1"/>
        </p:nvSpPr>
        <p:spPr>
          <a:xfrm>
            <a:off x="441599" y="6330316"/>
            <a:ext cx="1073008" cy="273600"/>
          </a:xfrm>
          <a:custGeom>
            <a:avLst/>
            <a:gdLst>
              <a:gd name="connsiteX0" fmla="*/ 689325 w 740699"/>
              <a:gd name="connsiteY0" fmla="*/ 7347 h 191096"/>
              <a:gd name="connsiteX1" fmla="*/ 688790 w 740699"/>
              <a:gd name="connsiteY1" fmla="*/ 10847 h 191096"/>
              <a:gd name="connsiteX2" fmla="*/ 686092 w 740699"/>
              <a:gd name="connsiteY2" fmla="*/ 24840 h 191096"/>
              <a:gd name="connsiteX3" fmla="*/ 680980 w 740699"/>
              <a:gd name="connsiteY3" fmla="*/ 29953 h 191096"/>
              <a:gd name="connsiteX4" fmla="*/ 667797 w 740699"/>
              <a:gd name="connsiteY4" fmla="*/ 28608 h 191096"/>
              <a:gd name="connsiteX5" fmla="*/ 646528 w 740699"/>
              <a:gd name="connsiteY5" fmla="*/ 50946 h 191096"/>
              <a:gd name="connsiteX6" fmla="*/ 646528 w 740699"/>
              <a:gd name="connsiteY6" fmla="*/ 53911 h 191096"/>
              <a:gd name="connsiteX7" fmla="*/ 680712 w 740699"/>
              <a:gd name="connsiteY7" fmla="*/ 53911 h 191096"/>
              <a:gd name="connsiteX8" fmla="*/ 686092 w 740699"/>
              <a:gd name="connsiteY8" fmla="*/ 59559 h 191096"/>
              <a:gd name="connsiteX9" fmla="*/ 686092 w 740699"/>
              <a:gd name="connsiteY9" fmla="*/ 78130 h 191096"/>
              <a:gd name="connsiteX10" fmla="*/ 680712 w 740699"/>
              <a:gd name="connsiteY10" fmla="*/ 83518 h 191096"/>
              <a:gd name="connsiteX11" fmla="*/ 646528 w 740699"/>
              <a:gd name="connsiteY11" fmla="*/ 83518 h 191096"/>
              <a:gd name="connsiteX12" fmla="*/ 646528 w 740699"/>
              <a:gd name="connsiteY12" fmla="*/ 183097 h 191096"/>
              <a:gd name="connsiteX13" fmla="*/ 641148 w 740699"/>
              <a:gd name="connsiteY13" fmla="*/ 188485 h 191096"/>
              <a:gd name="connsiteX14" fmla="*/ 617197 w 740699"/>
              <a:gd name="connsiteY14" fmla="*/ 188485 h 191096"/>
              <a:gd name="connsiteX15" fmla="*/ 611809 w 740699"/>
              <a:gd name="connsiteY15" fmla="*/ 183097 h 191096"/>
              <a:gd name="connsiteX16" fmla="*/ 611809 w 740699"/>
              <a:gd name="connsiteY16" fmla="*/ 56602 h 191096"/>
              <a:gd name="connsiteX17" fmla="*/ 666987 w 740699"/>
              <a:gd name="connsiteY17" fmla="*/ 79 h 191096"/>
              <a:gd name="connsiteX18" fmla="*/ 683945 w 740699"/>
              <a:gd name="connsiteY18" fmla="*/ 1966 h 191096"/>
              <a:gd name="connsiteX19" fmla="*/ 689325 w 740699"/>
              <a:gd name="connsiteY19" fmla="*/ 7347 h 191096"/>
              <a:gd name="connsiteX20" fmla="*/ 741003 w 740699"/>
              <a:gd name="connsiteY20" fmla="*/ 59292 h 191096"/>
              <a:gd name="connsiteX21" fmla="*/ 741003 w 740699"/>
              <a:gd name="connsiteY21" fmla="*/ 183097 h 191096"/>
              <a:gd name="connsiteX22" fmla="*/ 735615 w 740699"/>
              <a:gd name="connsiteY22" fmla="*/ 188485 h 191096"/>
              <a:gd name="connsiteX23" fmla="*/ 711396 w 740699"/>
              <a:gd name="connsiteY23" fmla="*/ 188485 h 191096"/>
              <a:gd name="connsiteX24" fmla="*/ 706008 w 740699"/>
              <a:gd name="connsiteY24" fmla="*/ 183097 h 191096"/>
              <a:gd name="connsiteX25" fmla="*/ 706008 w 740699"/>
              <a:gd name="connsiteY25" fmla="*/ 59292 h 191096"/>
              <a:gd name="connsiteX26" fmla="*/ 711396 w 740699"/>
              <a:gd name="connsiteY26" fmla="*/ 53911 h 191096"/>
              <a:gd name="connsiteX27" fmla="*/ 735615 w 740699"/>
              <a:gd name="connsiteY27" fmla="*/ 53911 h 191096"/>
              <a:gd name="connsiteX28" fmla="*/ 741003 w 740699"/>
              <a:gd name="connsiteY28" fmla="*/ 59292 h 191096"/>
              <a:gd name="connsiteX29" fmla="*/ 518954 w 740699"/>
              <a:gd name="connsiteY29" fmla="*/ 158879 h 191096"/>
              <a:gd name="connsiteX30" fmla="*/ 485847 w 740699"/>
              <a:gd name="connsiteY30" fmla="*/ 121195 h 191096"/>
              <a:gd name="connsiteX31" fmla="*/ 517074 w 740699"/>
              <a:gd name="connsiteY31" fmla="*/ 83518 h 191096"/>
              <a:gd name="connsiteX32" fmla="*/ 550173 w 740699"/>
              <a:gd name="connsiteY32" fmla="*/ 121195 h 191096"/>
              <a:gd name="connsiteX33" fmla="*/ 518954 w 740699"/>
              <a:gd name="connsiteY33" fmla="*/ 158879 h 191096"/>
              <a:gd name="connsiteX34" fmla="*/ 517074 w 740699"/>
              <a:gd name="connsiteY34" fmla="*/ 51221 h 191096"/>
              <a:gd name="connsiteX35" fmla="*/ 450317 w 740699"/>
              <a:gd name="connsiteY35" fmla="*/ 121195 h 191096"/>
              <a:gd name="connsiteX36" fmla="*/ 518954 w 740699"/>
              <a:gd name="connsiteY36" fmla="*/ 191176 h 191096"/>
              <a:gd name="connsiteX37" fmla="*/ 585702 w 740699"/>
              <a:gd name="connsiteY37" fmla="*/ 121195 h 191096"/>
              <a:gd name="connsiteX38" fmla="*/ 517074 w 740699"/>
              <a:gd name="connsiteY38" fmla="*/ 51221 h 191096"/>
              <a:gd name="connsiteX39" fmla="*/ 424486 w 740699"/>
              <a:gd name="connsiteY39" fmla="*/ 101813 h 191096"/>
              <a:gd name="connsiteX40" fmla="*/ 424486 w 740699"/>
              <a:gd name="connsiteY40" fmla="*/ 183097 h 191096"/>
              <a:gd name="connsiteX41" fmla="*/ 419098 w 740699"/>
              <a:gd name="connsiteY41" fmla="*/ 188485 h 191096"/>
              <a:gd name="connsiteX42" fmla="*/ 394880 w 740699"/>
              <a:gd name="connsiteY42" fmla="*/ 188485 h 191096"/>
              <a:gd name="connsiteX43" fmla="*/ 389492 w 740699"/>
              <a:gd name="connsiteY43" fmla="*/ 183097 h 191096"/>
              <a:gd name="connsiteX44" fmla="*/ 389492 w 740699"/>
              <a:gd name="connsiteY44" fmla="*/ 106391 h 191096"/>
              <a:gd name="connsiteX45" fmla="*/ 363385 w 740699"/>
              <a:gd name="connsiteY45" fmla="*/ 83518 h 191096"/>
              <a:gd name="connsiteX46" fmla="*/ 343469 w 740699"/>
              <a:gd name="connsiteY46" fmla="*/ 85665 h 191096"/>
              <a:gd name="connsiteX47" fmla="*/ 337012 w 740699"/>
              <a:gd name="connsiteY47" fmla="*/ 92666 h 191096"/>
              <a:gd name="connsiteX48" fmla="*/ 337012 w 740699"/>
              <a:gd name="connsiteY48" fmla="*/ 183097 h 191096"/>
              <a:gd name="connsiteX49" fmla="*/ 331624 w 740699"/>
              <a:gd name="connsiteY49" fmla="*/ 188485 h 191096"/>
              <a:gd name="connsiteX50" fmla="*/ 307405 w 740699"/>
              <a:gd name="connsiteY50" fmla="*/ 188485 h 191096"/>
              <a:gd name="connsiteX51" fmla="*/ 302017 w 740699"/>
              <a:gd name="connsiteY51" fmla="*/ 183097 h 191096"/>
              <a:gd name="connsiteX52" fmla="*/ 302017 w 740699"/>
              <a:gd name="connsiteY52" fmla="*/ 71672 h 191096"/>
              <a:gd name="connsiteX53" fmla="*/ 308750 w 740699"/>
              <a:gd name="connsiteY53" fmla="*/ 60904 h 191096"/>
              <a:gd name="connsiteX54" fmla="*/ 362850 w 740699"/>
              <a:gd name="connsiteY54" fmla="*/ 51221 h 191096"/>
              <a:gd name="connsiteX55" fmla="*/ 424486 w 740699"/>
              <a:gd name="connsiteY55" fmla="*/ 101813 h 191096"/>
              <a:gd name="connsiteX56" fmla="*/ 122497 w 740699"/>
              <a:gd name="connsiteY56" fmla="*/ 167759 h 191096"/>
              <a:gd name="connsiteX57" fmla="*/ 120342 w 740699"/>
              <a:gd name="connsiteY57" fmla="*/ 183097 h 191096"/>
              <a:gd name="connsiteX58" fmla="*/ 113350 w 740699"/>
              <a:gd name="connsiteY58" fmla="*/ 188485 h 191096"/>
              <a:gd name="connsiteX59" fmla="*/ 89123 w 740699"/>
              <a:gd name="connsiteY59" fmla="*/ 188485 h 191096"/>
              <a:gd name="connsiteX60" fmla="*/ 85088 w 740699"/>
              <a:gd name="connsiteY60" fmla="*/ 184718 h 191096"/>
              <a:gd name="connsiteX61" fmla="*/ 85356 w 740699"/>
              <a:gd name="connsiteY61" fmla="*/ 183097 h 191096"/>
              <a:gd name="connsiteX62" fmla="*/ 86968 w 740699"/>
              <a:gd name="connsiteY62" fmla="*/ 173140 h 191096"/>
              <a:gd name="connsiteX63" fmla="*/ 303 w 740699"/>
              <a:gd name="connsiteY63" fmla="*/ 98589 h 191096"/>
              <a:gd name="connsiteX64" fmla="*/ 59517 w 740699"/>
              <a:gd name="connsiteY64" fmla="*/ 50144 h 191096"/>
              <a:gd name="connsiteX65" fmla="*/ 115230 w 740699"/>
              <a:gd name="connsiteY65" fmla="*/ 64404 h 191096"/>
              <a:gd name="connsiteX66" fmla="*/ 118462 w 740699"/>
              <a:gd name="connsiteY66" fmla="*/ 69792 h 191096"/>
              <a:gd name="connsiteX67" fmla="*/ 117385 w 740699"/>
              <a:gd name="connsiteY67" fmla="*/ 74362 h 191096"/>
              <a:gd name="connsiteX68" fmla="*/ 109039 w 740699"/>
              <a:gd name="connsiteY68" fmla="*/ 92131 h 191096"/>
              <a:gd name="connsiteX69" fmla="*/ 103116 w 740699"/>
              <a:gd name="connsiteY69" fmla="*/ 95899 h 191096"/>
              <a:gd name="connsiteX70" fmla="*/ 99081 w 740699"/>
              <a:gd name="connsiteY70" fmla="*/ 94821 h 191096"/>
              <a:gd name="connsiteX71" fmla="*/ 58439 w 740699"/>
              <a:gd name="connsiteY71" fmla="*/ 82708 h 191096"/>
              <a:gd name="connsiteX72" fmla="*/ 35833 w 740699"/>
              <a:gd name="connsiteY72" fmla="*/ 96166 h 191096"/>
              <a:gd name="connsiteX73" fmla="*/ 122497 w 740699"/>
              <a:gd name="connsiteY73" fmla="*/ 167759 h 191096"/>
              <a:gd name="connsiteX74" fmla="*/ 234191 w 740699"/>
              <a:gd name="connsiteY74" fmla="*/ 149189 h 191096"/>
              <a:gd name="connsiteX75" fmla="*/ 227466 w 740699"/>
              <a:gd name="connsiteY75" fmla="*/ 156456 h 191096"/>
              <a:gd name="connsiteX76" fmla="*/ 209162 w 740699"/>
              <a:gd name="connsiteY76" fmla="*/ 158879 h 191096"/>
              <a:gd name="connsiteX77" fmla="*/ 175788 w 740699"/>
              <a:gd name="connsiteY77" fmla="*/ 121195 h 191096"/>
              <a:gd name="connsiteX78" fmla="*/ 209162 w 740699"/>
              <a:gd name="connsiteY78" fmla="*/ 83518 h 191096"/>
              <a:gd name="connsiteX79" fmla="*/ 227466 w 740699"/>
              <a:gd name="connsiteY79" fmla="*/ 85941 h 191096"/>
              <a:gd name="connsiteX80" fmla="*/ 234191 w 740699"/>
              <a:gd name="connsiteY80" fmla="*/ 93201 h 191096"/>
              <a:gd name="connsiteX81" fmla="*/ 234191 w 740699"/>
              <a:gd name="connsiteY81" fmla="*/ 149189 h 191096"/>
              <a:gd name="connsiteX82" fmla="*/ 262452 w 740699"/>
              <a:gd name="connsiteY82" fmla="*/ 61179 h 191096"/>
              <a:gd name="connsiteX83" fmla="*/ 209430 w 740699"/>
              <a:gd name="connsiteY83" fmla="*/ 51221 h 191096"/>
              <a:gd name="connsiteX84" fmla="*/ 140258 w 740699"/>
              <a:gd name="connsiteY84" fmla="*/ 121195 h 191096"/>
              <a:gd name="connsiteX85" fmla="*/ 208895 w 740699"/>
              <a:gd name="connsiteY85" fmla="*/ 191176 h 191096"/>
              <a:gd name="connsiteX86" fmla="*/ 262452 w 740699"/>
              <a:gd name="connsiteY86" fmla="*/ 180407 h 191096"/>
              <a:gd name="connsiteX87" fmla="*/ 269185 w 740699"/>
              <a:gd name="connsiteY87" fmla="*/ 169639 h 191096"/>
              <a:gd name="connsiteX88" fmla="*/ 269185 w 740699"/>
              <a:gd name="connsiteY88" fmla="*/ 71940 h 191096"/>
              <a:gd name="connsiteX89" fmla="*/ 262452 w 740699"/>
              <a:gd name="connsiteY89" fmla="*/ 61179 h 191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740699" h="191096">
                <a:moveTo>
                  <a:pt x="689325" y="7347"/>
                </a:moveTo>
                <a:cubicBezTo>
                  <a:pt x="689325" y="8511"/>
                  <a:pt x="689026" y="9604"/>
                  <a:pt x="688790" y="10847"/>
                </a:cubicBezTo>
                <a:lnTo>
                  <a:pt x="686092" y="24840"/>
                </a:lnTo>
                <a:cubicBezTo>
                  <a:pt x="685558" y="28073"/>
                  <a:pt x="684213" y="29953"/>
                  <a:pt x="680980" y="29953"/>
                </a:cubicBezTo>
                <a:cubicBezTo>
                  <a:pt x="678974" y="29953"/>
                  <a:pt x="673177" y="28608"/>
                  <a:pt x="667797" y="28608"/>
                </a:cubicBezTo>
                <a:cubicBezTo>
                  <a:pt x="652993" y="28608"/>
                  <a:pt x="646528" y="36143"/>
                  <a:pt x="646528" y="50946"/>
                </a:cubicBezTo>
                <a:lnTo>
                  <a:pt x="646528" y="53911"/>
                </a:lnTo>
                <a:lnTo>
                  <a:pt x="680712" y="53911"/>
                </a:lnTo>
                <a:cubicBezTo>
                  <a:pt x="684213" y="53911"/>
                  <a:pt x="686092" y="56059"/>
                  <a:pt x="686092" y="59559"/>
                </a:cubicBezTo>
                <a:lnTo>
                  <a:pt x="686092" y="78130"/>
                </a:lnTo>
                <a:cubicBezTo>
                  <a:pt x="686092" y="81363"/>
                  <a:pt x="684213" y="83518"/>
                  <a:pt x="680712" y="83518"/>
                </a:cubicBezTo>
                <a:lnTo>
                  <a:pt x="646528" y="83518"/>
                </a:lnTo>
                <a:lnTo>
                  <a:pt x="646528" y="183097"/>
                </a:lnTo>
                <a:cubicBezTo>
                  <a:pt x="646528" y="186330"/>
                  <a:pt x="644380" y="188485"/>
                  <a:pt x="641148" y="188485"/>
                </a:cubicBezTo>
                <a:lnTo>
                  <a:pt x="617197" y="188485"/>
                </a:lnTo>
                <a:cubicBezTo>
                  <a:pt x="613964" y="188485"/>
                  <a:pt x="611809" y="186330"/>
                  <a:pt x="611809" y="183097"/>
                </a:cubicBezTo>
                <a:lnTo>
                  <a:pt x="611809" y="56602"/>
                </a:lnTo>
                <a:cubicBezTo>
                  <a:pt x="611809" y="17839"/>
                  <a:pt x="633612" y="79"/>
                  <a:pt x="666987" y="79"/>
                </a:cubicBezTo>
                <a:cubicBezTo>
                  <a:pt x="672729" y="79"/>
                  <a:pt x="678557" y="621"/>
                  <a:pt x="683945" y="1966"/>
                </a:cubicBezTo>
                <a:cubicBezTo>
                  <a:pt x="687713" y="2769"/>
                  <a:pt x="689325" y="4358"/>
                  <a:pt x="689325" y="7347"/>
                </a:cubicBezTo>
                <a:moveTo>
                  <a:pt x="741003" y="59292"/>
                </a:moveTo>
                <a:lnTo>
                  <a:pt x="741003" y="183097"/>
                </a:lnTo>
                <a:cubicBezTo>
                  <a:pt x="741003" y="186330"/>
                  <a:pt x="738848" y="188485"/>
                  <a:pt x="735615" y="188485"/>
                </a:cubicBezTo>
                <a:lnTo>
                  <a:pt x="711396" y="188485"/>
                </a:lnTo>
                <a:cubicBezTo>
                  <a:pt x="708164" y="188485"/>
                  <a:pt x="706008" y="186330"/>
                  <a:pt x="706008" y="183097"/>
                </a:cubicBezTo>
                <a:lnTo>
                  <a:pt x="706008" y="59292"/>
                </a:lnTo>
                <a:cubicBezTo>
                  <a:pt x="706008" y="56059"/>
                  <a:pt x="708164" y="53911"/>
                  <a:pt x="711396" y="53911"/>
                </a:cubicBezTo>
                <a:lnTo>
                  <a:pt x="735615" y="53911"/>
                </a:lnTo>
                <a:cubicBezTo>
                  <a:pt x="738848" y="53911"/>
                  <a:pt x="741003" y="56059"/>
                  <a:pt x="741003" y="59292"/>
                </a:cubicBezTo>
                <a:moveTo>
                  <a:pt x="518954" y="158879"/>
                </a:moveTo>
                <a:cubicBezTo>
                  <a:pt x="499038" y="158879"/>
                  <a:pt x="485847" y="145956"/>
                  <a:pt x="485847" y="121195"/>
                </a:cubicBezTo>
                <a:cubicBezTo>
                  <a:pt x="485847" y="96433"/>
                  <a:pt x="499038" y="83518"/>
                  <a:pt x="517074" y="83518"/>
                </a:cubicBezTo>
                <a:cubicBezTo>
                  <a:pt x="536990" y="83518"/>
                  <a:pt x="550173" y="96433"/>
                  <a:pt x="550173" y="121195"/>
                </a:cubicBezTo>
                <a:cubicBezTo>
                  <a:pt x="550173" y="145956"/>
                  <a:pt x="536990" y="158879"/>
                  <a:pt x="518954" y="158879"/>
                </a:cubicBezTo>
                <a:moveTo>
                  <a:pt x="517074" y="51221"/>
                </a:moveTo>
                <a:cubicBezTo>
                  <a:pt x="476699" y="51221"/>
                  <a:pt x="450317" y="80553"/>
                  <a:pt x="450317" y="121195"/>
                </a:cubicBezTo>
                <a:cubicBezTo>
                  <a:pt x="450317" y="161837"/>
                  <a:pt x="476699" y="191176"/>
                  <a:pt x="518954" y="191176"/>
                </a:cubicBezTo>
                <a:cubicBezTo>
                  <a:pt x="559328" y="191176"/>
                  <a:pt x="585702" y="161837"/>
                  <a:pt x="585702" y="121195"/>
                </a:cubicBezTo>
                <a:cubicBezTo>
                  <a:pt x="585702" y="80553"/>
                  <a:pt x="559328" y="51221"/>
                  <a:pt x="517074" y="51221"/>
                </a:cubicBezTo>
                <a:moveTo>
                  <a:pt x="424486" y="101813"/>
                </a:moveTo>
                <a:lnTo>
                  <a:pt x="424486" y="183097"/>
                </a:lnTo>
                <a:cubicBezTo>
                  <a:pt x="424486" y="186330"/>
                  <a:pt x="422331" y="188485"/>
                  <a:pt x="419098" y="188485"/>
                </a:cubicBezTo>
                <a:lnTo>
                  <a:pt x="394880" y="188485"/>
                </a:lnTo>
                <a:cubicBezTo>
                  <a:pt x="391647" y="188485"/>
                  <a:pt x="389492" y="186330"/>
                  <a:pt x="389492" y="183097"/>
                </a:cubicBezTo>
                <a:lnTo>
                  <a:pt x="389492" y="106391"/>
                </a:lnTo>
                <a:cubicBezTo>
                  <a:pt x="389492" y="90243"/>
                  <a:pt x="377921" y="83518"/>
                  <a:pt x="363385" y="83518"/>
                </a:cubicBezTo>
                <a:cubicBezTo>
                  <a:pt x="355040" y="83518"/>
                  <a:pt x="350470" y="84053"/>
                  <a:pt x="343469" y="85665"/>
                </a:cubicBezTo>
                <a:cubicBezTo>
                  <a:pt x="339159" y="86743"/>
                  <a:pt x="337012" y="88631"/>
                  <a:pt x="337012" y="92666"/>
                </a:cubicBezTo>
                <a:lnTo>
                  <a:pt x="337012" y="183097"/>
                </a:lnTo>
                <a:cubicBezTo>
                  <a:pt x="337012" y="186330"/>
                  <a:pt x="334856" y="188485"/>
                  <a:pt x="331624" y="188485"/>
                </a:cubicBezTo>
                <a:lnTo>
                  <a:pt x="307405" y="188485"/>
                </a:lnTo>
                <a:cubicBezTo>
                  <a:pt x="304172" y="188485"/>
                  <a:pt x="302017" y="186330"/>
                  <a:pt x="302017" y="183097"/>
                </a:cubicBezTo>
                <a:lnTo>
                  <a:pt x="302017" y="71672"/>
                </a:lnTo>
                <a:cubicBezTo>
                  <a:pt x="302017" y="65482"/>
                  <a:pt x="304982" y="62249"/>
                  <a:pt x="308750" y="60904"/>
                </a:cubicBezTo>
                <a:cubicBezTo>
                  <a:pt x="328399" y="53911"/>
                  <a:pt x="346970" y="51221"/>
                  <a:pt x="362850" y="51221"/>
                </a:cubicBezTo>
                <a:cubicBezTo>
                  <a:pt x="404295" y="51221"/>
                  <a:pt x="424486" y="68982"/>
                  <a:pt x="424486" y="101813"/>
                </a:cubicBezTo>
                <a:moveTo>
                  <a:pt x="122497" y="167759"/>
                </a:moveTo>
                <a:cubicBezTo>
                  <a:pt x="122497" y="172337"/>
                  <a:pt x="121963" y="178528"/>
                  <a:pt x="120342" y="183097"/>
                </a:cubicBezTo>
                <a:cubicBezTo>
                  <a:pt x="118997" y="187140"/>
                  <a:pt x="117385" y="188485"/>
                  <a:pt x="113350" y="188485"/>
                </a:cubicBezTo>
                <a:lnTo>
                  <a:pt x="89123" y="188485"/>
                </a:lnTo>
                <a:cubicBezTo>
                  <a:pt x="86433" y="188485"/>
                  <a:pt x="85088" y="186865"/>
                  <a:pt x="85088" y="184718"/>
                </a:cubicBezTo>
                <a:cubicBezTo>
                  <a:pt x="85088" y="184175"/>
                  <a:pt x="85088" y="183640"/>
                  <a:pt x="85356" y="183097"/>
                </a:cubicBezTo>
                <a:cubicBezTo>
                  <a:pt x="86433" y="179597"/>
                  <a:pt x="86968" y="177175"/>
                  <a:pt x="86968" y="173140"/>
                </a:cubicBezTo>
                <a:cubicBezTo>
                  <a:pt x="86968" y="133559"/>
                  <a:pt x="303" y="155646"/>
                  <a:pt x="303" y="98589"/>
                </a:cubicBezTo>
                <a:cubicBezTo>
                  <a:pt x="303" y="69517"/>
                  <a:pt x="23452" y="50144"/>
                  <a:pt x="59517" y="50144"/>
                </a:cubicBezTo>
                <a:cubicBezTo>
                  <a:pt x="78623" y="50144"/>
                  <a:pt x="98546" y="54714"/>
                  <a:pt x="115230" y="64404"/>
                </a:cubicBezTo>
                <a:cubicBezTo>
                  <a:pt x="117393" y="65490"/>
                  <a:pt x="118462" y="67637"/>
                  <a:pt x="118462" y="69792"/>
                </a:cubicBezTo>
                <a:cubicBezTo>
                  <a:pt x="118462" y="71137"/>
                  <a:pt x="118164" y="72710"/>
                  <a:pt x="117385" y="74362"/>
                </a:cubicBezTo>
                <a:lnTo>
                  <a:pt x="109039" y="92131"/>
                </a:lnTo>
                <a:cubicBezTo>
                  <a:pt x="107962" y="94553"/>
                  <a:pt x="105539" y="95899"/>
                  <a:pt x="103116" y="95899"/>
                </a:cubicBezTo>
                <a:cubicBezTo>
                  <a:pt x="101771" y="95899"/>
                  <a:pt x="100426" y="95623"/>
                  <a:pt x="99081" y="94821"/>
                </a:cubicBezTo>
                <a:cubicBezTo>
                  <a:pt x="85356" y="87286"/>
                  <a:pt x="72165" y="82708"/>
                  <a:pt x="58439" y="82708"/>
                </a:cubicBezTo>
                <a:cubicBezTo>
                  <a:pt x="44179" y="82708"/>
                  <a:pt x="35833" y="87923"/>
                  <a:pt x="35833" y="96166"/>
                </a:cubicBezTo>
                <a:cubicBezTo>
                  <a:pt x="35833" y="121368"/>
                  <a:pt x="122497" y="106659"/>
                  <a:pt x="122497" y="167759"/>
                </a:cubicBezTo>
                <a:moveTo>
                  <a:pt x="234191" y="149189"/>
                </a:moveTo>
                <a:cubicBezTo>
                  <a:pt x="234191" y="153224"/>
                  <a:pt x="232043" y="155111"/>
                  <a:pt x="227466" y="156456"/>
                </a:cubicBezTo>
                <a:cubicBezTo>
                  <a:pt x="221543" y="158069"/>
                  <a:pt x="216430" y="158879"/>
                  <a:pt x="209162" y="158879"/>
                </a:cubicBezTo>
                <a:cubicBezTo>
                  <a:pt x="191936" y="158879"/>
                  <a:pt x="175788" y="148646"/>
                  <a:pt x="175788" y="121195"/>
                </a:cubicBezTo>
                <a:cubicBezTo>
                  <a:pt x="175788" y="93743"/>
                  <a:pt x="191936" y="83518"/>
                  <a:pt x="209162" y="83518"/>
                </a:cubicBezTo>
                <a:cubicBezTo>
                  <a:pt x="216430" y="83518"/>
                  <a:pt x="221543" y="84320"/>
                  <a:pt x="227466" y="85941"/>
                </a:cubicBezTo>
                <a:cubicBezTo>
                  <a:pt x="232043" y="87286"/>
                  <a:pt x="234191" y="89165"/>
                  <a:pt x="234191" y="93201"/>
                </a:cubicBezTo>
                <a:lnTo>
                  <a:pt x="234191" y="149189"/>
                </a:lnTo>
                <a:close/>
                <a:moveTo>
                  <a:pt x="262452" y="61179"/>
                </a:moveTo>
                <a:cubicBezTo>
                  <a:pt x="244692" y="54446"/>
                  <a:pt x="228000" y="51221"/>
                  <a:pt x="209430" y="51221"/>
                </a:cubicBezTo>
                <a:cubicBezTo>
                  <a:pt x="168795" y="51221"/>
                  <a:pt x="140258" y="78405"/>
                  <a:pt x="140258" y="121195"/>
                </a:cubicBezTo>
                <a:cubicBezTo>
                  <a:pt x="140258" y="164527"/>
                  <a:pt x="165020" y="191176"/>
                  <a:pt x="208895" y="191176"/>
                </a:cubicBezTo>
                <a:cubicBezTo>
                  <a:pt x="226655" y="191176"/>
                  <a:pt x="243881" y="188210"/>
                  <a:pt x="262452" y="180407"/>
                </a:cubicBezTo>
                <a:cubicBezTo>
                  <a:pt x="266763" y="178528"/>
                  <a:pt x="269185" y="175562"/>
                  <a:pt x="269185" y="169639"/>
                </a:cubicBezTo>
                <a:lnTo>
                  <a:pt x="269185" y="71940"/>
                </a:lnTo>
                <a:cubicBezTo>
                  <a:pt x="269185" y="65749"/>
                  <a:pt x="266763" y="62792"/>
                  <a:pt x="262452" y="61179"/>
                </a:cubicBezTo>
              </a:path>
            </a:pathLst>
          </a:custGeom>
          <a:solidFill>
            <a:schemeClr val="tx1"/>
          </a:solidFill>
          <a:ln w="7833" cap="flat">
            <a:noFill/>
            <a:prstDash val="solid"/>
            <a:round/>
          </a:ln>
        </p:spPr>
        <p:txBody>
          <a:bodyPr rtlCol="0" anchor="ctr"/>
          <a:lstStyle/>
          <a:p>
            <a:endParaRPr lang="en-US" sz="2400" noProof="0"/>
          </a:p>
        </p:txBody>
      </p:sp>
      <p:grpSp>
        <p:nvGrpSpPr>
          <p:cNvPr id="32" name="Graphique 7">
            <a:extLst>
              <a:ext uri="{FF2B5EF4-FFF2-40B4-BE49-F238E27FC236}">
                <a16:creationId xmlns:a16="http://schemas.microsoft.com/office/drawing/2014/main" id="{06A5D6C0-9CFB-4C86-8BD0-9B0F6C1008B0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2166" y="6329527"/>
            <a:ext cx="1071853" cy="275084"/>
            <a:chOff x="4768103" y="-471733"/>
            <a:chExt cx="744723" cy="191124"/>
          </a:xfrm>
          <a:solidFill>
            <a:srgbClr val="FFFFFF"/>
          </a:solidFill>
        </p:grpSpPr>
        <p:sp>
          <p:nvSpPr>
            <p:cNvPr id="40" name="Forme libre : forme 9">
              <a:extLst>
                <a:ext uri="{FF2B5EF4-FFF2-40B4-BE49-F238E27FC236}">
                  <a16:creationId xmlns:a16="http://schemas.microsoft.com/office/drawing/2014/main" id="{7570A171-087A-451D-8C88-52D822ABF6D0}"/>
                </a:ext>
              </a:extLst>
            </p:cNvPr>
            <p:cNvSpPr/>
            <p:nvPr userDrawn="1"/>
          </p:nvSpPr>
          <p:spPr>
            <a:xfrm>
              <a:off x="4770087" y="-471716"/>
              <a:ext cx="740699" cy="191096"/>
            </a:xfrm>
            <a:custGeom>
              <a:avLst/>
              <a:gdLst>
                <a:gd name="connsiteX0" fmla="*/ 689325 w 740699"/>
                <a:gd name="connsiteY0" fmla="*/ 7347 h 191096"/>
                <a:gd name="connsiteX1" fmla="*/ 688790 w 740699"/>
                <a:gd name="connsiteY1" fmla="*/ 10847 h 191096"/>
                <a:gd name="connsiteX2" fmla="*/ 686092 w 740699"/>
                <a:gd name="connsiteY2" fmla="*/ 24840 h 191096"/>
                <a:gd name="connsiteX3" fmla="*/ 680980 w 740699"/>
                <a:gd name="connsiteY3" fmla="*/ 29953 h 191096"/>
                <a:gd name="connsiteX4" fmla="*/ 667797 w 740699"/>
                <a:gd name="connsiteY4" fmla="*/ 28608 h 191096"/>
                <a:gd name="connsiteX5" fmla="*/ 646528 w 740699"/>
                <a:gd name="connsiteY5" fmla="*/ 50946 h 191096"/>
                <a:gd name="connsiteX6" fmla="*/ 646528 w 740699"/>
                <a:gd name="connsiteY6" fmla="*/ 53911 h 191096"/>
                <a:gd name="connsiteX7" fmla="*/ 680712 w 740699"/>
                <a:gd name="connsiteY7" fmla="*/ 53911 h 191096"/>
                <a:gd name="connsiteX8" fmla="*/ 686092 w 740699"/>
                <a:gd name="connsiteY8" fmla="*/ 59559 h 191096"/>
                <a:gd name="connsiteX9" fmla="*/ 686092 w 740699"/>
                <a:gd name="connsiteY9" fmla="*/ 78130 h 191096"/>
                <a:gd name="connsiteX10" fmla="*/ 680712 w 740699"/>
                <a:gd name="connsiteY10" fmla="*/ 83518 h 191096"/>
                <a:gd name="connsiteX11" fmla="*/ 646528 w 740699"/>
                <a:gd name="connsiteY11" fmla="*/ 83518 h 191096"/>
                <a:gd name="connsiteX12" fmla="*/ 646528 w 740699"/>
                <a:gd name="connsiteY12" fmla="*/ 183097 h 191096"/>
                <a:gd name="connsiteX13" fmla="*/ 641148 w 740699"/>
                <a:gd name="connsiteY13" fmla="*/ 188485 h 191096"/>
                <a:gd name="connsiteX14" fmla="*/ 617197 w 740699"/>
                <a:gd name="connsiteY14" fmla="*/ 188485 h 191096"/>
                <a:gd name="connsiteX15" fmla="*/ 611809 w 740699"/>
                <a:gd name="connsiteY15" fmla="*/ 183097 h 191096"/>
                <a:gd name="connsiteX16" fmla="*/ 611809 w 740699"/>
                <a:gd name="connsiteY16" fmla="*/ 56602 h 191096"/>
                <a:gd name="connsiteX17" fmla="*/ 666987 w 740699"/>
                <a:gd name="connsiteY17" fmla="*/ 79 h 191096"/>
                <a:gd name="connsiteX18" fmla="*/ 683945 w 740699"/>
                <a:gd name="connsiteY18" fmla="*/ 1966 h 191096"/>
                <a:gd name="connsiteX19" fmla="*/ 689325 w 740699"/>
                <a:gd name="connsiteY19" fmla="*/ 7347 h 191096"/>
                <a:gd name="connsiteX20" fmla="*/ 741003 w 740699"/>
                <a:gd name="connsiteY20" fmla="*/ 59292 h 191096"/>
                <a:gd name="connsiteX21" fmla="*/ 741003 w 740699"/>
                <a:gd name="connsiteY21" fmla="*/ 183097 h 191096"/>
                <a:gd name="connsiteX22" fmla="*/ 735615 w 740699"/>
                <a:gd name="connsiteY22" fmla="*/ 188485 h 191096"/>
                <a:gd name="connsiteX23" fmla="*/ 711396 w 740699"/>
                <a:gd name="connsiteY23" fmla="*/ 188485 h 191096"/>
                <a:gd name="connsiteX24" fmla="*/ 706008 w 740699"/>
                <a:gd name="connsiteY24" fmla="*/ 183097 h 191096"/>
                <a:gd name="connsiteX25" fmla="*/ 706008 w 740699"/>
                <a:gd name="connsiteY25" fmla="*/ 59292 h 191096"/>
                <a:gd name="connsiteX26" fmla="*/ 711396 w 740699"/>
                <a:gd name="connsiteY26" fmla="*/ 53911 h 191096"/>
                <a:gd name="connsiteX27" fmla="*/ 735615 w 740699"/>
                <a:gd name="connsiteY27" fmla="*/ 53911 h 191096"/>
                <a:gd name="connsiteX28" fmla="*/ 741003 w 740699"/>
                <a:gd name="connsiteY28" fmla="*/ 59292 h 191096"/>
                <a:gd name="connsiteX29" fmla="*/ 518954 w 740699"/>
                <a:gd name="connsiteY29" fmla="*/ 158879 h 191096"/>
                <a:gd name="connsiteX30" fmla="*/ 485847 w 740699"/>
                <a:gd name="connsiteY30" fmla="*/ 121195 h 191096"/>
                <a:gd name="connsiteX31" fmla="*/ 517074 w 740699"/>
                <a:gd name="connsiteY31" fmla="*/ 83518 h 191096"/>
                <a:gd name="connsiteX32" fmla="*/ 550173 w 740699"/>
                <a:gd name="connsiteY32" fmla="*/ 121195 h 191096"/>
                <a:gd name="connsiteX33" fmla="*/ 518954 w 740699"/>
                <a:gd name="connsiteY33" fmla="*/ 158879 h 191096"/>
                <a:gd name="connsiteX34" fmla="*/ 517074 w 740699"/>
                <a:gd name="connsiteY34" fmla="*/ 51221 h 191096"/>
                <a:gd name="connsiteX35" fmla="*/ 450317 w 740699"/>
                <a:gd name="connsiteY35" fmla="*/ 121195 h 191096"/>
                <a:gd name="connsiteX36" fmla="*/ 518954 w 740699"/>
                <a:gd name="connsiteY36" fmla="*/ 191176 h 191096"/>
                <a:gd name="connsiteX37" fmla="*/ 585702 w 740699"/>
                <a:gd name="connsiteY37" fmla="*/ 121195 h 191096"/>
                <a:gd name="connsiteX38" fmla="*/ 517074 w 740699"/>
                <a:gd name="connsiteY38" fmla="*/ 51221 h 191096"/>
                <a:gd name="connsiteX39" fmla="*/ 424486 w 740699"/>
                <a:gd name="connsiteY39" fmla="*/ 101813 h 191096"/>
                <a:gd name="connsiteX40" fmla="*/ 424486 w 740699"/>
                <a:gd name="connsiteY40" fmla="*/ 183097 h 191096"/>
                <a:gd name="connsiteX41" fmla="*/ 419098 w 740699"/>
                <a:gd name="connsiteY41" fmla="*/ 188485 h 191096"/>
                <a:gd name="connsiteX42" fmla="*/ 394880 w 740699"/>
                <a:gd name="connsiteY42" fmla="*/ 188485 h 191096"/>
                <a:gd name="connsiteX43" fmla="*/ 389492 w 740699"/>
                <a:gd name="connsiteY43" fmla="*/ 183097 h 191096"/>
                <a:gd name="connsiteX44" fmla="*/ 389492 w 740699"/>
                <a:gd name="connsiteY44" fmla="*/ 106391 h 191096"/>
                <a:gd name="connsiteX45" fmla="*/ 363385 w 740699"/>
                <a:gd name="connsiteY45" fmla="*/ 83518 h 191096"/>
                <a:gd name="connsiteX46" fmla="*/ 343469 w 740699"/>
                <a:gd name="connsiteY46" fmla="*/ 85665 h 191096"/>
                <a:gd name="connsiteX47" fmla="*/ 337012 w 740699"/>
                <a:gd name="connsiteY47" fmla="*/ 92666 h 191096"/>
                <a:gd name="connsiteX48" fmla="*/ 337012 w 740699"/>
                <a:gd name="connsiteY48" fmla="*/ 183097 h 191096"/>
                <a:gd name="connsiteX49" fmla="*/ 331624 w 740699"/>
                <a:gd name="connsiteY49" fmla="*/ 188485 h 191096"/>
                <a:gd name="connsiteX50" fmla="*/ 307405 w 740699"/>
                <a:gd name="connsiteY50" fmla="*/ 188485 h 191096"/>
                <a:gd name="connsiteX51" fmla="*/ 302017 w 740699"/>
                <a:gd name="connsiteY51" fmla="*/ 183097 h 191096"/>
                <a:gd name="connsiteX52" fmla="*/ 302017 w 740699"/>
                <a:gd name="connsiteY52" fmla="*/ 71672 h 191096"/>
                <a:gd name="connsiteX53" fmla="*/ 308750 w 740699"/>
                <a:gd name="connsiteY53" fmla="*/ 60904 h 191096"/>
                <a:gd name="connsiteX54" fmla="*/ 362850 w 740699"/>
                <a:gd name="connsiteY54" fmla="*/ 51221 h 191096"/>
                <a:gd name="connsiteX55" fmla="*/ 424486 w 740699"/>
                <a:gd name="connsiteY55" fmla="*/ 101813 h 191096"/>
                <a:gd name="connsiteX56" fmla="*/ 122497 w 740699"/>
                <a:gd name="connsiteY56" fmla="*/ 167759 h 191096"/>
                <a:gd name="connsiteX57" fmla="*/ 120342 w 740699"/>
                <a:gd name="connsiteY57" fmla="*/ 183097 h 191096"/>
                <a:gd name="connsiteX58" fmla="*/ 113350 w 740699"/>
                <a:gd name="connsiteY58" fmla="*/ 188485 h 191096"/>
                <a:gd name="connsiteX59" fmla="*/ 89123 w 740699"/>
                <a:gd name="connsiteY59" fmla="*/ 188485 h 191096"/>
                <a:gd name="connsiteX60" fmla="*/ 85088 w 740699"/>
                <a:gd name="connsiteY60" fmla="*/ 184718 h 191096"/>
                <a:gd name="connsiteX61" fmla="*/ 85356 w 740699"/>
                <a:gd name="connsiteY61" fmla="*/ 183097 h 191096"/>
                <a:gd name="connsiteX62" fmla="*/ 86968 w 740699"/>
                <a:gd name="connsiteY62" fmla="*/ 173140 h 191096"/>
                <a:gd name="connsiteX63" fmla="*/ 303 w 740699"/>
                <a:gd name="connsiteY63" fmla="*/ 98589 h 191096"/>
                <a:gd name="connsiteX64" fmla="*/ 59517 w 740699"/>
                <a:gd name="connsiteY64" fmla="*/ 50144 h 191096"/>
                <a:gd name="connsiteX65" fmla="*/ 115230 w 740699"/>
                <a:gd name="connsiteY65" fmla="*/ 64404 h 191096"/>
                <a:gd name="connsiteX66" fmla="*/ 118462 w 740699"/>
                <a:gd name="connsiteY66" fmla="*/ 69792 h 191096"/>
                <a:gd name="connsiteX67" fmla="*/ 117385 w 740699"/>
                <a:gd name="connsiteY67" fmla="*/ 74362 h 191096"/>
                <a:gd name="connsiteX68" fmla="*/ 109039 w 740699"/>
                <a:gd name="connsiteY68" fmla="*/ 92131 h 191096"/>
                <a:gd name="connsiteX69" fmla="*/ 103116 w 740699"/>
                <a:gd name="connsiteY69" fmla="*/ 95899 h 191096"/>
                <a:gd name="connsiteX70" fmla="*/ 99081 w 740699"/>
                <a:gd name="connsiteY70" fmla="*/ 94821 h 191096"/>
                <a:gd name="connsiteX71" fmla="*/ 58439 w 740699"/>
                <a:gd name="connsiteY71" fmla="*/ 82708 h 191096"/>
                <a:gd name="connsiteX72" fmla="*/ 35833 w 740699"/>
                <a:gd name="connsiteY72" fmla="*/ 96166 h 191096"/>
                <a:gd name="connsiteX73" fmla="*/ 122497 w 740699"/>
                <a:gd name="connsiteY73" fmla="*/ 167759 h 191096"/>
                <a:gd name="connsiteX74" fmla="*/ 234191 w 740699"/>
                <a:gd name="connsiteY74" fmla="*/ 149189 h 191096"/>
                <a:gd name="connsiteX75" fmla="*/ 227466 w 740699"/>
                <a:gd name="connsiteY75" fmla="*/ 156456 h 191096"/>
                <a:gd name="connsiteX76" fmla="*/ 209162 w 740699"/>
                <a:gd name="connsiteY76" fmla="*/ 158879 h 191096"/>
                <a:gd name="connsiteX77" fmla="*/ 175788 w 740699"/>
                <a:gd name="connsiteY77" fmla="*/ 121195 h 191096"/>
                <a:gd name="connsiteX78" fmla="*/ 209162 w 740699"/>
                <a:gd name="connsiteY78" fmla="*/ 83518 h 191096"/>
                <a:gd name="connsiteX79" fmla="*/ 227466 w 740699"/>
                <a:gd name="connsiteY79" fmla="*/ 85941 h 191096"/>
                <a:gd name="connsiteX80" fmla="*/ 234191 w 740699"/>
                <a:gd name="connsiteY80" fmla="*/ 93201 h 191096"/>
                <a:gd name="connsiteX81" fmla="*/ 234191 w 740699"/>
                <a:gd name="connsiteY81" fmla="*/ 149189 h 191096"/>
                <a:gd name="connsiteX82" fmla="*/ 262452 w 740699"/>
                <a:gd name="connsiteY82" fmla="*/ 61179 h 191096"/>
                <a:gd name="connsiteX83" fmla="*/ 209430 w 740699"/>
                <a:gd name="connsiteY83" fmla="*/ 51221 h 191096"/>
                <a:gd name="connsiteX84" fmla="*/ 140258 w 740699"/>
                <a:gd name="connsiteY84" fmla="*/ 121195 h 191096"/>
                <a:gd name="connsiteX85" fmla="*/ 208895 w 740699"/>
                <a:gd name="connsiteY85" fmla="*/ 191176 h 191096"/>
                <a:gd name="connsiteX86" fmla="*/ 262452 w 740699"/>
                <a:gd name="connsiteY86" fmla="*/ 180407 h 191096"/>
                <a:gd name="connsiteX87" fmla="*/ 269185 w 740699"/>
                <a:gd name="connsiteY87" fmla="*/ 169639 h 191096"/>
                <a:gd name="connsiteX88" fmla="*/ 269185 w 740699"/>
                <a:gd name="connsiteY88" fmla="*/ 71940 h 191096"/>
                <a:gd name="connsiteX89" fmla="*/ 262452 w 740699"/>
                <a:gd name="connsiteY89" fmla="*/ 61179 h 191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740699" h="191096">
                  <a:moveTo>
                    <a:pt x="689325" y="7347"/>
                  </a:moveTo>
                  <a:cubicBezTo>
                    <a:pt x="689325" y="8511"/>
                    <a:pt x="689026" y="9604"/>
                    <a:pt x="688790" y="10847"/>
                  </a:cubicBezTo>
                  <a:lnTo>
                    <a:pt x="686092" y="24840"/>
                  </a:lnTo>
                  <a:cubicBezTo>
                    <a:pt x="685558" y="28073"/>
                    <a:pt x="684213" y="29953"/>
                    <a:pt x="680980" y="29953"/>
                  </a:cubicBezTo>
                  <a:cubicBezTo>
                    <a:pt x="678974" y="29953"/>
                    <a:pt x="673177" y="28608"/>
                    <a:pt x="667797" y="28608"/>
                  </a:cubicBezTo>
                  <a:cubicBezTo>
                    <a:pt x="652993" y="28608"/>
                    <a:pt x="646528" y="36143"/>
                    <a:pt x="646528" y="50946"/>
                  </a:cubicBezTo>
                  <a:lnTo>
                    <a:pt x="646528" y="53911"/>
                  </a:lnTo>
                  <a:lnTo>
                    <a:pt x="680712" y="53911"/>
                  </a:lnTo>
                  <a:cubicBezTo>
                    <a:pt x="684213" y="53911"/>
                    <a:pt x="686092" y="56059"/>
                    <a:pt x="686092" y="59559"/>
                  </a:cubicBezTo>
                  <a:lnTo>
                    <a:pt x="686092" y="78130"/>
                  </a:lnTo>
                  <a:cubicBezTo>
                    <a:pt x="686092" y="81363"/>
                    <a:pt x="684213" y="83518"/>
                    <a:pt x="680712" y="83518"/>
                  </a:cubicBezTo>
                  <a:lnTo>
                    <a:pt x="646528" y="83518"/>
                  </a:lnTo>
                  <a:lnTo>
                    <a:pt x="646528" y="183097"/>
                  </a:lnTo>
                  <a:cubicBezTo>
                    <a:pt x="646528" y="186330"/>
                    <a:pt x="644380" y="188485"/>
                    <a:pt x="641148" y="188485"/>
                  </a:cubicBezTo>
                  <a:lnTo>
                    <a:pt x="617197" y="188485"/>
                  </a:lnTo>
                  <a:cubicBezTo>
                    <a:pt x="613964" y="188485"/>
                    <a:pt x="611809" y="186330"/>
                    <a:pt x="611809" y="183097"/>
                  </a:cubicBezTo>
                  <a:lnTo>
                    <a:pt x="611809" y="56602"/>
                  </a:lnTo>
                  <a:cubicBezTo>
                    <a:pt x="611809" y="17839"/>
                    <a:pt x="633612" y="79"/>
                    <a:pt x="666987" y="79"/>
                  </a:cubicBezTo>
                  <a:cubicBezTo>
                    <a:pt x="672729" y="79"/>
                    <a:pt x="678557" y="621"/>
                    <a:pt x="683945" y="1966"/>
                  </a:cubicBezTo>
                  <a:cubicBezTo>
                    <a:pt x="687713" y="2769"/>
                    <a:pt x="689325" y="4358"/>
                    <a:pt x="689325" y="7347"/>
                  </a:cubicBezTo>
                  <a:moveTo>
                    <a:pt x="741003" y="59292"/>
                  </a:moveTo>
                  <a:lnTo>
                    <a:pt x="741003" y="183097"/>
                  </a:lnTo>
                  <a:cubicBezTo>
                    <a:pt x="741003" y="186330"/>
                    <a:pt x="738848" y="188485"/>
                    <a:pt x="735615" y="188485"/>
                  </a:cubicBezTo>
                  <a:lnTo>
                    <a:pt x="711396" y="188485"/>
                  </a:lnTo>
                  <a:cubicBezTo>
                    <a:pt x="708164" y="188485"/>
                    <a:pt x="706008" y="186330"/>
                    <a:pt x="706008" y="183097"/>
                  </a:cubicBezTo>
                  <a:lnTo>
                    <a:pt x="706008" y="59292"/>
                  </a:lnTo>
                  <a:cubicBezTo>
                    <a:pt x="706008" y="56059"/>
                    <a:pt x="708164" y="53911"/>
                    <a:pt x="711396" y="53911"/>
                  </a:cubicBezTo>
                  <a:lnTo>
                    <a:pt x="735615" y="53911"/>
                  </a:lnTo>
                  <a:cubicBezTo>
                    <a:pt x="738848" y="53911"/>
                    <a:pt x="741003" y="56059"/>
                    <a:pt x="741003" y="59292"/>
                  </a:cubicBezTo>
                  <a:moveTo>
                    <a:pt x="518954" y="158879"/>
                  </a:moveTo>
                  <a:cubicBezTo>
                    <a:pt x="499038" y="158879"/>
                    <a:pt x="485847" y="145956"/>
                    <a:pt x="485847" y="121195"/>
                  </a:cubicBezTo>
                  <a:cubicBezTo>
                    <a:pt x="485847" y="96433"/>
                    <a:pt x="499038" y="83518"/>
                    <a:pt x="517074" y="83518"/>
                  </a:cubicBezTo>
                  <a:cubicBezTo>
                    <a:pt x="536990" y="83518"/>
                    <a:pt x="550173" y="96433"/>
                    <a:pt x="550173" y="121195"/>
                  </a:cubicBezTo>
                  <a:cubicBezTo>
                    <a:pt x="550173" y="145956"/>
                    <a:pt x="536990" y="158879"/>
                    <a:pt x="518954" y="158879"/>
                  </a:cubicBezTo>
                  <a:moveTo>
                    <a:pt x="517074" y="51221"/>
                  </a:moveTo>
                  <a:cubicBezTo>
                    <a:pt x="476699" y="51221"/>
                    <a:pt x="450317" y="80553"/>
                    <a:pt x="450317" y="121195"/>
                  </a:cubicBezTo>
                  <a:cubicBezTo>
                    <a:pt x="450317" y="161837"/>
                    <a:pt x="476699" y="191176"/>
                    <a:pt x="518954" y="191176"/>
                  </a:cubicBezTo>
                  <a:cubicBezTo>
                    <a:pt x="559328" y="191176"/>
                    <a:pt x="585702" y="161837"/>
                    <a:pt x="585702" y="121195"/>
                  </a:cubicBezTo>
                  <a:cubicBezTo>
                    <a:pt x="585702" y="80553"/>
                    <a:pt x="559328" y="51221"/>
                    <a:pt x="517074" y="51221"/>
                  </a:cubicBezTo>
                  <a:moveTo>
                    <a:pt x="424486" y="101813"/>
                  </a:moveTo>
                  <a:lnTo>
                    <a:pt x="424486" y="183097"/>
                  </a:lnTo>
                  <a:cubicBezTo>
                    <a:pt x="424486" y="186330"/>
                    <a:pt x="422331" y="188485"/>
                    <a:pt x="419098" y="188485"/>
                  </a:cubicBezTo>
                  <a:lnTo>
                    <a:pt x="394880" y="188485"/>
                  </a:lnTo>
                  <a:cubicBezTo>
                    <a:pt x="391647" y="188485"/>
                    <a:pt x="389492" y="186330"/>
                    <a:pt x="389492" y="183097"/>
                  </a:cubicBezTo>
                  <a:lnTo>
                    <a:pt x="389492" y="106391"/>
                  </a:lnTo>
                  <a:cubicBezTo>
                    <a:pt x="389492" y="90243"/>
                    <a:pt x="377921" y="83518"/>
                    <a:pt x="363385" y="83518"/>
                  </a:cubicBezTo>
                  <a:cubicBezTo>
                    <a:pt x="355040" y="83518"/>
                    <a:pt x="350470" y="84053"/>
                    <a:pt x="343469" y="85665"/>
                  </a:cubicBezTo>
                  <a:cubicBezTo>
                    <a:pt x="339159" y="86743"/>
                    <a:pt x="337012" y="88631"/>
                    <a:pt x="337012" y="92666"/>
                  </a:cubicBezTo>
                  <a:lnTo>
                    <a:pt x="337012" y="183097"/>
                  </a:lnTo>
                  <a:cubicBezTo>
                    <a:pt x="337012" y="186330"/>
                    <a:pt x="334856" y="188485"/>
                    <a:pt x="331624" y="188485"/>
                  </a:cubicBezTo>
                  <a:lnTo>
                    <a:pt x="307405" y="188485"/>
                  </a:lnTo>
                  <a:cubicBezTo>
                    <a:pt x="304172" y="188485"/>
                    <a:pt x="302017" y="186330"/>
                    <a:pt x="302017" y="183097"/>
                  </a:cubicBezTo>
                  <a:lnTo>
                    <a:pt x="302017" y="71672"/>
                  </a:lnTo>
                  <a:cubicBezTo>
                    <a:pt x="302017" y="65482"/>
                    <a:pt x="304982" y="62249"/>
                    <a:pt x="308750" y="60904"/>
                  </a:cubicBezTo>
                  <a:cubicBezTo>
                    <a:pt x="328399" y="53911"/>
                    <a:pt x="346970" y="51221"/>
                    <a:pt x="362850" y="51221"/>
                  </a:cubicBezTo>
                  <a:cubicBezTo>
                    <a:pt x="404295" y="51221"/>
                    <a:pt x="424486" y="68982"/>
                    <a:pt x="424486" y="101813"/>
                  </a:cubicBezTo>
                  <a:moveTo>
                    <a:pt x="122497" y="167759"/>
                  </a:moveTo>
                  <a:cubicBezTo>
                    <a:pt x="122497" y="172337"/>
                    <a:pt x="121963" y="178528"/>
                    <a:pt x="120342" y="183097"/>
                  </a:cubicBezTo>
                  <a:cubicBezTo>
                    <a:pt x="118997" y="187140"/>
                    <a:pt x="117385" y="188485"/>
                    <a:pt x="113350" y="188485"/>
                  </a:cubicBezTo>
                  <a:lnTo>
                    <a:pt x="89123" y="188485"/>
                  </a:lnTo>
                  <a:cubicBezTo>
                    <a:pt x="86433" y="188485"/>
                    <a:pt x="85088" y="186865"/>
                    <a:pt x="85088" y="184718"/>
                  </a:cubicBezTo>
                  <a:cubicBezTo>
                    <a:pt x="85088" y="184175"/>
                    <a:pt x="85088" y="183640"/>
                    <a:pt x="85356" y="183097"/>
                  </a:cubicBezTo>
                  <a:cubicBezTo>
                    <a:pt x="86433" y="179597"/>
                    <a:pt x="86968" y="177175"/>
                    <a:pt x="86968" y="173140"/>
                  </a:cubicBezTo>
                  <a:cubicBezTo>
                    <a:pt x="86968" y="133559"/>
                    <a:pt x="303" y="155646"/>
                    <a:pt x="303" y="98589"/>
                  </a:cubicBezTo>
                  <a:cubicBezTo>
                    <a:pt x="303" y="69517"/>
                    <a:pt x="23452" y="50144"/>
                    <a:pt x="59517" y="50144"/>
                  </a:cubicBezTo>
                  <a:cubicBezTo>
                    <a:pt x="78623" y="50144"/>
                    <a:pt x="98546" y="54714"/>
                    <a:pt x="115230" y="64404"/>
                  </a:cubicBezTo>
                  <a:cubicBezTo>
                    <a:pt x="117393" y="65490"/>
                    <a:pt x="118462" y="67637"/>
                    <a:pt x="118462" y="69792"/>
                  </a:cubicBezTo>
                  <a:cubicBezTo>
                    <a:pt x="118462" y="71137"/>
                    <a:pt x="118164" y="72710"/>
                    <a:pt x="117385" y="74362"/>
                  </a:cubicBezTo>
                  <a:lnTo>
                    <a:pt x="109039" y="92131"/>
                  </a:lnTo>
                  <a:cubicBezTo>
                    <a:pt x="107962" y="94553"/>
                    <a:pt x="105539" y="95899"/>
                    <a:pt x="103116" y="95899"/>
                  </a:cubicBezTo>
                  <a:cubicBezTo>
                    <a:pt x="101771" y="95899"/>
                    <a:pt x="100426" y="95623"/>
                    <a:pt x="99081" y="94821"/>
                  </a:cubicBezTo>
                  <a:cubicBezTo>
                    <a:pt x="85356" y="87286"/>
                    <a:pt x="72165" y="82708"/>
                    <a:pt x="58439" y="82708"/>
                  </a:cubicBezTo>
                  <a:cubicBezTo>
                    <a:pt x="44179" y="82708"/>
                    <a:pt x="35833" y="87923"/>
                    <a:pt x="35833" y="96166"/>
                  </a:cubicBezTo>
                  <a:cubicBezTo>
                    <a:pt x="35833" y="121368"/>
                    <a:pt x="122497" y="106659"/>
                    <a:pt x="122497" y="167759"/>
                  </a:cubicBezTo>
                  <a:moveTo>
                    <a:pt x="234191" y="149189"/>
                  </a:moveTo>
                  <a:cubicBezTo>
                    <a:pt x="234191" y="153224"/>
                    <a:pt x="232043" y="155111"/>
                    <a:pt x="227466" y="156456"/>
                  </a:cubicBezTo>
                  <a:cubicBezTo>
                    <a:pt x="221543" y="158069"/>
                    <a:pt x="216430" y="158879"/>
                    <a:pt x="209162" y="158879"/>
                  </a:cubicBezTo>
                  <a:cubicBezTo>
                    <a:pt x="191936" y="158879"/>
                    <a:pt x="175788" y="148646"/>
                    <a:pt x="175788" y="121195"/>
                  </a:cubicBezTo>
                  <a:cubicBezTo>
                    <a:pt x="175788" y="93743"/>
                    <a:pt x="191936" y="83518"/>
                    <a:pt x="209162" y="83518"/>
                  </a:cubicBezTo>
                  <a:cubicBezTo>
                    <a:pt x="216430" y="83518"/>
                    <a:pt x="221543" y="84320"/>
                    <a:pt x="227466" y="85941"/>
                  </a:cubicBezTo>
                  <a:cubicBezTo>
                    <a:pt x="232043" y="87286"/>
                    <a:pt x="234191" y="89165"/>
                    <a:pt x="234191" y="93201"/>
                  </a:cubicBezTo>
                  <a:lnTo>
                    <a:pt x="234191" y="149189"/>
                  </a:lnTo>
                  <a:close/>
                  <a:moveTo>
                    <a:pt x="262452" y="61179"/>
                  </a:moveTo>
                  <a:cubicBezTo>
                    <a:pt x="244692" y="54446"/>
                    <a:pt x="228000" y="51221"/>
                    <a:pt x="209430" y="51221"/>
                  </a:cubicBezTo>
                  <a:cubicBezTo>
                    <a:pt x="168795" y="51221"/>
                    <a:pt x="140258" y="78405"/>
                    <a:pt x="140258" y="121195"/>
                  </a:cubicBezTo>
                  <a:cubicBezTo>
                    <a:pt x="140258" y="164527"/>
                    <a:pt x="165020" y="191176"/>
                    <a:pt x="208895" y="191176"/>
                  </a:cubicBezTo>
                  <a:cubicBezTo>
                    <a:pt x="226655" y="191176"/>
                    <a:pt x="243881" y="188210"/>
                    <a:pt x="262452" y="180407"/>
                  </a:cubicBezTo>
                  <a:cubicBezTo>
                    <a:pt x="266763" y="178528"/>
                    <a:pt x="269185" y="175562"/>
                    <a:pt x="269185" y="169639"/>
                  </a:cubicBezTo>
                  <a:lnTo>
                    <a:pt x="269185" y="71940"/>
                  </a:lnTo>
                  <a:cubicBezTo>
                    <a:pt x="269185" y="65749"/>
                    <a:pt x="266763" y="62792"/>
                    <a:pt x="262452" y="61179"/>
                  </a:cubicBezTo>
                </a:path>
              </a:pathLst>
            </a:custGeom>
            <a:solidFill>
              <a:schemeClr val="tx1"/>
            </a:solidFill>
            <a:ln w="78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41" name="Forme libre : forme 10">
              <a:extLst>
                <a:ext uri="{FF2B5EF4-FFF2-40B4-BE49-F238E27FC236}">
                  <a16:creationId xmlns:a16="http://schemas.microsoft.com/office/drawing/2014/main" id="{FC3C9097-DD6E-4680-8304-A8A8F1E97DBB}"/>
                </a:ext>
              </a:extLst>
            </p:cNvPr>
            <p:cNvSpPr/>
            <p:nvPr/>
          </p:nvSpPr>
          <p:spPr>
            <a:xfrm rot="-73896" flipV="1">
              <a:off x="5474877" y="-471733"/>
              <a:ext cx="37949" cy="37711"/>
            </a:xfrm>
            <a:custGeom>
              <a:avLst/>
              <a:gdLst>
                <a:gd name="connsiteX0" fmla="*/ 19483 w 37949"/>
                <a:gd name="connsiteY0" fmla="*/ 17 h 37711"/>
                <a:gd name="connsiteX1" fmla="*/ 38456 w 37949"/>
                <a:gd name="connsiteY1" fmla="*/ 18454 h 37711"/>
                <a:gd name="connsiteX2" fmla="*/ 19491 w 37949"/>
                <a:gd name="connsiteY2" fmla="*/ 37717 h 37711"/>
                <a:gd name="connsiteX3" fmla="*/ 519 w 37949"/>
                <a:gd name="connsiteY3" fmla="*/ 19272 h 37711"/>
                <a:gd name="connsiteX4" fmla="*/ 19483 w 37949"/>
                <a:gd name="connsiteY4" fmla="*/ 17 h 37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49" h="37711">
                  <a:moveTo>
                    <a:pt x="19483" y="17"/>
                  </a:moveTo>
                  <a:cubicBezTo>
                    <a:pt x="30519" y="-219"/>
                    <a:pt x="38212" y="6883"/>
                    <a:pt x="38456" y="18454"/>
                  </a:cubicBezTo>
                  <a:cubicBezTo>
                    <a:pt x="38715" y="30300"/>
                    <a:pt x="31329" y="37457"/>
                    <a:pt x="19491" y="37717"/>
                  </a:cubicBezTo>
                  <a:cubicBezTo>
                    <a:pt x="8188" y="37953"/>
                    <a:pt x="771" y="31118"/>
                    <a:pt x="519" y="19272"/>
                  </a:cubicBezTo>
                  <a:cubicBezTo>
                    <a:pt x="267" y="7701"/>
                    <a:pt x="7378" y="284"/>
                    <a:pt x="19483" y="17"/>
                  </a:cubicBezTo>
                </a:path>
              </a:pathLst>
            </a:custGeom>
            <a:solidFill>
              <a:schemeClr val="accent2"/>
            </a:solidFill>
            <a:ln w="78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fr-FR" sz="2400">
                <a:solidFill>
                  <a:schemeClr val="accent2"/>
                </a:solidFill>
              </a:endParaRPr>
            </a:p>
          </p:txBody>
        </p:sp>
        <p:sp>
          <p:nvSpPr>
            <p:cNvPr id="45" name="Forme libre : forme 11">
              <a:extLst>
                <a:ext uri="{FF2B5EF4-FFF2-40B4-BE49-F238E27FC236}">
                  <a16:creationId xmlns:a16="http://schemas.microsoft.com/office/drawing/2014/main" id="{BDB8E9CF-D9B2-4FB3-B1A5-B96BB1FF6D51}"/>
                </a:ext>
              </a:extLst>
            </p:cNvPr>
            <p:cNvSpPr/>
            <p:nvPr userDrawn="1"/>
          </p:nvSpPr>
          <p:spPr>
            <a:xfrm rot="10725025" flipV="1">
              <a:off x="4768103" y="-317778"/>
              <a:ext cx="37406" cy="37169"/>
            </a:xfrm>
            <a:custGeom>
              <a:avLst/>
              <a:gdLst>
                <a:gd name="connsiteX0" fmla="*/ 18717 w 37406"/>
                <a:gd name="connsiteY0" fmla="*/ 130 h 37169"/>
                <a:gd name="connsiteX1" fmla="*/ 37414 w 37406"/>
                <a:gd name="connsiteY1" fmla="*/ 18300 h 37169"/>
                <a:gd name="connsiteX2" fmla="*/ 18717 w 37406"/>
                <a:gd name="connsiteY2" fmla="*/ 37288 h 37169"/>
                <a:gd name="connsiteX3" fmla="*/ 20 w 37406"/>
                <a:gd name="connsiteY3" fmla="*/ 19118 h 37169"/>
                <a:gd name="connsiteX4" fmla="*/ 18717 w 37406"/>
                <a:gd name="connsiteY4" fmla="*/ 130 h 37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406" h="37169">
                  <a:moveTo>
                    <a:pt x="18717" y="130"/>
                  </a:moveTo>
                  <a:cubicBezTo>
                    <a:pt x="29745" y="-106"/>
                    <a:pt x="37162" y="6729"/>
                    <a:pt x="37414" y="18300"/>
                  </a:cubicBezTo>
                  <a:cubicBezTo>
                    <a:pt x="37665" y="29603"/>
                    <a:pt x="30555" y="37028"/>
                    <a:pt x="18717" y="37288"/>
                  </a:cubicBezTo>
                  <a:cubicBezTo>
                    <a:pt x="7681" y="37524"/>
                    <a:pt x="264" y="30421"/>
                    <a:pt x="20" y="19118"/>
                  </a:cubicBezTo>
                  <a:cubicBezTo>
                    <a:pt x="-240" y="7547"/>
                    <a:pt x="6871" y="390"/>
                    <a:pt x="18717" y="130"/>
                  </a:cubicBezTo>
                </a:path>
              </a:pathLst>
            </a:custGeom>
            <a:solidFill>
              <a:schemeClr val="accent2"/>
            </a:solidFill>
            <a:ln w="78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fr-FR" sz="2400"/>
            </a:p>
          </p:txBody>
        </p:sp>
      </p:grpSp>
    </p:spTree>
    <p:extLst>
      <p:ext uri="{BB962C8B-B14F-4D97-AF65-F5344CB8AC3E}">
        <p14:creationId xmlns:p14="http://schemas.microsoft.com/office/powerpoint/2010/main" val="36783576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and Numbers (Purp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7276DEF-3CBF-476F-8A84-C6760A5FE884}"/>
              </a:ext>
            </a:extLst>
          </p:cNvPr>
          <p:cNvSpPr/>
          <p:nvPr userDrawn="1"/>
        </p:nvSpPr>
        <p:spPr>
          <a:xfrm>
            <a:off x="0" y="0"/>
            <a:ext cx="37296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noProof="0"/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323D7EBE-BC7D-4AC5-AD6B-FCD5D270E1C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B54B0F7-55DD-40D6-B7F4-70B586885C0B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6" name="Espace réservé pour une image  15">
            <a:extLst>
              <a:ext uri="{FF2B5EF4-FFF2-40B4-BE49-F238E27FC236}">
                <a16:creationId xmlns:a16="http://schemas.microsoft.com/office/drawing/2014/main" id="{8BEDC788-81F2-409E-8CE9-FF2A15A9191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402083" y="2468972"/>
            <a:ext cx="1379716" cy="1819200"/>
          </a:xfrm>
        </p:spPr>
        <p:txBody>
          <a:bodyPr>
            <a:noAutofit/>
          </a:bodyPr>
          <a:lstStyle>
            <a:lvl1pPr>
              <a:defRPr>
                <a:noFill/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7" name="Espace réservé du texte 4">
            <a:extLst>
              <a:ext uri="{FF2B5EF4-FFF2-40B4-BE49-F238E27FC236}">
                <a16:creationId xmlns:a16="http://schemas.microsoft.com/office/drawing/2014/main" id="{D96EF966-14FD-41BC-A600-7421C098167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402082" y="1584820"/>
            <a:ext cx="1379716" cy="532283"/>
          </a:xfrm>
        </p:spPr>
        <p:txBody>
          <a:bodyPr/>
          <a:lstStyle>
            <a:lvl1pPr algn="l">
              <a:lnSpc>
                <a:spcPct val="110000"/>
              </a:lnSpc>
              <a:defRPr sz="3467" b="0" i="0" cap="all"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228594" indent="-228594"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067"/>
            </a:lvl2pPr>
            <a:lvl3pPr>
              <a:lnSpc>
                <a:spcPct val="110000"/>
              </a:lnSpc>
              <a:defRPr sz="1067">
                <a:latin typeface="+mj-lt"/>
              </a:defRPr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noProof="0" dirty="0"/>
              <a:t>01</a:t>
            </a:r>
          </a:p>
        </p:txBody>
      </p:sp>
      <p:sp>
        <p:nvSpPr>
          <p:cNvPr id="18" name="Espace réservé du texte 4">
            <a:extLst>
              <a:ext uri="{FF2B5EF4-FFF2-40B4-BE49-F238E27FC236}">
                <a16:creationId xmlns:a16="http://schemas.microsoft.com/office/drawing/2014/main" id="{09C6DAE5-28F5-4BE0-9DAE-75B6B0AC968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033427" y="1519091"/>
            <a:ext cx="1178053" cy="531256"/>
          </a:xfrm>
        </p:spPr>
        <p:txBody>
          <a:bodyPr anchor="b">
            <a:noAutofit/>
          </a:bodyPr>
          <a:lstStyle>
            <a:lvl1pPr algn="r">
              <a:lnSpc>
                <a:spcPct val="110000"/>
              </a:lnSpc>
              <a:defRPr sz="1067" cap="all" baseline="0">
                <a:solidFill>
                  <a:schemeClr val="tx1"/>
                </a:solidFill>
              </a:defRPr>
            </a:lvl1pPr>
            <a:lvl2pPr marL="228594" indent="-228594"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067"/>
            </a:lvl2pPr>
            <a:lvl3pPr>
              <a:lnSpc>
                <a:spcPct val="110000"/>
              </a:lnSpc>
              <a:defRPr sz="1067">
                <a:latin typeface="+mj-lt"/>
              </a:defRPr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9" name="Espace réservé du texte 4">
            <a:extLst>
              <a:ext uri="{FF2B5EF4-FFF2-40B4-BE49-F238E27FC236}">
                <a16:creationId xmlns:a16="http://schemas.microsoft.com/office/drawing/2014/main" id="{DB385219-3623-4C80-90CB-E73147176A6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02083" y="4587063"/>
            <a:ext cx="1379716" cy="419247"/>
          </a:xfrm>
        </p:spPr>
        <p:txBody>
          <a:bodyPr/>
          <a:lstStyle>
            <a:lvl1pPr algn="l">
              <a:lnSpc>
                <a:spcPct val="125000"/>
              </a:lnSpc>
              <a:defRPr sz="1600">
                <a:solidFill>
                  <a:schemeClr val="accent2"/>
                </a:solidFill>
              </a:defRPr>
            </a:lvl1pPr>
            <a:lvl2pPr marL="0" indent="0">
              <a:lnSpc>
                <a:spcPts val="1600"/>
              </a:lnSpc>
              <a:spcAft>
                <a:spcPts val="533"/>
              </a:spcAft>
              <a:buFont typeface="Arial" panose="020B0604020202020204" pitchFamily="34" charset="0"/>
              <a:buNone/>
              <a:defRPr sz="1467">
                <a:solidFill>
                  <a:schemeClr val="accent2"/>
                </a:solidFill>
              </a:defRPr>
            </a:lvl2pPr>
            <a:lvl3pPr>
              <a:lnSpc>
                <a:spcPct val="110000"/>
              </a:lnSpc>
              <a:defRPr sz="1067">
                <a:latin typeface="+mj-lt"/>
              </a:defRPr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0" name="Espace réservé pour une image  15">
            <a:extLst>
              <a:ext uri="{FF2B5EF4-FFF2-40B4-BE49-F238E27FC236}">
                <a16:creationId xmlns:a16="http://schemas.microsoft.com/office/drawing/2014/main" id="{E7DD041E-74AB-4E79-8DE2-875A9F1E7DB5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061999" y="2468972"/>
            <a:ext cx="1379716" cy="1819200"/>
          </a:xfrm>
        </p:spPr>
        <p:txBody>
          <a:bodyPr>
            <a:noAutofit/>
          </a:bodyPr>
          <a:lstStyle>
            <a:lvl1pPr>
              <a:defRPr>
                <a:noFill/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21" name="Espace réservé du texte 4">
            <a:extLst>
              <a:ext uri="{FF2B5EF4-FFF2-40B4-BE49-F238E27FC236}">
                <a16:creationId xmlns:a16="http://schemas.microsoft.com/office/drawing/2014/main" id="{065977EE-862D-4B7C-8337-FDC6002343A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061999" y="1584820"/>
            <a:ext cx="1379715" cy="532283"/>
          </a:xfrm>
        </p:spPr>
        <p:txBody>
          <a:bodyPr/>
          <a:lstStyle>
            <a:lvl1pPr algn="l">
              <a:lnSpc>
                <a:spcPct val="110000"/>
              </a:lnSpc>
              <a:defRPr sz="3467" b="0" i="0" cap="all"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228594" indent="-228594"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067"/>
            </a:lvl2pPr>
            <a:lvl3pPr>
              <a:lnSpc>
                <a:spcPct val="110000"/>
              </a:lnSpc>
              <a:defRPr sz="1067">
                <a:latin typeface="+mj-lt"/>
              </a:defRPr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noProof="0" dirty="0"/>
              <a:t>02</a:t>
            </a:r>
          </a:p>
        </p:txBody>
      </p:sp>
      <p:sp>
        <p:nvSpPr>
          <p:cNvPr id="23" name="Espace réservé pour une image  15">
            <a:extLst>
              <a:ext uri="{FF2B5EF4-FFF2-40B4-BE49-F238E27FC236}">
                <a16:creationId xmlns:a16="http://schemas.microsoft.com/office/drawing/2014/main" id="{F89C23CF-B6A6-47AA-A07B-24B1AE35C570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8721915" y="2468972"/>
            <a:ext cx="1379716" cy="1819200"/>
          </a:xfrm>
        </p:spPr>
        <p:txBody>
          <a:bodyPr>
            <a:noAutofit/>
          </a:bodyPr>
          <a:lstStyle>
            <a:lvl1pPr>
              <a:defRPr>
                <a:noFill/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24" name="Espace réservé du texte 4">
            <a:extLst>
              <a:ext uri="{FF2B5EF4-FFF2-40B4-BE49-F238E27FC236}">
                <a16:creationId xmlns:a16="http://schemas.microsoft.com/office/drawing/2014/main" id="{637D886D-DA77-4D52-A839-266F7AEEBCE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721914" y="1584820"/>
            <a:ext cx="1379713" cy="532283"/>
          </a:xfrm>
        </p:spPr>
        <p:txBody>
          <a:bodyPr/>
          <a:lstStyle>
            <a:lvl1pPr algn="l">
              <a:lnSpc>
                <a:spcPct val="110000"/>
              </a:lnSpc>
              <a:defRPr sz="3467" b="0" i="0" cap="all"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228594" indent="-228594"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067"/>
            </a:lvl2pPr>
            <a:lvl3pPr>
              <a:lnSpc>
                <a:spcPct val="110000"/>
              </a:lnSpc>
              <a:defRPr sz="1067">
                <a:latin typeface="+mj-lt"/>
              </a:defRPr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noProof="0" dirty="0"/>
              <a:t>03</a:t>
            </a:r>
          </a:p>
        </p:txBody>
      </p:sp>
      <p:sp>
        <p:nvSpPr>
          <p:cNvPr id="26" name="Espace réservé pour une image  15">
            <a:extLst>
              <a:ext uri="{FF2B5EF4-FFF2-40B4-BE49-F238E27FC236}">
                <a16:creationId xmlns:a16="http://schemas.microsoft.com/office/drawing/2014/main" id="{4D28439E-7746-4AA1-A924-0AEC11614B84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10381831" y="2468972"/>
            <a:ext cx="1379716" cy="1819200"/>
          </a:xfrm>
        </p:spPr>
        <p:txBody>
          <a:bodyPr>
            <a:noAutofit/>
          </a:bodyPr>
          <a:lstStyle>
            <a:lvl1pPr>
              <a:defRPr>
                <a:noFill/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27" name="Espace réservé du texte 4">
            <a:extLst>
              <a:ext uri="{FF2B5EF4-FFF2-40B4-BE49-F238E27FC236}">
                <a16:creationId xmlns:a16="http://schemas.microsoft.com/office/drawing/2014/main" id="{40E34842-79F1-492E-A94C-F1F0DECB7DB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381830" y="1584820"/>
            <a:ext cx="1379713" cy="532283"/>
          </a:xfrm>
        </p:spPr>
        <p:txBody>
          <a:bodyPr/>
          <a:lstStyle>
            <a:lvl1pPr algn="l">
              <a:lnSpc>
                <a:spcPct val="110000"/>
              </a:lnSpc>
              <a:defRPr sz="3467" b="0" i="0" cap="all"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228594" indent="-228594"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067"/>
            </a:lvl2pPr>
            <a:lvl3pPr>
              <a:lnSpc>
                <a:spcPct val="110000"/>
              </a:lnSpc>
              <a:defRPr sz="1067">
                <a:latin typeface="+mj-lt"/>
              </a:defRPr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noProof="0" dirty="0"/>
              <a:t>04</a:t>
            </a:r>
          </a:p>
        </p:txBody>
      </p:sp>
      <p:sp>
        <p:nvSpPr>
          <p:cNvPr id="33" name="Espace réservé du texte 4">
            <a:extLst>
              <a:ext uri="{FF2B5EF4-FFF2-40B4-BE49-F238E27FC236}">
                <a16:creationId xmlns:a16="http://schemas.microsoft.com/office/drawing/2014/main" id="{3DDB0039-9DEF-41FA-9376-CCCD184F46B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402083" y="5039497"/>
            <a:ext cx="1379716" cy="419247"/>
          </a:xfrm>
        </p:spPr>
        <p:txBody>
          <a:bodyPr/>
          <a:lstStyle>
            <a:lvl1pPr algn="l">
              <a:lnSpc>
                <a:spcPct val="125000"/>
              </a:lnSpc>
              <a:defRPr sz="1067">
                <a:solidFill>
                  <a:schemeClr val="tx1"/>
                </a:solidFill>
              </a:defRPr>
            </a:lvl1pPr>
            <a:lvl2pPr marL="0" indent="0">
              <a:lnSpc>
                <a:spcPts val="1600"/>
              </a:lnSpc>
              <a:spcAft>
                <a:spcPts val="533"/>
              </a:spcAft>
              <a:buFont typeface="Arial" panose="020B0604020202020204" pitchFamily="34" charset="0"/>
              <a:buNone/>
              <a:defRPr sz="933"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defRPr sz="1067">
                <a:latin typeface="+mj-lt"/>
              </a:defRPr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4" name="Espace réservé du texte 4">
            <a:extLst>
              <a:ext uri="{FF2B5EF4-FFF2-40B4-BE49-F238E27FC236}">
                <a16:creationId xmlns:a16="http://schemas.microsoft.com/office/drawing/2014/main" id="{9F3CCA0F-99FD-49EB-AD69-BB3D91D198E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061998" y="4587063"/>
            <a:ext cx="1379716" cy="419247"/>
          </a:xfrm>
        </p:spPr>
        <p:txBody>
          <a:bodyPr/>
          <a:lstStyle>
            <a:lvl1pPr algn="l">
              <a:lnSpc>
                <a:spcPct val="125000"/>
              </a:lnSpc>
              <a:defRPr sz="1600">
                <a:solidFill>
                  <a:schemeClr val="accent2"/>
                </a:solidFill>
              </a:defRPr>
            </a:lvl1pPr>
            <a:lvl2pPr marL="0" indent="0">
              <a:lnSpc>
                <a:spcPts val="1600"/>
              </a:lnSpc>
              <a:spcAft>
                <a:spcPts val="533"/>
              </a:spcAft>
              <a:buFont typeface="Arial" panose="020B0604020202020204" pitchFamily="34" charset="0"/>
              <a:buNone/>
              <a:defRPr sz="1467">
                <a:solidFill>
                  <a:schemeClr val="accent2"/>
                </a:solidFill>
              </a:defRPr>
            </a:lvl2pPr>
            <a:lvl3pPr>
              <a:lnSpc>
                <a:spcPct val="110000"/>
              </a:lnSpc>
              <a:defRPr sz="1067">
                <a:latin typeface="+mj-lt"/>
              </a:defRPr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Espace réservé du texte 4">
            <a:extLst>
              <a:ext uri="{FF2B5EF4-FFF2-40B4-BE49-F238E27FC236}">
                <a16:creationId xmlns:a16="http://schemas.microsoft.com/office/drawing/2014/main" id="{2E47962C-C9E2-4FED-BEA8-B8A7A8DD496C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7061998" y="5039497"/>
            <a:ext cx="1379716" cy="419247"/>
          </a:xfrm>
        </p:spPr>
        <p:txBody>
          <a:bodyPr/>
          <a:lstStyle>
            <a:lvl1pPr algn="l">
              <a:lnSpc>
                <a:spcPct val="125000"/>
              </a:lnSpc>
              <a:defRPr sz="1067">
                <a:solidFill>
                  <a:schemeClr val="tx1"/>
                </a:solidFill>
              </a:defRPr>
            </a:lvl1pPr>
            <a:lvl2pPr marL="0" indent="0">
              <a:lnSpc>
                <a:spcPts val="1600"/>
              </a:lnSpc>
              <a:spcAft>
                <a:spcPts val="533"/>
              </a:spcAft>
              <a:buFont typeface="Arial" panose="020B0604020202020204" pitchFamily="34" charset="0"/>
              <a:buNone/>
              <a:defRPr sz="933"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defRPr sz="1067">
                <a:latin typeface="+mj-lt"/>
              </a:defRPr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6" name="Espace réservé du texte 4">
            <a:extLst>
              <a:ext uri="{FF2B5EF4-FFF2-40B4-BE49-F238E27FC236}">
                <a16:creationId xmlns:a16="http://schemas.microsoft.com/office/drawing/2014/main" id="{4F25B19E-3945-49B3-BEAB-C69BF39E2303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8721911" y="4587063"/>
            <a:ext cx="1379716" cy="419247"/>
          </a:xfrm>
        </p:spPr>
        <p:txBody>
          <a:bodyPr/>
          <a:lstStyle>
            <a:lvl1pPr algn="l">
              <a:lnSpc>
                <a:spcPct val="125000"/>
              </a:lnSpc>
              <a:defRPr sz="1600">
                <a:solidFill>
                  <a:schemeClr val="accent2"/>
                </a:solidFill>
              </a:defRPr>
            </a:lvl1pPr>
            <a:lvl2pPr marL="0" indent="0">
              <a:lnSpc>
                <a:spcPts val="1600"/>
              </a:lnSpc>
              <a:spcAft>
                <a:spcPts val="533"/>
              </a:spcAft>
              <a:buFont typeface="Arial" panose="020B0604020202020204" pitchFamily="34" charset="0"/>
              <a:buNone/>
              <a:defRPr sz="1467">
                <a:solidFill>
                  <a:schemeClr val="accent2"/>
                </a:solidFill>
              </a:defRPr>
            </a:lvl2pPr>
            <a:lvl3pPr>
              <a:lnSpc>
                <a:spcPct val="110000"/>
              </a:lnSpc>
              <a:defRPr sz="1067">
                <a:latin typeface="+mj-lt"/>
              </a:defRPr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7" name="Espace réservé du texte 4">
            <a:extLst>
              <a:ext uri="{FF2B5EF4-FFF2-40B4-BE49-F238E27FC236}">
                <a16:creationId xmlns:a16="http://schemas.microsoft.com/office/drawing/2014/main" id="{39A64BFA-75AB-499E-A131-9140B81690A0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721911" y="5039497"/>
            <a:ext cx="1379716" cy="419247"/>
          </a:xfrm>
        </p:spPr>
        <p:txBody>
          <a:bodyPr/>
          <a:lstStyle>
            <a:lvl1pPr algn="l">
              <a:lnSpc>
                <a:spcPct val="125000"/>
              </a:lnSpc>
              <a:defRPr sz="1067">
                <a:solidFill>
                  <a:schemeClr val="tx1"/>
                </a:solidFill>
              </a:defRPr>
            </a:lvl1pPr>
            <a:lvl2pPr marL="0" indent="0">
              <a:lnSpc>
                <a:spcPts val="1600"/>
              </a:lnSpc>
              <a:spcAft>
                <a:spcPts val="533"/>
              </a:spcAft>
              <a:buFont typeface="Arial" panose="020B0604020202020204" pitchFamily="34" charset="0"/>
              <a:buNone/>
              <a:defRPr sz="933"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defRPr sz="1067">
                <a:latin typeface="+mj-lt"/>
              </a:defRPr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8" name="Espace réservé du texte 4">
            <a:extLst>
              <a:ext uri="{FF2B5EF4-FFF2-40B4-BE49-F238E27FC236}">
                <a16:creationId xmlns:a16="http://schemas.microsoft.com/office/drawing/2014/main" id="{3B5F3F20-0254-4AB0-8E67-4CD251DE7CC0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10381823" y="4587063"/>
            <a:ext cx="1379716" cy="419247"/>
          </a:xfrm>
        </p:spPr>
        <p:txBody>
          <a:bodyPr/>
          <a:lstStyle>
            <a:lvl1pPr algn="l">
              <a:lnSpc>
                <a:spcPct val="125000"/>
              </a:lnSpc>
              <a:defRPr sz="1600">
                <a:solidFill>
                  <a:schemeClr val="accent2"/>
                </a:solidFill>
              </a:defRPr>
            </a:lvl1pPr>
            <a:lvl2pPr marL="0" indent="0">
              <a:lnSpc>
                <a:spcPts val="1600"/>
              </a:lnSpc>
              <a:spcAft>
                <a:spcPts val="533"/>
              </a:spcAft>
              <a:buFont typeface="Arial" panose="020B0604020202020204" pitchFamily="34" charset="0"/>
              <a:buNone/>
              <a:defRPr sz="1467">
                <a:solidFill>
                  <a:schemeClr val="accent2"/>
                </a:solidFill>
              </a:defRPr>
            </a:lvl2pPr>
            <a:lvl3pPr>
              <a:lnSpc>
                <a:spcPct val="110000"/>
              </a:lnSpc>
              <a:defRPr sz="1067">
                <a:latin typeface="+mj-lt"/>
              </a:defRPr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9" name="Espace réservé du texte 4">
            <a:extLst>
              <a:ext uri="{FF2B5EF4-FFF2-40B4-BE49-F238E27FC236}">
                <a16:creationId xmlns:a16="http://schemas.microsoft.com/office/drawing/2014/main" id="{71337317-15B9-4EF3-81D5-FE9D001892D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381823" y="5039497"/>
            <a:ext cx="1379716" cy="419247"/>
          </a:xfrm>
        </p:spPr>
        <p:txBody>
          <a:bodyPr/>
          <a:lstStyle>
            <a:lvl1pPr algn="l">
              <a:lnSpc>
                <a:spcPct val="125000"/>
              </a:lnSpc>
              <a:defRPr sz="1067">
                <a:solidFill>
                  <a:schemeClr val="tx1"/>
                </a:solidFill>
              </a:defRPr>
            </a:lvl1pPr>
            <a:lvl2pPr marL="0" indent="0">
              <a:lnSpc>
                <a:spcPts val="1600"/>
              </a:lnSpc>
              <a:spcAft>
                <a:spcPts val="533"/>
              </a:spcAft>
              <a:buFont typeface="Arial" panose="020B0604020202020204" pitchFamily="34" charset="0"/>
              <a:buNone/>
              <a:defRPr sz="933"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defRPr sz="1067">
                <a:latin typeface="+mj-lt"/>
              </a:defRPr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8" name="Espace réservé du texte 5">
            <a:extLst>
              <a:ext uri="{FF2B5EF4-FFF2-40B4-BE49-F238E27FC236}">
                <a16:creationId xmlns:a16="http://schemas.microsoft.com/office/drawing/2014/main" id="{D7CFAE1A-FA8C-4F51-A655-9E0F02F2411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033427" y="425183"/>
            <a:ext cx="7715547" cy="164148"/>
          </a:xfrm>
        </p:spPr>
        <p:txBody>
          <a:bodyPr wrap="square" anchor="t" anchorCtr="0">
            <a:sp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lang="fr-FR" sz="1067" b="0" i="0" kern="1200" dirty="0" err="1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defRPr sz="533" b="0" i="0" cap="all" baseline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spcBef>
                <a:spcPts val="400"/>
              </a:spcBef>
              <a:tabLst>
                <a:tab pos="836063" algn="l"/>
              </a:tabLst>
              <a:defRPr sz="533"/>
            </a:lvl3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9" name="Espace réservé du texte 4">
            <a:extLst>
              <a:ext uri="{FF2B5EF4-FFF2-40B4-BE49-F238E27FC236}">
                <a16:creationId xmlns:a16="http://schemas.microsoft.com/office/drawing/2014/main" id="{5114C6CE-4866-474F-BF86-38E09FF9D45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44974" y="1577577"/>
            <a:ext cx="2824073" cy="492443"/>
          </a:xfr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160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>
              <a:spcBef>
                <a:spcPts val="533"/>
              </a:spcBef>
              <a:buFont typeface="Arial" panose="020B0604020202020204" pitchFamily="34" charset="0"/>
              <a:buNone/>
              <a:defRPr sz="1600"/>
            </a:lvl2pPr>
            <a:lvl3pPr>
              <a:lnSpc>
                <a:spcPct val="110000"/>
              </a:lnSpc>
              <a:defRPr lang="en-US" sz="1333" kern="1200" dirty="0" smtClean="0">
                <a:solidFill>
                  <a:schemeClr val="tx1"/>
                </a:solidFill>
                <a:latin typeface="Sanofi Sans 3 Regular"/>
                <a:ea typeface="+mn-ea"/>
                <a:cs typeface="+mn-cs"/>
              </a:defRPr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351B796C-D9CF-43FC-A477-86A208BBE8F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42035" y="1943799"/>
            <a:ext cx="2827013" cy="429522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 marL="302392" indent="-302392"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tx1"/>
                </a:solidFill>
              </a:defRPr>
            </a:lvl2pPr>
            <a:lvl3pPr marL="609585" indent="-302392"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tx1"/>
                </a:solidFill>
              </a:defRPr>
            </a:lvl3pPr>
            <a:lvl4pPr marL="911977" indent="-302392"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7C93D6-412D-42D2-B4F0-861F3AFA4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600" y="710401"/>
            <a:ext cx="2827447" cy="74824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43" name="Graphique 7">
            <a:extLst>
              <a:ext uri="{FF2B5EF4-FFF2-40B4-BE49-F238E27FC236}">
                <a16:creationId xmlns:a16="http://schemas.microsoft.com/office/drawing/2014/main" id="{E81F6DB5-904A-4266-BC9D-43DEDDAB2FF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2166" y="6329527"/>
            <a:ext cx="1071853" cy="275084"/>
            <a:chOff x="4768103" y="-471733"/>
            <a:chExt cx="744723" cy="191124"/>
          </a:xfrm>
          <a:solidFill>
            <a:schemeClr val="bg1"/>
          </a:solidFill>
        </p:grpSpPr>
        <p:sp>
          <p:nvSpPr>
            <p:cNvPr id="44" name="Forme libre : forme 9">
              <a:extLst>
                <a:ext uri="{FF2B5EF4-FFF2-40B4-BE49-F238E27FC236}">
                  <a16:creationId xmlns:a16="http://schemas.microsoft.com/office/drawing/2014/main" id="{D973C0DD-9BFB-489B-BB18-B95D2818DDEA}"/>
                </a:ext>
              </a:extLst>
            </p:cNvPr>
            <p:cNvSpPr/>
            <p:nvPr userDrawn="1"/>
          </p:nvSpPr>
          <p:spPr>
            <a:xfrm>
              <a:off x="4770087" y="-471716"/>
              <a:ext cx="740699" cy="191096"/>
            </a:xfrm>
            <a:custGeom>
              <a:avLst/>
              <a:gdLst>
                <a:gd name="connsiteX0" fmla="*/ 689325 w 740699"/>
                <a:gd name="connsiteY0" fmla="*/ 7347 h 191096"/>
                <a:gd name="connsiteX1" fmla="*/ 688790 w 740699"/>
                <a:gd name="connsiteY1" fmla="*/ 10847 h 191096"/>
                <a:gd name="connsiteX2" fmla="*/ 686092 w 740699"/>
                <a:gd name="connsiteY2" fmla="*/ 24840 h 191096"/>
                <a:gd name="connsiteX3" fmla="*/ 680980 w 740699"/>
                <a:gd name="connsiteY3" fmla="*/ 29953 h 191096"/>
                <a:gd name="connsiteX4" fmla="*/ 667797 w 740699"/>
                <a:gd name="connsiteY4" fmla="*/ 28608 h 191096"/>
                <a:gd name="connsiteX5" fmla="*/ 646528 w 740699"/>
                <a:gd name="connsiteY5" fmla="*/ 50946 h 191096"/>
                <a:gd name="connsiteX6" fmla="*/ 646528 w 740699"/>
                <a:gd name="connsiteY6" fmla="*/ 53911 h 191096"/>
                <a:gd name="connsiteX7" fmla="*/ 680712 w 740699"/>
                <a:gd name="connsiteY7" fmla="*/ 53911 h 191096"/>
                <a:gd name="connsiteX8" fmla="*/ 686092 w 740699"/>
                <a:gd name="connsiteY8" fmla="*/ 59559 h 191096"/>
                <a:gd name="connsiteX9" fmla="*/ 686092 w 740699"/>
                <a:gd name="connsiteY9" fmla="*/ 78130 h 191096"/>
                <a:gd name="connsiteX10" fmla="*/ 680712 w 740699"/>
                <a:gd name="connsiteY10" fmla="*/ 83518 h 191096"/>
                <a:gd name="connsiteX11" fmla="*/ 646528 w 740699"/>
                <a:gd name="connsiteY11" fmla="*/ 83518 h 191096"/>
                <a:gd name="connsiteX12" fmla="*/ 646528 w 740699"/>
                <a:gd name="connsiteY12" fmla="*/ 183097 h 191096"/>
                <a:gd name="connsiteX13" fmla="*/ 641148 w 740699"/>
                <a:gd name="connsiteY13" fmla="*/ 188485 h 191096"/>
                <a:gd name="connsiteX14" fmla="*/ 617197 w 740699"/>
                <a:gd name="connsiteY14" fmla="*/ 188485 h 191096"/>
                <a:gd name="connsiteX15" fmla="*/ 611809 w 740699"/>
                <a:gd name="connsiteY15" fmla="*/ 183097 h 191096"/>
                <a:gd name="connsiteX16" fmla="*/ 611809 w 740699"/>
                <a:gd name="connsiteY16" fmla="*/ 56602 h 191096"/>
                <a:gd name="connsiteX17" fmla="*/ 666987 w 740699"/>
                <a:gd name="connsiteY17" fmla="*/ 79 h 191096"/>
                <a:gd name="connsiteX18" fmla="*/ 683945 w 740699"/>
                <a:gd name="connsiteY18" fmla="*/ 1966 h 191096"/>
                <a:gd name="connsiteX19" fmla="*/ 689325 w 740699"/>
                <a:gd name="connsiteY19" fmla="*/ 7347 h 191096"/>
                <a:gd name="connsiteX20" fmla="*/ 741003 w 740699"/>
                <a:gd name="connsiteY20" fmla="*/ 59292 h 191096"/>
                <a:gd name="connsiteX21" fmla="*/ 741003 w 740699"/>
                <a:gd name="connsiteY21" fmla="*/ 183097 h 191096"/>
                <a:gd name="connsiteX22" fmla="*/ 735615 w 740699"/>
                <a:gd name="connsiteY22" fmla="*/ 188485 h 191096"/>
                <a:gd name="connsiteX23" fmla="*/ 711396 w 740699"/>
                <a:gd name="connsiteY23" fmla="*/ 188485 h 191096"/>
                <a:gd name="connsiteX24" fmla="*/ 706008 w 740699"/>
                <a:gd name="connsiteY24" fmla="*/ 183097 h 191096"/>
                <a:gd name="connsiteX25" fmla="*/ 706008 w 740699"/>
                <a:gd name="connsiteY25" fmla="*/ 59292 h 191096"/>
                <a:gd name="connsiteX26" fmla="*/ 711396 w 740699"/>
                <a:gd name="connsiteY26" fmla="*/ 53911 h 191096"/>
                <a:gd name="connsiteX27" fmla="*/ 735615 w 740699"/>
                <a:gd name="connsiteY27" fmla="*/ 53911 h 191096"/>
                <a:gd name="connsiteX28" fmla="*/ 741003 w 740699"/>
                <a:gd name="connsiteY28" fmla="*/ 59292 h 191096"/>
                <a:gd name="connsiteX29" fmla="*/ 518954 w 740699"/>
                <a:gd name="connsiteY29" fmla="*/ 158879 h 191096"/>
                <a:gd name="connsiteX30" fmla="*/ 485847 w 740699"/>
                <a:gd name="connsiteY30" fmla="*/ 121195 h 191096"/>
                <a:gd name="connsiteX31" fmla="*/ 517074 w 740699"/>
                <a:gd name="connsiteY31" fmla="*/ 83518 h 191096"/>
                <a:gd name="connsiteX32" fmla="*/ 550173 w 740699"/>
                <a:gd name="connsiteY32" fmla="*/ 121195 h 191096"/>
                <a:gd name="connsiteX33" fmla="*/ 518954 w 740699"/>
                <a:gd name="connsiteY33" fmla="*/ 158879 h 191096"/>
                <a:gd name="connsiteX34" fmla="*/ 517074 w 740699"/>
                <a:gd name="connsiteY34" fmla="*/ 51221 h 191096"/>
                <a:gd name="connsiteX35" fmla="*/ 450317 w 740699"/>
                <a:gd name="connsiteY35" fmla="*/ 121195 h 191096"/>
                <a:gd name="connsiteX36" fmla="*/ 518954 w 740699"/>
                <a:gd name="connsiteY36" fmla="*/ 191176 h 191096"/>
                <a:gd name="connsiteX37" fmla="*/ 585702 w 740699"/>
                <a:gd name="connsiteY37" fmla="*/ 121195 h 191096"/>
                <a:gd name="connsiteX38" fmla="*/ 517074 w 740699"/>
                <a:gd name="connsiteY38" fmla="*/ 51221 h 191096"/>
                <a:gd name="connsiteX39" fmla="*/ 424486 w 740699"/>
                <a:gd name="connsiteY39" fmla="*/ 101813 h 191096"/>
                <a:gd name="connsiteX40" fmla="*/ 424486 w 740699"/>
                <a:gd name="connsiteY40" fmla="*/ 183097 h 191096"/>
                <a:gd name="connsiteX41" fmla="*/ 419098 w 740699"/>
                <a:gd name="connsiteY41" fmla="*/ 188485 h 191096"/>
                <a:gd name="connsiteX42" fmla="*/ 394880 w 740699"/>
                <a:gd name="connsiteY42" fmla="*/ 188485 h 191096"/>
                <a:gd name="connsiteX43" fmla="*/ 389492 w 740699"/>
                <a:gd name="connsiteY43" fmla="*/ 183097 h 191096"/>
                <a:gd name="connsiteX44" fmla="*/ 389492 w 740699"/>
                <a:gd name="connsiteY44" fmla="*/ 106391 h 191096"/>
                <a:gd name="connsiteX45" fmla="*/ 363385 w 740699"/>
                <a:gd name="connsiteY45" fmla="*/ 83518 h 191096"/>
                <a:gd name="connsiteX46" fmla="*/ 343469 w 740699"/>
                <a:gd name="connsiteY46" fmla="*/ 85665 h 191096"/>
                <a:gd name="connsiteX47" fmla="*/ 337012 w 740699"/>
                <a:gd name="connsiteY47" fmla="*/ 92666 h 191096"/>
                <a:gd name="connsiteX48" fmla="*/ 337012 w 740699"/>
                <a:gd name="connsiteY48" fmla="*/ 183097 h 191096"/>
                <a:gd name="connsiteX49" fmla="*/ 331624 w 740699"/>
                <a:gd name="connsiteY49" fmla="*/ 188485 h 191096"/>
                <a:gd name="connsiteX50" fmla="*/ 307405 w 740699"/>
                <a:gd name="connsiteY50" fmla="*/ 188485 h 191096"/>
                <a:gd name="connsiteX51" fmla="*/ 302017 w 740699"/>
                <a:gd name="connsiteY51" fmla="*/ 183097 h 191096"/>
                <a:gd name="connsiteX52" fmla="*/ 302017 w 740699"/>
                <a:gd name="connsiteY52" fmla="*/ 71672 h 191096"/>
                <a:gd name="connsiteX53" fmla="*/ 308750 w 740699"/>
                <a:gd name="connsiteY53" fmla="*/ 60904 h 191096"/>
                <a:gd name="connsiteX54" fmla="*/ 362850 w 740699"/>
                <a:gd name="connsiteY54" fmla="*/ 51221 h 191096"/>
                <a:gd name="connsiteX55" fmla="*/ 424486 w 740699"/>
                <a:gd name="connsiteY55" fmla="*/ 101813 h 191096"/>
                <a:gd name="connsiteX56" fmla="*/ 122497 w 740699"/>
                <a:gd name="connsiteY56" fmla="*/ 167759 h 191096"/>
                <a:gd name="connsiteX57" fmla="*/ 120342 w 740699"/>
                <a:gd name="connsiteY57" fmla="*/ 183097 h 191096"/>
                <a:gd name="connsiteX58" fmla="*/ 113350 w 740699"/>
                <a:gd name="connsiteY58" fmla="*/ 188485 h 191096"/>
                <a:gd name="connsiteX59" fmla="*/ 89123 w 740699"/>
                <a:gd name="connsiteY59" fmla="*/ 188485 h 191096"/>
                <a:gd name="connsiteX60" fmla="*/ 85088 w 740699"/>
                <a:gd name="connsiteY60" fmla="*/ 184718 h 191096"/>
                <a:gd name="connsiteX61" fmla="*/ 85356 w 740699"/>
                <a:gd name="connsiteY61" fmla="*/ 183097 h 191096"/>
                <a:gd name="connsiteX62" fmla="*/ 86968 w 740699"/>
                <a:gd name="connsiteY62" fmla="*/ 173140 h 191096"/>
                <a:gd name="connsiteX63" fmla="*/ 303 w 740699"/>
                <a:gd name="connsiteY63" fmla="*/ 98589 h 191096"/>
                <a:gd name="connsiteX64" fmla="*/ 59517 w 740699"/>
                <a:gd name="connsiteY64" fmla="*/ 50144 h 191096"/>
                <a:gd name="connsiteX65" fmla="*/ 115230 w 740699"/>
                <a:gd name="connsiteY65" fmla="*/ 64404 h 191096"/>
                <a:gd name="connsiteX66" fmla="*/ 118462 w 740699"/>
                <a:gd name="connsiteY66" fmla="*/ 69792 h 191096"/>
                <a:gd name="connsiteX67" fmla="*/ 117385 w 740699"/>
                <a:gd name="connsiteY67" fmla="*/ 74362 h 191096"/>
                <a:gd name="connsiteX68" fmla="*/ 109039 w 740699"/>
                <a:gd name="connsiteY68" fmla="*/ 92131 h 191096"/>
                <a:gd name="connsiteX69" fmla="*/ 103116 w 740699"/>
                <a:gd name="connsiteY69" fmla="*/ 95899 h 191096"/>
                <a:gd name="connsiteX70" fmla="*/ 99081 w 740699"/>
                <a:gd name="connsiteY70" fmla="*/ 94821 h 191096"/>
                <a:gd name="connsiteX71" fmla="*/ 58439 w 740699"/>
                <a:gd name="connsiteY71" fmla="*/ 82708 h 191096"/>
                <a:gd name="connsiteX72" fmla="*/ 35833 w 740699"/>
                <a:gd name="connsiteY72" fmla="*/ 96166 h 191096"/>
                <a:gd name="connsiteX73" fmla="*/ 122497 w 740699"/>
                <a:gd name="connsiteY73" fmla="*/ 167759 h 191096"/>
                <a:gd name="connsiteX74" fmla="*/ 234191 w 740699"/>
                <a:gd name="connsiteY74" fmla="*/ 149189 h 191096"/>
                <a:gd name="connsiteX75" fmla="*/ 227466 w 740699"/>
                <a:gd name="connsiteY75" fmla="*/ 156456 h 191096"/>
                <a:gd name="connsiteX76" fmla="*/ 209162 w 740699"/>
                <a:gd name="connsiteY76" fmla="*/ 158879 h 191096"/>
                <a:gd name="connsiteX77" fmla="*/ 175788 w 740699"/>
                <a:gd name="connsiteY77" fmla="*/ 121195 h 191096"/>
                <a:gd name="connsiteX78" fmla="*/ 209162 w 740699"/>
                <a:gd name="connsiteY78" fmla="*/ 83518 h 191096"/>
                <a:gd name="connsiteX79" fmla="*/ 227466 w 740699"/>
                <a:gd name="connsiteY79" fmla="*/ 85941 h 191096"/>
                <a:gd name="connsiteX80" fmla="*/ 234191 w 740699"/>
                <a:gd name="connsiteY80" fmla="*/ 93201 h 191096"/>
                <a:gd name="connsiteX81" fmla="*/ 234191 w 740699"/>
                <a:gd name="connsiteY81" fmla="*/ 149189 h 191096"/>
                <a:gd name="connsiteX82" fmla="*/ 262452 w 740699"/>
                <a:gd name="connsiteY82" fmla="*/ 61179 h 191096"/>
                <a:gd name="connsiteX83" fmla="*/ 209430 w 740699"/>
                <a:gd name="connsiteY83" fmla="*/ 51221 h 191096"/>
                <a:gd name="connsiteX84" fmla="*/ 140258 w 740699"/>
                <a:gd name="connsiteY84" fmla="*/ 121195 h 191096"/>
                <a:gd name="connsiteX85" fmla="*/ 208895 w 740699"/>
                <a:gd name="connsiteY85" fmla="*/ 191176 h 191096"/>
                <a:gd name="connsiteX86" fmla="*/ 262452 w 740699"/>
                <a:gd name="connsiteY86" fmla="*/ 180407 h 191096"/>
                <a:gd name="connsiteX87" fmla="*/ 269185 w 740699"/>
                <a:gd name="connsiteY87" fmla="*/ 169639 h 191096"/>
                <a:gd name="connsiteX88" fmla="*/ 269185 w 740699"/>
                <a:gd name="connsiteY88" fmla="*/ 71940 h 191096"/>
                <a:gd name="connsiteX89" fmla="*/ 262452 w 740699"/>
                <a:gd name="connsiteY89" fmla="*/ 61179 h 191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740699" h="191096">
                  <a:moveTo>
                    <a:pt x="689325" y="7347"/>
                  </a:moveTo>
                  <a:cubicBezTo>
                    <a:pt x="689325" y="8511"/>
                    <a:pt x="689026" y="9604"/>
                    <a:pt x="688790" y="10847"/>
                  </a:cubicBezTo>
                  <a:lnTo>
                    <a:pt x="686092" y="24840"/>
                  </a:lnTo>
                  <a:cubicBezTo>
                    <a:pt x="685558" y="28073"/>
                    <a:pt x="684213" y="29953"/>
                    <a:pt x="680980" y="29953"/>
                  </a:cubicBezTo>
                  <a:cubicBezTo>
                    <a:pt x="678974" y="29953"/>
                    <a:pt x="673177" y="28608"/>
                    <a:pt x="667797" y="28608"/>
                  </a:cubicBezTo>
                  <a:cubicBezTo>
                    <a:pt x="652993" y="28608"/>
                    <a:pt x="646528" y="36143"/>
                    <a:pt x="646528" y="50946"/>
                  </a:cubicBezTo>
                  <a:lnTo>
                    <a:pt x="646528" y="53911"/>
                  </a:lnTo>
                  <a:lnTo>
                    <a:pt x="680712" y="53911"/>
                  </a:lnTo>
                  <a:cubicBezTo>
                    <a:pt x="684213" y="53911"/>
                    <a:pt x="686092" y="56059"/>
                    <a:pt x="686092" y="59559"/>
                  </a:cubicBezTo>
                  <a:lnTo>
                    <a:pt x="686092" y="78130"/>
                  </a:lnTo>
                  <a:cubicBezTo>
                    <a:pt x="686092" y="81363"/>
                    <a:pt x="684213" y="83518"/>
                    <a:pt x="680712" y="83518"/>
                  </a:cubicBezTo>
                  <a:lnTo>
                    <a:pt x="646528" y="83518"/>
                  </a:lnTo>
                  <a:lnTo>
                    <a:pt x="646528" y="183097"/>
                  </a:lnTo>
                  <a:cubicBezTo>
                    <a:pt x="646528" y="186330"/>
                    <a:pt x="644380" y="188485"/>
                    <a:pt x="641148" y="188485"/>
                  </a:cubicBezTo>
                  <a:lnTo>
                    <a:pt x="617197" y="188485"/>
                  </a:lnTo>
                  <a:cubicBezTo>
                    <a:pt x="613964" y="188485"/>
                    <a:pt x="611809" y="186330"/>
                    <a:pt x="611809" y="183097"/>
                  </a:cubicBezTo>
                  <a:lnTo>
                    <a:pt x="611809" y="56602"/>
                  </a:lnTo>
                  <a:cubicBezTo>
                    <a:pt x="611809" y="17839"/>
                    <a:pt x="633612" y="79"/>
                    <a:pt x="666987" y="79"/>
                  </a:cubicBezTo>
                  <a:cubicBezTo>
                    <a:pt x="672729" y="79"/>
                    <a:pt x="678557" y="621"/>
                    <a:pt x="683945" y="1966"/>
                  </a:cubicBezTo>
                  <a:cubicBezTo>
                    <a:pt x="687713" y="2769"/>
                    <a:pt x="689325" y="4358"/>
                    <a:pt x="689325" y="7347"/>
                  </a:cubicBezTo>
                  <a:moveTo>
                    <a:pt x="741003" y="59292"/>
                  </a:moveTo>
                  <a:lnTo>
                    <a:pt x="741003" y="183097"/>
                  </a:lnTo>
                  <a:cubicBezTo>
                    <a:pt x="741003" y="186330"/>
                    <a:pt x="738848" y="188485"/>
                    <a:pt x="735615" y="188485"/>
                  </a:cubicBezTo>
                  <a:lnTo>
                    <a:pt x="711396" y="188485"/>
                  </a:lnTo>
                  <a:cubicBezTo>
                    <a:pt x="708164" y="188485"/>
                    <a:pt x="706008" y="186330"/>
                    <a:pt x="706008" y="183097"/>
                  </a:cubicBezTo>
                  <a:lnTo>
                    <a:pt x="706008" y="59292"/>
                  </a:lnTo>
                  <a:cubicBezTo>
                    <a:pt x="706008" y="56059"/>
                    <a:pt x="708164" y="53911"/>
                    <a:pt x="711396" y="53911"/>
                  </a:cubicBezTo>
                  <a:lnTo>
                    <a:pt x="735615" y="53911"/>
                  </a:lnTo>
                  <a:cubicBezTo>
                    <a:pt x="738848" y="53911"/>
                    <a:pt x="741003" y="56059"/>
                    <a:pt x="741003" y="59292"/>
                  </a:cubicBezTo>
                  <a:moveTo>
                    <a:pt x="518954" y="158879"/>
                  </a:moveTo>
                  <a:cubicBezTo>
                    <a:pt x="499038" y="158879"/>
                    <a:pt x="485847" y="145956"/>
                    <a:pt x="485847" y="121195"/>
                  </a:cubicBezTo>
                  <a:cubicBezTo>
                    <a:pt x="485847" y="96433"/>
                    <a:pt x="499038" y="83518"/>
                    <a:pt x="517074" y="83518"/>
                  </a:cubicBezTo>
                  <a:cubicBezTo>
                    <a:pt x="536990" y="83518"/>
                    <a:pt x="550173" y="96433"/>
                    <a:pt x="550173" y="121195"/>
                  </a:cubicBezTo>
                  <a:cubicBezTo>
                    <a:pt x="550173" y="145956"/>
                    <a:pt x="536990" y="158879"/>
                    <a:pt x="518954" y="158879"/>
                  </a:cubicBezTo>
                  <a:moveTo>
                    <a:pt x="517074" y="51221"/>
                  </a:moveTo>
                  <a:cubicBezTo>
                    <a:pt x="476699" y="51221"/>
                    <a:pt x="450317" y="80553"/>
                    <a:pt x="450317" y="121195"/>
                  </a:cubicBezTo>
                  <a:cubicBezTo>
                    <a:pt x="450317" y="161837"/>
                    <a:pt x="476699" y="191176"/>
                    <a:pt x="518954" y="191176"/>
                  </a:cubicBezTo>
                  <a:cubicBezTo>
                    <a:pt x="559328" y="191176"/>
                    <a:pt x="585702" y="161837"/>
                    <a:pt x="585702" y="121195"/>
                  </a:cubicBezTo>
                  <a:cubicBezTo>
                    <a:pt x="585702" y="80553"/>
                    <a:pt x="559328" y="51221"/>
                    <a:pt x="517074" y="51221"/>
                  </a:cubicBezTo>
                  <a:moveTo>
                    <a:pt x="424486" y="101813"/>
                  </a:moveTo>
                  <a:lnTo>
                    <a:pt x="424486" y="183097"/>
                  </a:lnTo>
                  <a:cubicBezTo>
                    <a:pt x="424486" y="186330"/>
                    <a:pt x="422331" y="188485"/>
                    <a:pt x="419098" y="188485"/>
                  </a:cubicBezTo>
                  <a:lnTo>
                    <a:pt x="394880" y="188485"/>
                  </a:lnTo>
                  <a:cubicBezTo>
                    <a:pt x="391647" y="188485"/>
                    <a:pt x="389492" y="186330"/>
                    <a:pt x="389492" y="183097"/>
                  </a:cubicBezTo>
                  <a:lnTo>
                    <a:pt x="389492" y="106391"/>
                  </a:lnTo>
                  <a:cubicBezTo>
                    <a:pt x="389492" y="90243"/>
                    <a:pt x="377921" y="83518"/>
                    <a:pt x="363385" y="83518"/>
                  </a:cubicBezTo>
                  <a:cubicBezTo>
                    <a:pt x="355040" y="83518"/>
                    <a:pt x="350470" y="84053"/>
                    <a:pt x="343469" y="85665"/>
                  </a:cubicBezTo>
                  <a:cubicBezTo>
                    <a:pt x="339159" y="86743"/>
                    <a:pt x="337012" y="88631"/>
                    <a:pt x="337012" y="92666"/>
                  </a:cubicBezTo>
                  <a:lnTo>
                    <a:pt x="337012" y="183097"/>
                  </a:lnTo>
                  <a:cubicBezTo>
                    <a:pt x="337012" y="186330"/>
                    <a:pt x="334856" y="188485"/>
                    <a:pt x="331624" y="188485"/>
                  </a:cubicBezTo>
                  <a:lnTo>
                    <a:pt x="307405" y="188485"/>
                  </a:lnTo>
                  <a:cubicBezTo>
                    <a:pt x="304172" y="188485"/>
                    <a:pt x="302017" y="186330"/>
                    <a:pt x="302017" y="183097"/>
                  </a:cubicBezTo>
                  <a:lnTo>
                    <a:pt x="302017" y="71672"/>
                  </a:lnTo>
                  <a:cubicBezTo>
                    <a:pt x="302017" y="65482"/>
                    <a:pt x="304982" y="62249"/>
                    <a:pt x="308750" y="60904"/>
                  </a:cubicBezTo>
                  <a:cubicBezTo>
                    <a:pt x="328399" y="53911"/>
                    <a:pt x="346970" y="51221"/>
                    <a:pt x="362850" y="51221"/>
                  </a:cubicBezTo>
                  <a:cubicBezTo>
                    <a:pt x="404295" y="51221"/>
                    <a:pt x="424486" y="68982"/>
                    <a:pt x="424486" y="101813"/>
                  </a:cubicBezTo>
                  <a:moveTo>
                    <a:pt x="122497" y="167759"/>
                  </a:moveTo>
                  <a:cubicBezTo>
                    <a:pt x="122497" y="172337"/>
                    <a:pt x="121963" y="178528"/>
                    <a:pt x="120342" y="183097"/>
                  </a:cubicBezTo>
                  <a:cubicBezTo>
                    <a:pt x="118997" y="187140"/>
                    <a:pt x="117385" y="188485"/>
                    <a:pt x="113350" y="188485"/>
                  </a:cubicBezTo>
                  <a:lnTo>
                    <a:pt x="89123" y="188485"/>
                  </a:lnTo>
                  <a:cubicBezTo>
                    <a:pt x="86433" y="188485"/>
                    <a:pt x="85088" y="186865"/>
                    <a:pt x="85088" y="184718"/>
                  </a:cubicBezTo>
                  <a:cubicBezTo>
                    <a:pt x="85088" y="184175"/>
                    <a:pt x="85088" y="183640"/>
                    <a:pt x="85356" y="183097"/>
                  </a:cubicBezTo>
                  <a:cubicBezTo>
                    <a:pt x="86433" y="179597"/>
                    <a:pt x="86968" y="177175"/>
                    <a:pt x="86968" y="173140"/>
                  </a:cubicBezTo>
                  <a:cubicBezTo>
                    <a:pt x="86968" y="133559"/>
                    <a:pt x="303" y="155646"/>
                    <a:pt x="303" y="98589"/>
                  </a:cubicBezTo>
                  <a:cubicBezTo>
                    <a:pt x="303" y="69517"/>
                    <a:pt x="23452" y="50144"/>
                    <a:pt x="59517" y="50144"/>
                  </a:cubicBezTo>
                  <a:cubicBezTo>
                    <a:pt x="78623" y="50144"/>
                    <a:pt x="98546" y="54714"/>
                    <a:pt x="115230" y="64404"/>
                  </a:cubicBezTo>
                  <a:cubicBezTo>
                    <a:pt x="117393" y="65490"/>
                    <a:pt x="118462" y="67637"/>
                    <a:pt x="118462" y="69792"/>
                  </a:cubicBezTo>
                  <a:cubicBezTo>
                    <a:pt x="118462" y="71137"/>
                    <a:pt x="118164" y="72710"/>
                    <a:pt x="117385" y="74362"/>
                  </a:cubicBezTo>
                  <a:lnTo>
                    <a:pt x="109039" y="92131"/>
                  </a:lnTo>
                  <a:cubicBezTo>
                    <a:pt x="107962" y="94553"/>
                    <a:pt x="105539" y="95899"/>
                    <a:pt x="103116" y="95899"/>
                  </a:cubicBezTo>
                  <a:cubicBezTo>
                    <a:pt x="101771" y="95899"/>
                    <a:pt x="100426" y="95623"/>
                    <a:pt x="99081" y="94821"/>
                  </a:cubicBezTo>
                  <a:cubicBezTo>
                    <a:pt x="85356" y="87286"/>
                    <a:pt x="72165" y="82708"/>
                    <a:pt x="58439" y="82708"/>
                  </a:cubicBezTo>
                  <a:cubicBezTo>
                    <a:pt x="44179" y="82708"/>
                    <a:pt x="35833" y="87923"/>
                    <a:pt x="35833" y="96166"/>
                  </a:cubicBezTo>
                  <a:cubicBezTo>
                    <a:pt x="35833" y="121368"/>
                    <a:pt x="122497" y="106659"/>
                    <a:pt x="122497" y="167759"/>
                  </a:cubicBezTo>
                  <a:moveTo>
                    <a:pt x="234191" y="149189"/>
                  </a:moveTo>
                  <a:cubicBezTo>
                    <a:pt x="234191" y="153224"/>
                    <a:pt x="232043" y="155111"/>
                    <a:pt x="227466" y="156456"/>
                  </a:cubicBezTo>
                  <a:cubicBezTo>
                    <a:pt x="221543" y="158069"/>
                    <a:pt x="216430" y="158879"/>
                    <a:pt x="209162" y="158879"/>
                  </a:cubicBezTo>
                  <a:cubicBezTo>
                    <a:pt x="191936" y="158879"/>
                    <a:pt x="175788" y="148646"/>
                    <a:pt x="175788" y="121195"/>
                  </a:cubicBezTo>
                  <a:cubicBezTo>
                    <a:pt x="175788" y="93743"/>
                    <a:pt x="191936" y="83518"/>
                    <a:pt x="209162" y="83518"/>
                  </a:cubicBezTo>
                  <a:cubicBezTo>
                    <a:pt x="216430" y="83518"/>
                    <a:pt x="221543" y="84320"/>
                    <a:pt x="227466" y="85941"/>
                  </a:cubicBezTo>
                  <a:cubicBezTo>
                    <a:pt x="232043" y="87286"/>
                    <a:pt x="234191" y="89165"/>
                    <a:pt x="234191" y="93201"/>
                  </a:cubicBezTo>
                  <a:lnTo>
                    <a:pt x="234191" y="149189"/>
                  </a:lnTo>
                  <a:close/>
                  <a:moveTo>
                    <a:pt x="262452" y="61179"/>
                  </a:moveTo>
                  <a:cubicBezTo>
                    <a:pt x="244692" y="54446"/>
                    <a:pt x="228000" y="51221"/>
                    <a:pt x="209430" y="51221"/>
                  </a:cubicBezTo>
                  <a:cubicBezTo>
                    <a:pt x="168795" y="51221"/>
                    <a:pt x="140258" y="78405"/>
                    <a:pt x="140258" y="121195"/>
                  </a:cubicBezTo>
                  <a:cubicBezTo>
                    <a:pt x="140258" y="164527"/>
                    <a:pt x="165020" y="191176"/>
                    <a:pt x="208895" y="191176"/>
                  </a:cubicBezTo>
                  <a:cubicBezTo>
                    <a:pt x="226655" y="191176"/>
                    <a:pt x="243881" y="188210"/>
                    <a:pt x="262452" y="180407"/>
                  </a:cubicBezTo>
                  <a:cubicBezTo>
                    <a:pt x="266763" y="178528"/>
                    <a:pt x="269185" y="175562"/>
                    <a:pt x="269185" y="169639"/>
                  </a:cubicBezTo>
                  <a:lnTo>
                    <a:pt x="269185" y="71940"/>
                  </a:lnTo>
                  <a:cubicBezTo>
                    <a:pt x="269185" y="65749"/>
                    <a:pt x="266763" y="62792"/>
                    <a:pt x="262452" y="61179"/>
                  </a:cubicBezTo>
                </a:path>
              </a:pathLst>
            </a:custGeom>
            <a:grpFill/>
            <a:ln w="78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46" name="Forme libre : forme 10">
              <a:extLst>
                <a:ext uri="{FF2B5EF4-FFF2-40B4-BE49-F238E27FC236}">
                  <a16:creationId xmlns:a16="http://schemas.microsoft.com/office/drawing/2014/main" id="{CDE5A571-F6DA-4505-A5B1-DCCE6D336F46}"/>
                </a:ext>
              </a:extLst>
            </p:cNvPr>
            <p:cNvSpPr/>
            <p:nvPr/>
          </p:nvSpPr>
          <p:spPr>
            <a:xfrm rot="-73896" flipV="1">
              <a:off x="5474877" y="-471733"/>
              <a:ext cx="37949" cy="37711"/>
            </a:xfrm>
            <a:custGeom>
              <a:avLst/>
              <a:gdLst>
                <a:gd name="connsiteX0" fmla="*/ 19483 w 37949"/>
                <a:gd name="connsiteY0" fmla="*/ 17 h 37711"/>
                <a:gd name="connsiteX1" fmla="*/ 38456 w 37949"/>
                <a:gd name="connsiteY1" fmla="*/ 18454 h 37711"/>
                <a:gd name="connsiteX2" fmla="*/ 19491 w 37949"/>
                <a:gd name="connsiteY2" fmla="*/ 37717 h 37711"/>
                <a:gd name="connsiteX3" fmla="*/ 519 w 37949"/>
                <a:gd name="connsiteY3" fmla="*/ 19272 h 37711"/>
                <a:gd name="connsiteX4" fmla="*/ 19483 w 37949"/>
                <a:gd name="connsiteY4" fmla="*/ 17 h 37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49" h="37711">
                  <a:moveTo>
                    <a:pt x="19483" y="17"/>
                  </a:moveTo>
                  <a:cubicBezTo>
                    <a:pt x="30519" y="-219"/>
                    <a:pt x="38212" y="6883"/>
                    <a:pt x="38456" y="18454"/>
                  </a:cubicBezTo>
                  <a:cubicBezTo>
                    <a:pt x="38715" y="30300"/>
                    <a:pt x="31329" y="37457"/>
                    <a:pt x="19491" y="37717"/>
                  </a:cubicBezTo>
                  <a:cubicBezTo>
                    <a:pt x="8188" y="37953"/>
                    <a:pt x="771" y="31118"/>
                    <a:pt x="519" y="19272"/>
                  </a:cubicBezTo>
                  <a:cubicBezTo>
                    <a:pt x="267" y="7701"/>
                    <a:pt x="7378" y="284"/>
                    <a:pt x="19483" y="17"/>
                  </a:cubicBezTo>
                </a:path>
              </a:pathLst>
            </a:custGeom>
            <a:grpFill/>
            <a:ln w="78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fr-FR" sz="2400">
                <a:solidFill>
                  <a:schemeClr val="accent2"/>
                </a:solidFill>
              </a:endParaRPr>
            </a:p>
          </p:txBody>
        </p:sp>
        <p:sp>
          <p:nvSpPr>
            <p:cNvPr id="47" name="Forme libre : forme 11">
              <a:extLst>
                <a:ext uri="{FF2B5EF4-FFF2-40B4-BE49-F238E27FC236}">
                  <a16:creationId xmlns:a16="http://schemas.microsoft.com/office/drawing/2014/main" id="{1EB464DC-BE69-4F65-B141-43FCFC49AC68}"/>
                </a:ext>
              </a:extLst>
            </p:cNvPr>
            <p:cNvSpPr/>
            <p:nvPr userDrawn="1"/>
          </p:nvSpPr>
          <p:spPr>
            <a:xfrm rot="10725025" flipV="1">
              <a:off x="4768103" y="-317778"/>
              <a:ext cx="37406" cy="37169"/>
            </a:xfrm>
            <a:custGeom>
              <a:avLst/>
              <a:gdLst>
                <a:gd name="connsiteX0" fmla="*/ 18717 w 37406"/>
                <a:gd name="connsiteY0" fmla="*/ 130 h 37169"/>
                <a:gd name="connsiteX1" fmla="*/ 37414 w 37406"/>
                <a:gd name="connsiteY1" fmla="*/ 18300 h 37169"/>
                <a:gd name="connsiteX2" fmla="*/ 18717 w 37406"/>
                <a:gd name="connsiteY2" fmla="*/ 37288 h 37169"/>
                <a:gd name="connsiteX3" fmla="*/ 20 w 37406"/>
                <a:gd name="connsiteY3" fmla="*/ 19118 h 37169"/>
                <a:gd name="connsiteX4" fmla="*/ 18717 w 37406"/>
                <a:gd name="connsiteY4" fmla="*/ 130 h 37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406" h="37169">
                  <a:moveTo>
                    <a:pt x="18717" y="130"/>
                  </a:moveTo>
                  <a:cubicBezTo>
                    <a:pt x="29745" y="-106"/>
                    <a:pt x="37162" y="6729"/>
                    <a:pt x="37414" y="18300"/>
                  </a:cubicBezTo>
                  <a:cubicBezTo>
                    <a:pt x="37665" y="29603"/>
                    <a:pt x="30555" y="37028"/>
                    <a:pt x="18717" y="37288"/>
                  </a:cubicBezTo>
                  <a:cubicBezTo>
                    <a:pt x="7681" y="37524"/>
                    <a:pt x="264" y="30421"/>
                    <a:pt x="20" y="19118"/>
                  </a:cubicBezTo>
                  <a:cubicBezTo>
                    <a:pt x="-240" y="7547"/>
                    <a:pt x="6871" y="390"/>
                    <a:pt x="18717" y="130"/>
                  </a:cubicBezTo>
                </a:path>
              </a:pathLst>
            </a:custGeom>
            <a:grpFill/>
            <a:ln w="78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fr-FR" sz="2400"/>
            </a:p>
          </p:txBody>
        </p:sp>
      </p:grpSp>
    </p:spTree>
    <p:extLst>
      <p:ext uri="{BB962C8B-B14F-4D97-AF65-F5344CB8AC3E}">
        <p14:creationId xmlns:p14="http://schemas.microsoft.com/office/powerpoint/2010/main" val="2157907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and Numbers 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7276DEF-3CBF-476F-8A84-C6760A5FE884}"/>
              </a:ext>
            </a:extLst>
          </p:cNvPr>
          <p:cNvSpPr/>
          <p:nvPr userDrawn="1"/>
        </p:nvSpPr>
        <p:spPr>
          <a:xfrm>
            <a:off x="0" y="0"/>
            <a:ext cx="37296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noProof="0"/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323D7EBE-BC7D-4AC5-AD6B-FCD5D270E1C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B54B0F7-55DD-40D6-B7F4-70B586885C0B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6" name="Espace réservé pour une image  15">
            <a:extLst>
              <a:ext uri="{FF2B5EF4-FFF2-40B4-BE49-F238E27FC236}">
                <a16:creationId xmlns:a16="http://schemas.microsoft.com/office/drawing/2014/main" id="{8BEDC788-81F2-409E-8CE9-FF2A15A9191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402083" y="2468972"/>
            <a:ext cx="1379716" cy="1819200"/>
          </a:xfrm>
        </p:spPr>
        <p:txBody>
          <a:bodyPr>
            <a:noAutofit/>
          </a:bodyPr>
          <a:lstStyle>
            <a:lvl1pPr>
              <a:defRPr>
                <a:noFill/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7" name="Espace réservé du texte 4">
            <a:extLst>
              <a:ext uri="{FF2B5EF4-FFF2-40B4-BE49-F238E27FC236}">
                <a16:creationId xmlns:a16="http://schemas.microsoft.com/office/drawing/2014/main" id="{D96EF966-14FD-41BC-A600-7421C098167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402082" y="1584820"/>
            <a:ext cx="1379716" cy="532283"/>
          </a:xfrm>
        </p:spPr>
        <p:txBody>
          <a:bodyPr/>
          <a:lstStyle>
            <a:lvl1pPr algn="l">
              <a:lnSpc>
                <a:spcPct val="110000"/>
              </a:lnSpc>
              <a:defRPr sz="3467" b="0" i="0" cap="all"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228594" indent="-228594"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067"/>
            </a:lvl2pPr>
            <a:lvl3pPr>
              <a:lnSpc>
                <a:spcPct val="110000"/>
              </a:lnSpc>
              <a:defRPr sz="1067">
                <a:latin typeface="+mj-lt"/>
              </a:defRPr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noProof="0" dirty="0"/>
              <a:t>01</a:t>
            </a:r>
          </a:p>
        </p:txBody>
      </p:sp>
      <p:sp>
        <p:nvSpPr>
          <p:cNvPr id="18" name="Espace réservé du texte 4">
            <a:extLst>
              <a:ext uri="{FF2B5EF4-FFF2-40B4-BE49-F238E27FC236}">
                <a16:creationId xmlns:a16="http://schemas.microsoft.com/office/drawing/2014/main" id="{09C6DAE5-28F5-4BE0-9DAE-75B6B0AC968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033427" y="1519091"/>
            <a:ext cx="1178053" cy="531256"/>
          </a:xfrm>
        </p:spPr>
        <p:txBody>
          <a:bodyPr anchor="b">
            <a:noAutofit/>
          </a:bodyPr>
          <a:lstStyle>
            <a:lvl1pPr algn="r">
              <a:lnSpc>
                <a:spcPct val="110000"/>
              </a:lnSpc>
              <a:defRPr sz="1067" cap="all" baseline="0">
                <a:solidFill>
                  <a:schemeClr val="tx1"/>
                </a:solidFill>
              </a:defRPr>
            </a:lvl1pPr>
            <a:lvl2pPr marL="228594" indent="-228594"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067"/>
            </a:lvl2pPr>
            <a:lvl3pPr>
              <a:lnSpc>
                <a:spcPct val="110000"/>
              </a:lnSpc>
              <a:defRPr sz="1067">
                <a:latin typeface="+mj-lt"/>
              </a:defRPr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9" name="Espace réservé du texte 4">
            <a:extLst>
              <a:ext uri="{FF2B5EF4-FFF2-40B4-BE49-F238E27FC236}">
                <a16:creationId xmlns:a16="http://schemas.microsoft.com/office/drawing/2014/main" id="{DB385219-3623-4C80-90CB-E73147176A6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02083" y="4587063"/>
            <a:ext cx="1379716" cy="419247"/>
          </a:xfrm>
        </p:spPr>
        <p:txBody>
          <a:bodyPr/>
          <a:lstStyle>
            <a:lvl1pPr algn="l">
              <a:lnSpc>
                <a:spcPct val="125000"/>
              </a:lnSpc>
              <a:defRPr sz="1600">
                <a:solidFill>
                  <a:schemeClr val="accent2"/>
                </a:solidFill>
              </a:defRPr>
            </a:lvl1pPr>
            <a:lvl2pPr marL="0" indent="0">
              <a:lnSpc>
                <a:spcPts val="1600"/>
              </a:lnSpc>
              <a:spcAft>
                <a:spcPts val="533"/>
              </a:spcAft>
              <a:buFont typeface="Arial" panose="020B0604020202020204" pitchFamily="34" charset="0"/>
              <a:buNone/>
              <a:defRPr sz="1467">
                <a:solidFill>
                  <a:schemeClr val="accent2"/>
                </a:solidFill>
              </a:defRPr>
            </a:lvl2pPr>
            <a:lvl3pPr>
              <a:lnSpc>
                <a:spcPct val="110000"/>
              </a:lnSpc>
              <a:defRPr sz="1067">
                <a:latin typeface="+mj-lt"/>
              </a:defRPr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0" name="Espace réservé pour une image  15">
            <a:extLst>
              <a:ext uri="{FF2B5EF4-FFF2-40B4-BE49-F238E27FC236}">
                <a16:creationId xmlns:a16="http://schemas.microsoft.com/office/drawing/2014/main" id="{E7DD041E-74AB-4E79-8DE2-875A9F1E7DB5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061999" y="2468972"/>
            <a:ext cx="1379716" cy="1819200"/>
          </a:xfrm>
        </p:spPr>
        <p:txBody>
          <a:bodyPr>
            <a:noAutofit/>
          </a:bodyPr>
          <a:lstStyle>
            <a:lvl1pPr>
              <a:defRPr>
                <a:noFill/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21" name="Espace réservé du texte 4">
            <a:extLst>
              <a:ext uri="{FF2B5EF4-FFF2-40B4-BE49-F238E27FC236}">
                <a16:creationId xmlns:a16="http://schemas.microsoft.com/office/drawing/2014/main" id="{065977EE-862D-4B7C-8337-FDC6002343A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061999" y="1584820"/>
            <a:ext cx="1379715" cy="532283"/>
          </a:xfrm>
        </p:spPr>
        <p:txBody>
          <a:bodyPr/>
          <a:lstStyle>
            <a:lvl1pPr algn="l">
              <a:lnSpc>
                <a:spcPct val="110000"/>
              </a:lnSpc>
              <a:defRPr sz="3467" b="0" i="0" cap="all"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228594" indent="-228594"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067"/>
            </a:lvl2pPr>
            <a:lvl3pPr>
              <a:lnSpc>
                <a:spcPct val="110000"/>
              </a:lnSpc>
              <a:defRPr sz="1067">
                <a:latin typeface="+mj-lt"/>
              </a:defRPr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noProof="0" dirty="0"/>
              <a:t>02</a:t>
            </a:r>
          </a:p>
        </p:txBody>
      </p:sp>
      <p:sp>
        <p:nvSpPr>
          <p:cNvPr id="23" name="Espace réservé pour une image  15">
            <a:extLst>
              <a:ext uri="{FF2B5EF4-FFF2-40B4-BE49-F238E27FC236}">
                <a16:creationId xmlns:a16="http://schemas.microsoft.com/office/drawing/2014/main" id="{F89C23CF-B6A6-47AA-A07B-24B1AE35C570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8721915" y="2468972"/>
            <a:ext cx="1379716" cy="1819200"/>
          </a:xfrm>
        </p:spPr>
        <p:txBody>
          <a:bodyPr>
            <a:noAutofit/>
          </a:bodyPr>
          <a:lstStyle>
            <a:lvl1pPr>
              <a:defRPr>
                <a:noFill/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24" name="Espace réservé du texte 4">
            <a:extLst>
              <a:ext uri="{FF2B5EF4-FFF2-40B4-BE49-F238E27FC236}">
                <a16:creationId xmlns:a16="http://schemas.microsoft.com/office/drawing/2014/main" id="{637D886D-DA77-4D52-A839-266F7AEEBCE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721914" y="1584820"/>
            <a:ext cx="1379713" cy="532283"/>
          </a:xfrm>
        </p:spPr>
        <p:txBody>
          <a:bodyPr/>
          <a:lstStyle>
            <a:lvl1pPr algn="l">
              <a:lnSpc>
                <a:spcPct val="110000"/>
              </a:lnSpc>
              <a:defRPr sz="3467" b="0" i="0" cap="all"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228594" indent="-228594"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067"/>
            </a:lvl2pPr>
            <a:lvl3pPr>
              <a:lnSpc>
                <a:spcPct val="110000"/>
              </a:lnSpc>
              <a:defRPr sz="1067">
                <a:latin typeface="+mj-lt"/>
              </a:defRPr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noProof="0" dirty="0"/>
              <a:t>03</a:t>
            </a:r>
          </a:p>
        </p:txBody>
      </p:sp>
      <p:sp>
        <p:nvSpPr>
          <p:cNvPr id="26" name="Espace réservé pour une image  15">
            <a:extLst>
              <a:ext uri="{FF2B5EF4-FFF2-40B4-BE49-F238E27FC236}">
                <a16:creationId xmlns:a16="http://schemas.microsoft.com/office/drawing/2014/main" id="{4D28439E-7746-4AA1-A924-0AEC11614B84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10381831" y="2468972"/>
            <a:ext cx="1379716" cy="1819200"/>
          </a:xfrm>
        </p:spPr>
        <p:txBody>
          <a:bodyPr>
            <a:noAutofit/>
          </a:bodyPr>
          <a:lstStyle>
            <a:lvl1pPr>
              <a:defRPr>
                <a:noFill/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27" name="Espace réservé du texte 4">
            <a:extLst>
              <a:ext uri="{FF2B5EF4-FFF2-40B4-BE49-F238E27FC236}">
                <a16:creationId xmlns:a16="http://schemas.microsoft.com/office/drawing/2014/main" id="{40E34842-79F1-492E-A94C-F1F0DECB7DB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381830" y="1584820"/>
            <a:ext cx="1379713" cy="532283"/>
          </a:xfrm>
        </p:spPr>
        <p:txBody>
          <a:bodyPr/>
          <a:lstStyle>
            <a:lvl1pPr algn="l">
              <a:lnSpc>
                <a:spcPct val="110000"/>
              </a:lnSpc>
              <a:defRPr sz="3467" b="0" i="0" cap="all"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228594" indent="-228594"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067"/>
            </a:lvl2pPr>
            <a:lvl3pPr>
              <a:lnSpc>
                <a:spcPct val="110000"/>
              </a:lnSpc>
              <a:defRPr sz="1067">
                <a:latin typeface="+mj-lt"/>
              </a:defRPr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noProof="0" dirty="0"/>
              <a:t>04</a:t>
            </a:r>
          </a:p>
        </p:txBody>
      </p:sp>
      <p:sp>
        <p:nvSpPr>
          <p:cNvPr id="33" name="Espace réservé du texte 4">
            <a:extLst>
              <a:ext uri="{FF2B5EF4-FFF2-40B4-BE49-F238E27FC236}">
                <a16:creationId xmlns:a16="http://schemas.microsoft.com/office/drawing/2014/main" id="{3DDB0039-9DEF-41FA-9376-CCCD184F46B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402083" y="5039497"/>
            <a:ext cx="1379716" cy="419247"/>
          </a:xfrm>
        </p:spPr>
        <p:txBody>
          <a:bodyPr/>
          <a:lstStyle>
            <a:lvl1pPr algn="l">
              <a:lnSpc>
                <a:spcPct val="125000"/>
              </a:lnSpc>
              <a:defRPr sz="1067">
                <a:solidFill>
                  <a:schemeClr val="tx1"/>
                </a:solidFill>
              </a:defRPr>
            </a:lvl1pPr>
            <a:lvl2pPr marL="0" indent="0">
              <a:lnSpc>
                <a:spcPts val="1600"/>
              </a:lnSpc>
              <a:spcAft>
                <a:spcPts val="533"/>
              </a:spcAft>
              <a:buFont typeface="Arial" panose="020B0604020202020204" pitchFamily="34" charset="0"/>
              <a:buNone/>
              <a:defRPr sz="933"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defRPr sz="1067">
                <a:latin typeface="+mj-lt"/>
              </a:defRPr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4" name="Espace réservé du texte 4">
            <a:extLst>
              <a:ext uri="{FF2B5EF4-FFF2-40B4-BE49-F238E27FC236}">
                <a16:creationId xmlns:a16="http://schemas.microsoft.com/office/drawing/2014/main" id="{9F3CCA0F-99FD-49EB-AD69-BB3D91D198E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061998" y="4587063"/>
            <a:ext cx="1379716" cy="419247"/>
          </a:xfrm>
        </p:spPr>
        <p:txBody>
          <a:bodyPr/>
          <a:lstStyle>
            <a:lvl1pPr algn="l">
              <a:lnSpc>
                <a:spcPct val="125000"/>
              </a:lnSpc>
              <a:defRPr sz="1600">
                <a:solidFill>
                  <a:schemeClr val="accent2"/>
                </a:solidFill>
              </a:defRPr>
            </a:lvl1pPr>
            <a:lvl2pPr marL="0" indent="0">
              <a:lnSpc>
                <a:spcPts val="1600"/>
              </a:lnSpc>
              <a:spcAft>
                <a:spcPts val="533"/>
              </a:spcAft>
              <a:buFont typeface="Arial" panose="020B0604020202020204" pitchFamily="34" charset="0"/>
              <a:buNone/>
              <a:defRPr sz="1467">
                <a:solidFill>
                  <a:schemeClr val="accent2"/>
                </a:solidFill>
              </a:defRPr>
            </a:lvl2pPr>
            <a:lvl3pPr>
              <a:lnSpc>
                <a:spcPct val="110000"/>
              </a:lnSpc>
              <a:defRPr sz="1067">
                <a:latin typeface="+mj-lt"/>
              </a:defRPr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Espace réservé du texte 4">
            <a:extLst>
              <a:ext uri="{FF2B5EF4-FFF2-40B4-BE49-F238E27FC236}">
                <a16:creationId xmlns:a16="http://schemas.microsoft.com/office/drawing/2014/main" id="{2E47962C-C9E2-4FED-BEA8-B8A7A8DD496C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7061998" y="5039497"/>
            <a:ext cx="1379716" cy="419247"/>
          </a:xfrm>
        </p:spPr>
        <p:txBody>
          <a:bodyPr/>
          <a:lstStyle>
            <a:lvl1pPr algn="l">
              <a:lnSpc>
                <a:spcPct val="125000"/>
              </a:lnSpc>
              <a:defRPr sz="1067">
                <a:solidFill>
                  <a:schemeClr val="tx1"/>
                </a:solidFill>
              </a:defRPr>
            </a:lvl1pPr>
            <a:lvl2pPr marL="0" indent="0">
              <a:lnSpc>
                <a:spcPts val="1600"/>
              </a:lnSpc>
              <a:spcAft>
                <a:spcPts val="533"/>
              </a:spcAft>
              <a:buFont typeface="Arial" panose="020B0604020202020204" pitchFamily="34" charset="0"/>
              <a:buNone/>
              <a:defRPr sz="933"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defRPr sz="1067">
                <a:latin typeface="+mj-lt"/>
              </a:defRPr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6" name="Espace réservé du texte 4">
            <a:extLst>
              <a:ext uri="{FF2B5EF4-FFF2-40B4-BE49-F238E27FC236}">
                <a16:creationId xmlns:a16="http://schemas.microsoft.com/office/drawing/2014/main" id="{4F25B19E-3945-49B3-BEAB-C69BF39E2303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8721911" y="4587063"/>
            <a:ext cx="1379716" cy="419247"/>
          </a:xfrm>
        </p:spPr>
        <p:txBody>
          <a:bodyPr/>
          <a:lstStyle>
            <a:lvl1pPr algn="l">
              <a:lnSpc>
                <a:spcPct val="125000"/>
              </a:lnSpc>
              <a:defRPr sz="1600">
                <a:solidFill>
                  <a:schemeClr val="accent2"/>
                </a:solidFill>
              </a:defRPr>
            </a:lvl1pPr>
            <a:lvl2pPr marL="0" indent="0">
              <a:lnSpc>
                <a:spcPts val="1600"/>
              </a:lnSpc>
              <a:spcAft>
                <a:spcPts val="533"/>
              </a:spcAft>
              <a:buFont typeface="Arial" panose="020B0604020202020204" pitchFamily="34" charset="0"/>
              <a:buNone/>
              <a:defRPr sz="1467">
                <a:solidFill>
                  <a:schemeClr val="accent2"/>
                </a:solidFill>
              </a:defRPr>
            </a:lvl2pPr>
            <a:lvl3pPr>
              <a:lnSpc>
                <a:spcPct val="110000"/>
              </a:lnSpc>
              <a:defRPr sz="1067">
                <a:latin typeface="+mj-lt"/>
              </a:defRPr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7" name="Espace réservé du texte 4">
            <a:extLst>
              <a:ext uri="{FF2B5EF4-FFF2-40B4-BE49-F238E27FC236}">
                <a16:creationId xmlns:a16="http://schemas.microsoft.com/office/drawing/2014/main" id="{39A64BFA-75AB-499E-A131-9140B81690A0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721911" y="5039497"/>
            <a:ext cx="1379716" cy="419247"/>
          </a:xfrm>
        </p:spPr>
        <p:txBody>
          <a:bodyPr/>
          <a:lstStyle>
            <a:lvl1pPr algn="l">
              <a:lnSpc>
                <a:spcPct val="125000"/>
              </a:lnSpc>
              <a:defRPr sz="1067">
                <a:solidFill>
                  <a:schemeClr val="tx1"/>
                </a:solidFill>
              </a:defRPr>
            </a:lvl1pPr>
            <a:lvl2pPr marL="0" indent="0">
              <a:lnSpc>
                <a:spcPts val="1600"/>
              </a:lnSpc>
              <a:spcAft>
                <a:spcPts val="533"/>
              </a:spcAft>
              <a:buFont typeface="Arial" panose="020B0604020202020204" pitchFamily="34" charset="0"/>
              <a:buNone/>
              <a:defRPr sz="933"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defRPr sz="1067">
                <a:latin typeface="+mj-lt"/>
              </a:defRPr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8" name="Espace réservé du texte 4">
            <a:extLst>
              <a:ext uri="{FF2B5EF4-FFF2-40B4-BE49-F238E27FC236}">
                <a16:creationId xmlns:a16="http://schemas.microsoft.com/office/drawing/2014/main" id="{3B5F3F20-0254-4AB0-8E67-4CD251DE7CC0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10381823" y="4587063"/>
            <a:ext cx="1379716" cy="419247"/>
          </a:xfrm>
        </p:spPr>
        <p:txBody>
          <a:bodyPr/>
          <a:lstStyle>
            <a:lvl1pPr algn="l">
              <a:lnSpc>
                <a:spcPct val="125000"/>
              </a:lnSpc>
              <a:defRPr sz="1600">
                <a:solidFill>
                  <a:schemeClr val="accent2"/>
                </a:solidFill>
              </a:defRPr>
            </a:lvl1pPr>
            <a:lvl2pPr marL="0" indent="0">
              <a:lnSpc>
                <a:spcPts val="1600"/>
              </a:lnSpc>
              <a:spcAft>
                <a:spcPts val="533"/>
              </a:spcAft>
              <a:buFont typeface="Arial" panose="020B0604020202020204" pitchFamily="34" charset="0"/>
              <a:buNone/>
              <a:defRPr sz="1467">
                <a:solidFill>
                  <a:schemeClr val="accent2"/>
                </a:solidFill>
              </a:defRPr>
            </a:lvl2pPr>
            <a:lvl3pPr>
              <a:lnSpc>
                <a:spcPct val="110000"/>
              </a:lnSpc>
              <a:defRPr sz="1067">
                <a:latin typeface="+mj-lt"/>
              </a:defRPr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9" name="Espace réservé du texte 4">
            <a:extLst>
              <a:ext uri="{FF2B5EF4-FFF2-40B4-BE49-F238E27FC236}">
                <a16:creationId xmlns:a16="http://schemas.microsoft.com/office/drawing/2014/main" id="{71337317-15B9-4EF3-81D5-FE9D001892D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381823" y="5039497"/>
            <a:ext cx="1379716" cy="419247"/>
          </a:xfrm>
        </p:spPr>
        <p:txBody>
          <a:bodyPr/>
          <a:lstStyle>
            <a:lvl1pPr algn="l">
              <a:lnSpc>
                <a:spcPct val="125000"/>
              </a:lnSpc>
              <a:defRPr sz="1067">
                <a:solidFill>
                  <a:schemeClr val="tx1"/>
                </a:solidFill>
              </a:defRPr>
            </a:lvl1pPr>
            <a:lvl2pPr marL="0" indent="0">
              <a:lnSpc>
                <a:spcPts val="1600"/>
              </a:lnSpc>
              <a:spcAft>
                <a:spcPts val="533"/>
              </a:spcAft>
              <a:buFont typeface="Arial" panose="020B0604020202020204" pitchFamily="34" charset="0"/>
              <a:buNone/>
              <a:defRPr sz="933"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defRPr sz="1067">
                <a:latin typeface="+mj-lt"/>
              </a:defRPr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8" name="Espace réservé du texte 5">
            <a:extLst>
              <a:ext uri="{FF2B5EF4-FFF2-40B4-BE49-F238E27FC236}">
                <a16:creationId xmlns:a16="http://schemas.microsoft.com/office/drawing/2014/main" id="{D7CFAE1A-FA8C-4F51-A655-9E0F02F2411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033427" y="425183"/>
            <a:ext cx="7715547" cy="164148"/>
          </a:xfrm>
        </p:spPr>
        <p:txBody>
          <a:bodyPr wrap="square" anchor="t" anchorCtr="0">
            <a:sp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lang="fr-FR" sz="1067" b="0" i="0" kern="1200" dirty="0" err="1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defRPr sz="533" b="0" i="0" cap="all" baseline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spcBef>
                <a:spcPts val="400"/>
              </a:spcBef>
              <a:tabLst>
                <a:tab pos="836063" algn="l"/>
              </a:tabLst>
              <a:defRPr sz="533"/>
            </a:lvl3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9" name="Espace réservé du texte 4">
            <a:extLst>
              <a:ext uri="{FF2B5EF4-FFF2-40B4-BE49-F238E27FC236}">
                <a16:creationId xmlns:a16="http://schemas.microsoft.com/office/drawing/2014/main" id="{5114C6CE-4866-474F-BF86-38E09FF9D45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44974" y="1577577"/>
            <a:ext cx="2824073" cy="492443"/>
          </a:xfr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160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>
              <a:spcBef>
                <a:spcPts val="533"/>
              </a:spcBef>
              <a:buFont typeface="Arial" panose="020B0604020202020204" pitchFamily="34" charset="0"/>
              <a:buNone/>
              <a:defRPr sz="1600"/>
            </a:lvl2pPr>
            <a:lvl3pPr>
              <a:lnSpc>
                <a:spcPct val="110000"/>
              </a:lnSpc>
              <a:defRPr lang="en-US" sz="1333" kern="1200" dirty="0" smtClean="0">
                <a:solidFill>
                  <a:schemeClr val="tx1"/>
                </a:solidFill>
                <a:latin typeface="Sanofi Sans 3 Regular"/>
                <a:ea typeface="+mn-ea"/>
                <a:cs typeface="+mn-cs"/>
              </a:defRPr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351B796C-D9CF-43FC-A477-86A208BBE8F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42035" y="1943799"/>
            <a:ext cx="2827013" cy="429522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 marL="302392" indent="-302392">
              <a:buFontTx/>
              <a:buBlip>
                <a:blip r:embed="rId3"/>
              </a:buBlip>
              <a:defRPr>
                <a:solidFill>
                  <a:schemeClr val="bg1"/>
                </a:solidFill>
              </a:defRPr>
            </a:lvl2pPr>
            <a:lvl3pPr marL="609585" indent="-302392">
              <a:buFontTx/>
              <a:buBlip>
                <a:blip r:embed="rId3"/>
              </a:buBlip>
              <a:defRPr>
                <a:solidFill>
                  <a:schemeClr val="bg1"/>
                </a:solidFill>
              </a:defRPr>
            </a:lvl3pPr>
            <a:lvl4pPr marL="911977" indent="-302392">
              <a:buFontTx/>
              <a:buBlip>
                <a:blip r:embed="rId3"/>
              </a:buBlip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7C93D6-412D-42D2-B4F0-861F3AFA4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600" y="710401"/>
            <a:ext cx="2827447" cy="74824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31" name="Graphique 7">
            <a:extLst>
              <a:ext uri="{FF2B5EF4-FFF2-40B4-BE49-F238E27FC236}">
                <a16:creationId xmlns:a16="http://schemas.microsoft.com/office/drawing/2014/main" id="{0055A07A-E8A5-4FC1-9082-2E1016C97878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2166" y="6329527"/>
            <a:ext cx="1071853" cy="275084"/>
            <a:chOff x="4768103" y="-471733"/>
            <a:chExt cx="744723" cy="191124"/>
          </a:xfrm>
          <a:solidFill>
            <a:schemeClr val="bg1"/>
          </a:solidFill>
        </p:grpSpPr>
        <p:sp>
          <p:nvSpPr>
            <p:cNvPr id="32" name="Forme libre : forme 9">
              <a:extLst>
                <a:ext uri="{FF2B5EF4-FFF2-40B4-BE49-F238E27FC236}">
                  <a16:creationId xmlns:a16="http://schemas.microsoft.com/office/drawing/2014/main" id="{3CAEBE62-17A4-4CBD-B78D-154B1E270C58}"/>
                </a:ext>
              </a:extLst>
            </p:cNvPr>
            <p:cNvSpPr/>
            <p:nvPr userDrawn="1"/>
          </p:nvSpPr>
          <p:spPr>
            <a:xfrm>
              <a:off x="4770087" y="-471716"/>
              <a:ext cx="740699" cy="191096"/>
            </a:xfrm>
            <a:custGeom>
              <a:avLst/>
              <a:gdLst>
                <a:gd name="connsiteX0" fmla="*/ 689325 w 740699"/>
                <a:gd name="connsiteY0" fmla="*/ 7347 h 191096"/>
                <a:gd name="connsiteX1" fmla="*/ 688790 w 740699"/>
                <a:gd name="connsiteY1" fmla="*/ 10847 h 191096"/>
                <a:gd name="connsiteX2" fmla="*/ 686092 w 740699"/>
                <a:gd name="connsiteY2" fmla="*/ 24840 h 191096"/>
                <a:gd name="connsiteX3" fmla="*/ 680980 w 740699"/>
                <a:gd name="connsiteY3" fmla="*/ 29953 h 191096"/>
                <a:gd name="connsiteX4" fmla="*/ 667797 w 740699"/>
                <a:gd name="connsiteY4" fmla="*/ 28608 h 191096"/>
                <a:gd name="connsiteX5" fmla="*/ 646528 w 740699"/>
                <a:gd name="connsiteY5" fmla="*/ 50946 h 191096"/>
                <a:gd name="connsiteX6" fmla="*/ 646528 w 740699"/>
                <a:gd name="connsiteY6" fmla="*/ 53911 h 191096"/>
                <a:gd name="connsiteX7" fmla="*/ 680712 w 740699"/>
                <a:gd name="connsiteY7" fmla="*/ 53911 h 191096"/>
                <a:gd name="connsiteX8" fmla="*/ 686092 w 740699"/>
                <a:gd name="connsiteY8" fmla="*/ 59559 h 191096"/>
                <a:gd name="connsiteX9" fmla="*/ 686092 w 740699"/>
                <a:gd name="connsiteY9" fmla="*/ 78130 h 191096"/>
                <a:gd name="connsiteX10" fmla="*/ 680712 w 740699"/>
                <a:gd name="connsiteY10" fmla="*/ 83518 h 191096"/>
                <a:gd name="connsiteX11" fmla="*/ 646528 w 740699"/>
                <a:gd name="connsiteY11" fmla="*/ 83518 h 191096"/>
                <a:gd name="connsiteX12" fmla="*/ 646528 w 740699"/>
                <a:gd name="connsiteY12" fmla="*/ 183097 h 191096"/>
                <a:gd name="connsiteX13" fmla="*/ 641148 w 740699"/>
                <a:gd name="connsiteY13" fmla="*/ 188485 h 191096"/>
                <a:gd name="connsiteX14" fmla="*/ 617197 w 740699"/>
                <a:gd name="connsiteY14" fmla="*/ 188485 h 191096"/>
                <a:gd name="connsiteX15" fmla="*/ 611809 w 740699"/>
                <a:gd name="connsiteY15" fmla="*/ 183097 h 191096"/>
                <a:gd name="connsiteX16" fmla="*/ 611809 w 740699"/>
                <a:gd name="connsiteY16" fmla="*/ 56602 h 191096"/>
                <a:gd name="connsiteX17" fmla="*/ 666987 w 740699"/>
                <a:gd name="connsiteY17" fmla="*/ 79 h 191096"/>
                <a:gd name="connsiteX18" fmla="*/ 683945 w 740699"/>
                <a:gd name="connsiteY18" fmla="*/ 1966 h 191096"/>
                <a:gd name="connsiteX19" fmla="*/ 689325 w 740699"/>
                <a:gd name="connsiteY19" fmla="*/ 7347 h 191096"/>
                <a:gd name="connsiteX20" fmla="*/ 741003 w 740699"/>
                <a:gd name="connsiteY20" fmla="*/ 59292 h 191096"/>
                <a:gd name="connsiteX21" fmla="*/ 741003 w 740699"/>
                <a:gd name="connsiteY21" fmla="*/ 183097 h 191096"/>
                <a:gd name="connsiteX22" fmla="*/ 735615 w 740699"/>
                <a:gd name="connsiteY22" fmla="*/ 188485 h 191096"/>
                <a:gd name="connsiteX23" fmla="*/ 711396 w 740699"/>
                <a:gd name="connsiteY23" fmla="*/ 188485 h 191096"/>
                <a:gd name="connsiteX24" fmla="*/ 706008 w 740699"/>
                <a:gd name="connsiteY24" fmla="*/ 183097 h 191096"/>
                <a:gd name="connsiteX25" fmla="*/ 706008 w 740699"/>
                <a:gd name="connsiteY25" fmla="*/ 59292 h 191096"/>
                <a:gd name="connsiteX26" fmla="*/ 711396 w 740699"/>
                <a:gd name="connsiteY26" fmla="*/ 53911 h 191096"/>
                <a:gd name="connsiteX27" fmla="*/ 735615 w 740699"/>
                <a:gd name="connsiteY27" fmla="*/ 53911 h 191096"/>
                <a:gd name="connsiteX28" fmla="*/ 741003 w 740699"/>
                <a:gd name="connsiteY28" fmla="*/ 59292 h 191096"/>
                <a:gd name="connsiteX29" fmla="*/ 518954 w 740699"/>
                <a:gd name="connsiteY29" fmla="*/ 158879 h 191096"/>
                <a:gd name="connsiteX30" fmla="*/ 485847 w 740699"/>
                <a:gd name="connsiteY30" fmla="*/ 121195 h 191096"/>
                <a:gd name="connsiteX31" fmla="*/ 517074 w 740699"/>
                <a:gd name="connsiteY31" fmla="*/ 83518 h 191096"/>
                <a:gd name="connsiteX32" fmla="*/ 550173 w 740699"/>
                <a:gd name="connsiteY32" fmla="*/ 121195 h 191096"/>
                <a:gd name="connsiteX33" fmla="*/ 518954 w 740699"/>
                <a:gd name="connsiteY33" fmla="*/ 158879 h 191096"/>
                <a:gd name="connsiteX34" fmla="*/ 517074 w 740699"/>
                <a:gd name="connsiteY34" fmla="*/ 51221 h 191096"/>
                <a:gd name="connsiteX35" fmla="*/ 450317 w 740699"/>
                <a:gd name="connsiteY35" fmla="*/ 121195 h 191096"/>
                <a:gd name="connsiteX36" fmla="*/ 518954 w 740699"/>
                <a:gd name="connsiteY36" fmla="*/ 191176 h 191096"/>
                <a:gd name="connsiteX37" fmla="*/ 585702 w 740699"/>
                <a:gd name="connsiteY37" fmla="*/ 121195 h 191096"/>
                <a:gd name="connsiteX38" fmla="*/ 517074 w 740699"/>
                <a:gd name="connsiteY38" fmla="*/ 51221 h 191096"/>
                <a:gd name="connsiteX39" fmla="*/ 424486 w 740699"/>
                <a:gd name="connsiteY39" fmla="*/ 101813 h 191096"/>
                <a:gd name="connsiteX40" fmla="*/ 424486 w 740699"/>
                <a:gd name="connsiteY40" fmla="*/ 183097 h 191096"/>
                <a:gd name="connsiteX41" fmla="*/ 419098 w 740699"/>
                <a:gd name="connsiteY41" fmla="*/ 188485 h 191096"/>
                <a:gd name="connsiteX42" fmla="*/ 394880 w 740699"/>
                <a:gd name="connsiteY42" fmla="*/ 188485 h 191096"/>
                <a:gd name="connsiteX43" fmla="*/ 389492 w 740699"/>
                <a:gd name="connsiteY43" fmla="*/ 183097 h 191096"/>
                <a:gd name="connsiteX44" fmla="*/ 389492 w 740699"/>
                <a:gd name="connsiteY44" fmla="*/ 106391 h 191096"/>
                <a:gd name="connsiteX45" fmla="*/ 363385 w 740699"/>
                <a:gd name="connsiteY45" fmla="*/ 83518 h 191096"/>
                <a:gd name="connsiteX46" fmla="*/ 343469 w 740699"/>
                <a:gd name="connsiteY46" fmla="*/ 85665 h 191096"/>
                <a:gd name="connsiteX47" fmla="*/ 337012 w 740699"/>
                <a:gd name="connsiteY47" fmla="*/ 92666 h 191096"/>
                <a:gd name="connsiteX48" fmla="*/ 337012 w 740699"/>
                <a:gd name="connsiteY48" fmla="*/ 183097 h 191096"/>
                <a:gd name="connsiteX49" fmla="*/ 331624 w 740699"/>
                <a:gd name="connsiteY49" fmla="*/ 188485 h 191096"/>
                <a:gd name="connsiteX50" fmla="*/ 307405 w 740699"/>
                <a:gd name="connsiteY50" fmla="*/ 188485 h 191096"/>
                <a:gd name="connsiteX51" fmla="*/ 302017 w 740699"/>
                <a:gd name="connsiteY51" fmla="*/ 183097 h 191096"/>
                <a:gd name="connsiteX52" fmla="*/ 302017 w 740699"/>
                <a:gd name="connsiteY52" fmla="*/ 71672 h 191096"/>
                <a:gd name="connsiteX53" fmla="*/ 308750 w 740699"/>
                <a:gd name="connsiteY53" fmla="*/ 60904 h 191096"/>
                <a:gd name="connsiteX54" fmla="*/ 362850 w 740699"/>
                <a:gd name="connsiteY54" fmla="*/ 51221 h 191096"/>
                <a:gd name="connsiteX55" fmla="*/ 424486 w 740699"/>
                <a:gd name="connsiteY55" fmla="*/ 101813 h 191096"/>
                <a:gd name="connsiteX56" fmla="*/ 122497 w 740699"/>
                <a:gd name="connsiteY56" fmla="*/ 167759 h 191096"/>
                <a:gd name="connsiteX57" fmla="*/ 120342 w 740699"/>
                <a:gd name="connsiteY57" fmla="*/ 183097 h 191096"/>
                <a:gd name="connsiteX58" fmla="*/ 113350 w 740699"/>
                <a:gd name="connsiteY58" fmla="*/ 188485 h 191096"/>
                <a:gd name="connsiteX59" fmla="*/ 89123 w 740699"/>
                <a:gd name="connsiteY59" fmla="*/ 188485 h 191096"/>
                <a:gd name="connsiteX60" fmla="*/ 85088 w 740699"/>
                <a:gd name="connsiteY60" fmla="*/ 184718 h 191096"/>
                <a:gd name="connsiteX61" fmla="*/ 85356 w 740699"/>
                <a:gd name="connsiteY61" fmla="*/ 183097 h 191096"/>
                <a:gd name="connsiteX62" fmla="*/ 86968 w 740699"/>
                <a:gd name="connsiteY62" fmla="*/ 173140 h 191096"/>
                <a:gd name="connsiteX63" fmla="*/ 303 w 740699"/>
                <a:gd name="connsiteY63" fmla="*/ 98589 h 191096"/>
                <a:gd name="connsiteX64" fmla="*/ 59517 w 740699"/>
                <a:gd name="connsiteY64" fmla="*/ 50144 h 191096"/>
                <a:gd name="connsiteX65" fmla="*/ 115230 w 740699"/>
                <a:gd name="connsiteY65" fmla="*/ 64404 h 191096"/>
                <a:gd name="connsiteX66" fmla="*/ 118462 w 740699"/>
                <a:gd name="connsiteY66" fmla="*/ 69792 h 191096"/>
                <a:gd name="connsiteX67" fmla="*/ 117385 w 740699"/>
                <a:gd name="connsiteY67" fmla="*/ 74362 h 191096"/>
                <a:gd name="connsiteX68" fmla="*/ 109039 w 740699"/>
                <a:gd name="connsiteY68" fmla="*/ 92131 h 191096"/>
                <a:gd name="connsiteX69" fmla="*/ 103116 w 740699"/>
                <a:gd name="connsiteY69" fmla="*/ 95899 h 191096"/>
                <a:gd name="connsiteX70" fmla="*/ 99081 w 740699"/>
                <a:gd name="connsiteY70" fmla="*/ 94821 h 191096"/>
                <a:gd name="connsiteX71" fmla="*/ 58439 w 740699"/>
                <a:gd name="connsiteY71" fmla="*/ 82708 h 191096"/>
                <a:gd name="connsiteX72" fmla="*/ 35833 w 740699"/>
                <a:gd name="connsiteY72" fmla="*/ 96166 h 191096"/>
                <a:gd name="connsiteX73" fmla="*/ 122497 w 740699"/>
                <a:gd name="connsiteY73" fmla="*/ 167759 h 191096"/>
                <a:gd name="connsiteX74" fmla="*/ 234191 w 740699"/>
                <a:gd name="connsiteY74" fmla="*/ 149189 h 191096"/>
                <a:gd name="connsiteX75" fmla="*/ 227466 w 740699"/>
                <a:gd name="connsiteY75" fmla="*/ 156456 h 191096"/>
                <a:gd name="connsiteX76" fmla="*/ 209162 w 740699"/>
                <a:gd name="connsiteY76" fmla="*/ 158879 h 191096"/>
                <a:gd name="connsiteX77" fmla="*/ 175788 w 740699"/>
                <a:gd name="connsiteY77" fmla="*/ 121195 h 191096"/>
                <a:gd name="connsiteX78" fmla="*/ 209162 w 740699"/>
                <a:gd name="connsiteY78" fmla="*/ 83518 h 191096"/>
                <a:gd name="connsiteX79" fmla="*/ 227466 w 740699"/>
                <a:gd name="connsiteY79" fmla="*/ 85941 h 191096"/>
                <a:gd name="connsiteX80" fmla="*/ 234191 w 740699"/>
                <a:gd name="connsiteY80" fmla="*/ 93201 h 191096"/>
                <a:gd name="connsiteX81" fmla="*/ 234191 w 740699"/>
                <a:gd name="connsiteY81" fmla="*/ 149189 h 191096"/>
                <a:gd name="connsiteX82" fmla="*/ 262452 w 740699"/>
                <a:gd name="connsiteY82" fmla="*/ 61179 h 191096"/>
                <a:gd name="connsiteX83" fmla="*/ 209430 w 740699"/>
                <a:gd name="connsiteY83" fmla="*/ 51221 h 191096"/>
                <a:gd name="connsiteX84" fmla="*/ 140258 w 740699"/>
                <a:gd name="connsiteY84" fmla="*/ 121195 h 191096"/>
                <a:gd name="connsiteX85" fmla="*/ 208895 w 740699"/>
                <a:gd name="connsiteY85" fmla="*/ 191176 h 191096"/>
                <a:gd name="connsiteX86" fmla="*/ 262452 w 740699"/>
                <a:gd name="connsiteY86" fmla="*/ 180407 h 191096"/>
                <a:gd name="connsiteX87" fmla="*/ 269185 w 740699"/>
                <a:gd name="connsiteY87" fmla="*/ 169639 h 191096"/>
                <a:gd name="connsiteX88" fmla="*/ 269185 w 740699"/>
                <a:gd name="connsiteY88" fmla="*/ 71940 h 191096"/>
                <a:gd name="connsiteX89" fmla="*/ 262452 w 740699"/>
                <a:gd name="connsiteY89" fmla="*/ 61179 h 191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740699" h="191096">
                  <a:moveTo>
                    <a:pt x="689325" y="7347"/>
                  </a:moveTo>
                  <a:cubicBezTo>
                    <a:pt x="689325" y="8511"/>
                    <a:pt x="689026" y="9604"/>
                    <a:pt x="688790" y="10847"/>
                  </a:cubicBezTo>
                  <a:lnTo>
                    <a:pt x="686092" y="24840"/>
                  </a:lnTo>
                  <a:cubicBezTo>
                    <a:pt x="685558" y="28073"/>
                    <a:pt x="684213" y="29953"/>
                    <a:pt x="680980" y="29953"/>
                  </a:cubicBezTo>
                  <a:cubicBezTo>
                    <a:pt x="678974" y="29953"/>
                    <a:pt x="673177" y="28608"/>
                    <a:pt x="667797" y="28608"/>
                  </a:cubicBezTo>
                  <a:cubicBezTo>
                    <a:pt x="652993" y="28608"/>
                    <a:pt x="646528" y="36143"/>
                    <a:pt x="646528" y="50946"/>
                  </a:cubicBezTo>
                  <a:lnTo>
                    <a:pt x="646528" y="53911"/>
                  </a:lnTo>
                  <a:lnTo>
                    <a:pt x="680712" y="53911"/>
                  </a:lnTo>
                  <a:cubicBezTo>
                    <a:pt x="684213" y="53911"/>
                    <a:pt x="686092" y="56059"/>
                    <a:pt x="686092" y="59559"/>
                  </a:cubicBezTo>
                  <a:lnTo>
                    <a:pt x="686092" y="78130"/>
                  </a:lnTo>
                  <a:cubicBezTo>
                    <a:pt x="686092" y="81363"/>
                    <a:pt x="684213" y="83518"/>
                    <a:pt x="680712" y="83518"/>
                  </a:cubicBezTo>
                  <a:lnTo>
                    <a:pt x="646528" y="83518"/>
                  </a:lnTo>
                  <a:lnTo>
                    <a:pt x="646528" y="183097"/>
                  </a:lnTo>
                  <a:cubicBezTo>
                    <a:pt x="646528" y="186330"/>
                    <a:pt x="644380" y="188485"/>
                    <a:pt x="641148" y="188485"/>
                  </a:cubicBezTo>
                  <a:lnTo>
                    <a:pt x="617197" y="188485"/>
                  </a:lnTo>
                  <a:cubicBezTo>
                    <a:pt x="613964" y="188485"/>
                    <a:pt x="611809" y="186330"/>
                    <a:pt x="611809" y="183097"/>
                  </a:cubicBezTo>
                  <a:lnTo>
                    <a:pt x="611809" y="56602"/>
                  </a:lnTo>
                  <a:cubicBezTo>
                    <a:pt x="611809" y="17839"/>
                    <a:pt x="633612" y="79"/>
                    <a:pt x="666987" y="79"/>
                  </a:cubicBezTo>
                  <a:cubicBezTo>
                    <a:pt x="672729" y="79"/>
                    <a:pt x="678557" y="621"/>
                    <a:pt x="683945" y="1966"/>
                  </a:cubicBezTo>
                  <a:cubicBezTo>
                    <a:pt x="687713" y="2769"/>
                    <a:pt x="689325" y="4358"/>
                    <a:pt x="689325" y="7347"/>
                  </a:cubicBezTo>
                  <a:moveTo>
                    <a:pt x="741003" y="59292"/>
                  </a:moveTo>
                  <a:lnTo>
                    <a:pt x="741003" y="183097"/>
                  </a:lnTo>
                  <a:cubicBezTo>
                    <a:pt x="741003" y="186330"/>
                    <a:pt x="738848" y="188485"/>
                    <a:pt x="735615" y="188485"/>
                  </a:cubicBezTo>
                  <a:lnTo>
                    <a:pt x="711396" y="188485"/>
                  </a:lnTo>
                  <a:cubicBezTo>
                    <a:pt x="708164" y="188485"/>
                    <a:pt x="706008" y="186330"/>
                    <a:pt x="706008" y="183097"/>
                  </a:cubicBezTo>
                  <a:lnTo>
                    <a:pt x="706008" y="59292"/>
                  </a:lnTo>
                  <a:cubicBezTo>
                    <a:pt x="706008" y="56059"/>
                    <a:pt x="708164" y="53911"/>
                    <a:pt x="711396" y="53911"/>
                  </a:cubicBezTo>
                  <a:lnTo>
                    <a:pt x="735615" y="53911"/>
                  </a:lnTo>
                  <a:cubicBezTo>
                    <a:pt x="738848" y="53911"/>
                    <a:pt x="741003" y="56059"/>
                    <a:pt x="741003" y="59292"/>
                  </a:cubicBezTo>
                  <a:moveTo>
                    <a:pt x="518954" y="158879"/>
                  </a:moveTo>
                  <a:cubicBezTo>
                    <a:pt x="499038" y="158879"/>
                    <a:pt x="485847" y="145956"/>
                    <a:pt x="485847" y="121195"/>
                  </a:cubicBezTo>
                  <a:cubicBezTo>
                    <a:pt x="485847" y="96433"/>
                    <a:pt x="499038" y="83518"/>
                    <a:pt x="517074" y="83518"/>
                  </a:cubicBezTo>
                  <a:cubicBezTo>
                    <a:pt x="536990" y="83518"/>
                    <a:pt x="550173" y="96433"/>
                    <a:pt x="550173" y="121195"/>
                  </a:cubicBezTo>
                  <a:cubicBezTo>
                    <a:pt x="550173" y="145956"/>
                    <a:pt x="536990" y="158879"/>
                    <a:pt x="518954" y="158879"/>
                  </a:cubicBezTo>
                  <a:moveTo>
                    <a:pt x="517074" y="51221"/>
                  </a:moveTo>
                  <a:cubicBezTo>
                    <a:pt x="476699" y="51221"/>
                    <a:pt x="450317" y="80553"/>
                    <a:pt x="450317" y="121195"/>
                  </a:cubicBezTo>
                  <a:cubicBezTo>
                    <a:pt x="450317" y="161837"/>
                    <a:pt x="476699" y="191176"/>
                    <a:pt x="518954" y="191176"/>
                  </a:cubicBezTo>
                  <a:cubicBezTo>
                    <a:pt x="559328" y="191176"/>
                    <a:pt x="585702" y="161837"/>
                    <a:pt x="585702" y="121195"/>
                  </a:cubicBezTo>
                  <a:cubicBezTo>
                    <a:pt x="585702" y="80553"/>
                    <a:pt x="559328" y="51221"/>
                    <a:pt x="517074" y="51221"/>
                  </a:cubicBezTo>
                  <a:moveTo>
                    <a:pt x="424486" y="101813"/>
                  </a:moveTo>
                  <a:lnTo>
                    <a:pt x="424486" y="183097"/>
                  </a:lnTo>
                  <a:cubicBezTo>
                    <a:pt x="424486" y="186330"/>
                    <a:pt x="422331" y="188485"/>
                    <a:pt x="419098" y="188485"/>
                  </a:cubicBezTo>
                  <a:lnTo>
                    <a:pt x="394880" y="188485"/>
                  </a:lnTo>
                  <a:cubicBezTo>
                    <a:pt x="391647" y="188485"/>
                    <a:pt x="389492" y="186330"/>
                    <a:pt x="389492" y="183097"/>
                  </a:cubicBezTo>
                  <a:lnTo>
                    <a:pt x="389492" y="106391"/>
                  </a:lnTo>
                  <a:cubicBezTo>
                    <a:pt x="389492" y="90243"/>
                    <a:pt x="377921" y="83518"/>
                    <a:pt x="363385" y="83518"/>
                  </a:cubicBezTo>
                  <a:cubicBezTo>
                    <a:pt x="355040" y="83518"/>
                    <a:pt x="350470" y="84053"/>
                    <a:pt x="343469" y="85665"/>
                  </a:cubicBezTo>
                  <a:cubicBezTo>
                    <a:pt x="339159" y="86743"/>
                    <a:pt x="337012" y="88631"/>
                    <a:pt x="337012" y="92666"/>
                  </a:cubicBezTo>
                  <a:lnTo>
                    <a:pt x="337012" y="183097"/>
                  </a:lnTo>
                  <a:cubicBezTo>
                    <a:pt x="337012" y="186330"/>
                    <a:pt x="334856" y="188485"/>
                    <a:pt x="331624" y="188485"/>
                  </a:cubicBezTo>
                  <a:lnTo>
                    <a:pt x="307405" y="188485"/>
                  </a:lnTo>
                  <a:cubicBezTo>
                    <a:pt x="304172" y="188485"/>
                    <a:pt x="302017" y="186330"/>
                    <a:pt x="302017" y="183097"/>
                  </a:cubicBezTo>
                  <a:lnTo>
                    <a:pt x="302017" y="71672"/>
                  </a:lnTo>
                  <a:cubicBezTo>
                    <a:pt x="302017" y="65482"/>
                    <a:pt x="304982" y="62249"/>
                    <a:pt x="308750" y="60904"/>
                  </a:cubicBezTo>
                  <a:cubicBezTo>
                    <a:pt x="328399" y="53911"/>
                    <a:pt x="346970" y="51221"/>
                    <a:pt x="362850" y="51221"/>
                  </a:cubicBezTo>
                  <a:cubicBezTo>
                    <a:pt x="404295" y="51221"/>
                    <a:pt x="424486" y="68982"/>
                    <a:pt x="424486" y="101813"/>
                  </a:cubicBezTo>
                  <a:moveTo>
                    <a:pt x="122497" y="167759"/>
                  </a:moveTo>
                  <a:cubicBezTo>
                    <a:pt x="122497" y="172337"/>
                    <a:pt x="121963" y="178528"/>
                    <a:pt x="120342" y="183097"/>
                  </a:cubicBezTo>
                  <a:cubicBezTo>
                    <a:pt x="118997" y="187140"/>
                    <a:pt x="117385" y="188485"/>
                    <a:pt x="113350" y="188485"/>
                  </a:cubicBezTo>
                  <a:lnTo>
                    <a:pt x="89123" y="188485"/>
                  </a:lnTo>
                  <a:cubicBezTo>
                    <a:pt x="86433" y="188485"/>
                    <a:pt x="85088" y="186865"/>
                    <a:pt x="85088" y="184718"/>
                  </a:cubicBezTo>
                  <a:cubicBezTo>
                    <a:pt x="85088" y="184175"/>
                    <a:pt x="85088" y="183640"/>
                    <a:pt x="85356" y="183097"/>
                  </a:cubicBezTo>
                  <a:cubicBezTo>
                    <a:pt x="86433" y="179597"/>
                    <a:pt x="86968" y="177175"/>
                    <a:pt x="86968" y="173140"/>
                  </a:cubicBezTo>
                  <a:cubicBezTo>
                    <a:pt x="86968" y="133559"/>
                    <a:pt x="303" y="155646"/>
                    <a:pt x="303" y="98589"/>
                  </a:cubicBezTo>
                  <a:cubicBezTo>
                    <a:pt x="303" y="69517"/>
                    <a:pt x="23452" y="50144"/>
                    <a:pt x="59517" y="50144"/>
                  </a:cubicBezTo>
                  <a:cubicBezTo>
                    <a:pt x="78623" y="50144"/>
                    <a:pt x="98546" y="54714"/>
                    <a:pt x="115230" y="64404"/>
                  </a:cubicBezTo>
                  <a:cubicBezTo>
                    <a:pt x="117393" y="65490"/>
                    <a:pt x="118462" y="67637"/>
                    <a:pt x="118462" y="69792"/>
                  </a:cubicBezTo>
                  <a:cubicBezTo>
                    <a:pt x="118462" y="71137"/>
                    <a:pt x="118164" y="72710"/>
                    <a:pt x="117385" y="74362"/>
                  </a:cubicBezTo>
                  <a:lnTo>
                    <a:pt x="109039" y="92131"/>
                  </a:lnTo>
                  <a:cubicBezTo>
                    <a:pt x="107962" y="94553"/>
                    <a:pt x="105539" y="95899"/>
                    <a:pt x="103116" y="95899"/>
                  </a:cubicBezTo>
                  <a:cubicBezTo>
                    <a:pt x="101771" y="95899"/>
                    <a:pt x="100426" y="95623"/>
                    <a:pt x="99081" y="94821"/>
                  </a:cubicBezTo>
                  <a:cubicBezTo>
                    <a:pt x="85356" y="87286"/>
                    <a:pt x="72165" y="82708"/>
                    <a:pt x="58439" y="82708"/>
                  </a:cubicBezTo>
                  <a:cubicBezTo>
                    <a:pt x="44179" y="82708"/>
                    <a:pt x="35833" y="87923"/>
                    <a:pt x="35833" y="96166"/>
                  </a:cubicBezTo>
                  <a:cubicBezTo>
                    <a:pt x="35833" y="121368"/>
                    <a:pt x="122497" y="106659"/>
                    <a:pt x="122497" y="167759"/>
                  </a:cubicBezTo>
                  <a:moveTo>
                    <a:pt x="234191" y="149189"/>
                  </a:moveTo>
                  <a:cubicBezTo>
                    <a:pt x="234191" y="153224"/>
                    <a:pt x="232043" y="155111"/>
                    <a:pt x="227466" y="156456"/>
                  </a:cubicBezTo>
                  <a:cubicBezTo>
                    <a:pt x="221543" y="158069"/>
                    <a:pt x="216430" y="158879"/>
                    <a:pt x="209162" y="158879"/>
                  </a:cubicBezTo>
                  <a:cubicBezTo>
                    <a:pt x="191936" y="158879"/>
                    <a:pt x="175788" y="148646"/>
                    <a:pt x="175788" y="121195"/>
                  </a:cubicBezTo>
                  <a:cubicBezTo>
                    <a:pt x="175788" y="93743"/>
                    <a:pt x="191936" y="83518"/>
                    <a:pt x="209162" y="83518"/>
                  </a:cubicBezTo>
                  <a:cubicBezTo>
                    <a:pt x="216430" y="83518"/>
                    <a:pt x="221543" y="84320"/>
                    <a:pt x="227466" y="85941"/>
                  </a:cubicBezTo>
                  <a:cubicBezTo>
                    <a:pt x="232043" y="87286"/>
                    <a:pt x="234191" y="89165"/>
                    <a:pt x="234191" y="93201"/>
                  </a:cubicBezTo>
                  <a:lnTo>
                    <a:pt x="234191" y="149189"/>
                  </a:lnTo>
                  <a:close/>
                  <a:moveTo>
                    <a:pt x="262452" y="61179"/>
                  </a:moveTo>
                  <a:cubicBezTo>
                    <a:pt x="244692" y="54446"/>
                    <a:pt x="228000" y="51221"/>
                    <a:pt x="209430" y="51221"/>
                  </a:cubicBezTo>
                  <a:cubicBezTo>
                    <a:pt x="168795" y="51221"/>
                    <a:pt x="140258" y="78405"/>
                    <a:pt x="140258" y="121195"/>
                  </a:cubicBezTo>
                  <a:cubicBezTo>
                    <a:pt x="140258" y="164527"/>
                    <a:pt x="165020" y="191176"/>
                    <a:pt x="208895" y="191176"/>
                  </a:cubicBezTo>
                  <a:cubicBezTo>
                    <a:pt x="226655" y="191176"/>
                    <a:pt x="243881" y="188210"/>
                    <a:pt x="262452" y="180407"/>
                  </a:cubicBezTo>
                  <a:cubicBezTo>
                    <a:pt x="266763" y="178528"/>
                    <a:pt x="269185" y="175562"/>
                    <a:pt x="269185" y="169639"/>
                  </a:cubicBezTo>
                  <a:lnTo>
                    <a:pt x="269185" y="71940"/>
                  </a:lnTo>
                  <a:cubicBezTo>
                    <a:pt x="269185" y="65749"/>
                    <a:pt x="266763" y="62792"/>
                    <a:pt x="262452" y="61179"/>
                  </a:cubicBezTo>
                </a:path>
              </a:pathLst>
            </a:custGeom>
            <a:grpFill/>
            <a:ln w="78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40" name="Forme libre : forme 10">
              <a:extLst>
                <a:ext uri="{FF2B5EF4-FFF2-40B4-BE49-F238E27FC236}">
                  <a16:creationId xmlns:a16="http://schemas.microsoft.com/office/drawing/2014/main" id="{398D76C0-14BC-45A1-BA5D-05C4DA269827}"/>
                </a:ext>
              </a:extLst>
            </p:cNvPr>
            <p:cNvSpPr/>
            <p:nvPr/>
          </p:nvSpPr>
          <p:spPr>
            <a:xfrm rot="-73896" flipV="1">
              <a:off x="5474877" y="-471733"/>
              <a:ext cx="37949" cy="37711"/>
            </a:xfrm>
            <a:custGeom>
              <a:avLst/>
              <a:gdLst>
                <a:gd name="connsiteX0" fmla="*/ 19483 w 37949"/>
                <a:gd name="connsiteY0" fmla="*/ 17 h 37711"/>
                <a:gd name="connsiteX1" fmla="*/ 38456 w 37949"/>
                <a:gd name="connsiteY1" fmla="*/ 18454 h 37711"/>
                <a:gd name="connsiteX2" fmla="*/ 19491 w 37949"/>
                <a:gd name="connsiteY2" fmla="*/ 37717 h 37711"/>
                <a:gd name="connsiteX3" fmla="*/ 519 w 37949"/>
                <a:gd name="connsiteY3" fmla="*/ 19272 h 37711"/>
                <a:gd name="connsiteX4" fmla="*/ 19483 w 37949"/>
                <a:gd name="connsiteY4" fmla="*/ 17 h 37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49" h="37711">
                  <a:moveTo>
                    <a:pt x="19483" y="17"/>
                  </a:moveTo>
                  <a:cubicBezTo>
                    <a:pt x="30519" y="-219"/>
                    <a:pt x="38212" y="6883"/>
                    <a:pt x="38456" y="18454"/>
                  </a:cubicBezTo>
                  <a:cubicBezTo>
                    <a:pt x="38715" y="30300"/>
                    <a:pt x="31329" y="37457"/>
                    <a:pt x="19491" y="37717"/>
                  </a:cubicBezTo>
                  <a:cubicBezTo>
                    <a:pt x="8188" y="37953"/>
                    <a:pt x="771" y="31118"/>
                    <a:pt x="519" y="19272"/>
                  </a:cubicBezTo>
                  <a:cubicBezTo>
                    <a:pt x="267" y="7701"/>
                    <a:pt x="7378" y="284"/>
                    <a:pt x="19483" y="17"/>
                  </a:cubicBezTo>
                </a:path>
              </a:pathLst>
            </a:custGeom>
            <a:grpFill/>
            <a:ln w="78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fr-FR" sz="2400">
                <a:solidFill>
                  <a:schemeClr val="accent2"/>
                </a:solidFill>
              </a:endParaRPr>
            </a:p>
          </p:txBody>
        </p:sp>
        <p:sp>
          <p:nvSpPr>
            <p:cNvPr id="41" name="Forme libre : forme 11">
              <a:extLst>
                <a:ext uri="{FF2B5EF4-FFF2-40B4-BE49-F238E27FC236}">
                  <a16:creationId xmlns:a16="http://schemas.microsoft.com/office/drawing/2014/main" id="{7734F84F-E2B5-42BC-915A-6FEA20143203}"/>
                </a:ext>
              </a:extLst>
            </p:cNvPr>
            <p:cNvSpPr/>
            <p:nvPr userDrawn="1"/>
          </p:nvSpPr>
          <p:spPr>
            <a:xfrm rot="10725025" flipV="1">
              <a:off x="4768103" y="-317778"/>
              <a:ext cx="37406" cy="37169"/>
            </a:xfrm>
            <a:custGeom>
              <a:avLst/>
              <a:gdLst>
                <a:gd name="connsiteX0" fmla="*/ 18717 w 37406"/>
                <a:gd name="connsiteY0" fmla="*/ 130 h 37169"/>
                <a:gd name="connsiteX1" fmla="*/ 37414 w 37406"/>
                <a:gd name="connsiteY1" fmla="*/ 18300 h 37169"/>
                <a:gd name="connsiteX2" fmla="*/ 18717 w 37406"/>
                <a:gd name="connsiteY2" fmla="*/ 37288 h 37169"/>
                <a:gd name="connsiteX3" fmla="*/ 20 w 37406"/>
                <a:gd name="connsiteY3" fmla="*/ 19118 h 37169"/>
                <a:gd name="connsiteX4" fmla="*/ 18717 w 37406"/>
                <a:gd name="connsiteY4" fmla="*/ 130 h 37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406" h="37169">
                  <a:moveTo>
                    <a:pt x="18717" y="130"/>
                  </a:moveTo>
                  <a:cubicBezTo>
                    <a:pt x="29745" y="-106"/>
                    <a:pt x="37162" y="6729"/>
                    <a:pt x="37414" y="18300"/>
                  </a:cubicBezTo>
                  <a:cubicBezTo>
                    <a:pt x="37665" y="29603"/>
                    <a:pt x="30555" y="37028"/>
                    <a:pt x="18717" y="37288"/>
                  </a:cubicBezTo>
                  <a:cubicBezTo>
                    <a:pt x="7681" y="37524"/>
                    <a:pt x="264" y="30421"/>
                    <a:pt x="20" y="19118"/>
                  </a:cubicBezTo>
                  <a:cubicBezTo>
                    <a:pt x="-240" y="7547"/>
                    <a:pt x="6871" y="390"/>
                    <a:pt x="18717" y="130"/>
                  </a:cubicBezTo>
                </a:path>
              </a:pathLst>
            </a:custGeom>
            <a:grpFill/>
            <a:ln w="78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fr-FR" sz="2400"/>
            </a:p>
          </p:txBody>
        </p:sp>
      </p:grpSp>
    </p:spTree>
    <p:extLst>
      <p:ext uri="{BB962C8B-B14F-4D97-AF65-F5344CB8AC3E}">
        <p14:creationId xmlns:p14="http://schemas.microsoft.com/office/powerpoint/2010/main" val="23700833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and Numbers (Alternative)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7276DEF-3CBF-476F-8A84-C6760A5FE884}"/>
              </a:ext>
            </a:extLst>
          </p:cNvPr>
          <p:cNvSpPr/>
          <p:nvPr userDrawn="1"/>
        </p:nvSpPr>
        <p:spPr>
          <a:xfrm>
            <a:off x="0" y="0"/>
            <a:ext cx="3729600" cy="6858000"/>
          </a:xfrm>
          <a:prstGeom prst="rect">
            <a:avLst/>
          </a:prstGeom>
          <a:solidFill>
            <a:srgbClr val="E9E6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noProof="0"/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323D7EBE-BC7D-4AC5-AD6B-FCD5D270E1C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B54B0F7-55DD-40D6-B7F4-70B586885C0B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29" name="Espace réservé du texte 4">
            <a:extLst>
              <a:ext uri="{FF2B5EF4-FFF2-40B4-BE49-F238E27FC236}">
                <a16:creationId xmlns:a16="http://schemas.microsoft.com/office/drawing/2014/main" id="{EFA975DA-1F61-4E92-847F-881A6B959F1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352279" y="2220014"/>
            <a:ext cx="1091851" cy="921277"/>
          </a:xfrm>
        </p:spPr>
        <p:txBody>
          <a:bodyPr>
            <a:spAutoFit/>
          </a:bodyPr>
          <a:lstStyle>
            <a:lvl1pPr algn="l">
              <a:lnSpc>
                <a:spcPct val="110000"/>
              </a:lnSpc>
              <a:defRPr sz="6000" b="0" i="0" cap="all"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228594" indent="-228594"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067"/>
            </a:lvl2pPr>
            <a:lvl3pPr>
              <a:lnSpc>
                <a:spcPct val="110000"/>
              </a:lnSpc>
              <a:defRPr sz="1067">
                <a:latin typeface="+mj-lt"/>
              </a:defRPr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noProof="0"/>
              <a:t>01</a:t>
            </a:r>
          </a:p>
        </p:txBody>
      </p:sp>
      <p:sp>
        <p:nvSpPr>
          <p:cNvPr id="30" name="Espace réservé du texte 4">
            <a:extLst>
              <a:ext uri="{FF2B5EF4-FFF2-40B4-BE49-F238E27FC236}">
                <a16:creationId xmlns:a16="http://schemas.microsoft.com/office/drawing/2014/main" id="{F6E50AC3-1EA3-493F-A0D3-634DA300E23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352279" y="1577578"/>
            <a:ext cx="6459117" cy="245708"/>
          </a:xfrm>
        </p:spPr>
        <p:txBody>
          <a:bodyPr wrap="square">
            <a:spAutoFit/>
          </a:bodyPr>
          <a:lstStyle>
            <a:lvl1pPr algn="l">
              <a:lnSpc>
                <a:spcPct val="110000"/>
              </a:lnSpc>
              <a:defRPr sz="1600">
                <a:solidFill>
                  <a:schemeClr val="tx1"/>
                </a:solidFill>
              </a:defRPr>
            </a:lvl1pPr>
            <a:lvl2pPr marL="228594" indent="-228594"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067"/>
            </a:lvl2pPr>
            <a:lvl3pPr>
              <a:lnSpc>
                <a:spcPct val="110000"/>
              </a:lnSpc>
              <a:defRPr sz="1067">
                <a:latin typeface="+mj-lt"/>
              </a:defRPr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1" name="Espace réservé du texte 4">
            <a:extLst>
              <a:ext uri="{FF2B5EF4-FFF2-40B4-BE49-F238E27FC236}">
                <a16:creationId xmlns:a16="http://schemas.microsoft.com/office/drawing/2014/main" id="{0E2314AF-F33D-4B84-8412-DF73ECC51E6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53081" y="2220014"/>
            <a:ext cx="1091851" cy="921277"/>
          </a:xfrm>
        </p:spPr>
        <p:txBody>
          <a:bodyPr>
            <a:spAutoFit/>
          </a:bodyPr>
          <a:lstStyle>
            <a:lvl1pPr algn="l">
              <a:lnSpc>
                <a:spcPct val="110000"/>
              </a:lnSpc>
              <a:defRPr sz="6000" b="0" i="0" cap="all"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228594" indent="-228594"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067"/>
            </a:lvl2pPr>
            <a:lvl3pPr>
              <a:lnSpc>
                <a:spcPct val="110000"/>
              </a:lnSpc>
              <a:defRPr sz="1067">
                <a:latin typeface="+mj-lt"/>
              </a:defRPr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noProof="0"/>
              <a:t>02</a:t>
            </a:r>
          </a:p>
        </p:txBody>
      </p:sp>
      <p:sp>
        <p:nvSpPr>
          <p:cNvPr id="32" name="Espace réservé du texte 4">
            <a:extLst>
              <a:ext uri="{FF2B5EF4-FFF2-40B4-BE49-F238E27FC236}">
                <a16:creationId xmlns:a16="http://schemas.microsoft.com/office/drawing/2014/main" id="{8444AA6E-9EC0-4895-8FC6-4351D2BEE03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153884" y="2220014"/>
            <a:ext cx="1091851" cy="921277"/>
          </a:xfrm>
        </p:spPr>
        <p:txBody>
          <a:bodyPr>
            <a:spAutoFit/>
          </a:bodyPr>
          <a:lstStyle>
            <a:lvl1pPr algn="l">
              <a:lnSpc>
                <a:spcPct val="110000"/>
              </a:lnSpc>
              <a:defRPr sz="6000" b="0" i="0" cap="all"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228594" indent="-228594"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067"/>
            </a:lvl2pPr>
            <a:lvl3pPr>
              <a:lnSpc>
                <a:spcPct val="110000"/>
              </a:lnSpc>
              <a:defRPr sz="1067">
                <a:latin typeface="+mj-lt"/>
              </a:defRPr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noProof="0"/>
              <a:t>03</a:t>
            </a:r>
          </a:p>
        </p:txBody>
      </p:sp>
      <p:sp>
        <p:nvSpPr>
          <p:cNvPr id="33" name="Espace réservé du texte 4">
            <a:extLst>
              <a:ext uri="{FF2B5EF4-FFF2-40B4-BE49-F238E27FC236}">
                <a16:creationId xmlns:a16="http://schemas.microsoft.com/office/drawing/2014/main" id="{E3BC2BD0-41C8-4C7A-BC1B-E444A392D03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0054688" y="2220014"/>
            <a:ext cx="1091851" cy="921277"/>
          </a:xfrm>
        </p:spPr>
        <p:txBody>
          <a:bodyPr>
            <a:spAutoFit/>
          </a:bodyPr>
          <a:lstStyle>
            <a:lvl1pPr algn="l">
              <a:lnSpc>
                <a:spcPct val="110000"/>
              </a:lnSpc>
              <a:defRPr sz="6000" b="0" i="0" cap="all"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228594" indent="-228594"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067"/>
            </a:lvl2pPr>
            <a:lvl3pPr>
              <a:lnSpc>
                <a:spcPct val="110000"/>
              </a:lnSpc>
              <a:defRPr sz="1067">
                <a:latin typeface="+mj-lt"/>
              </a:defRPr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noProof="0"/>
              <a:t>04</a:t>
            </a:r>
          </a:p>
        </p:txBody>
      </p:sp>
      <p:sp>
        <p:nvSpPr>
          <p:cNvPr id="38" name="Espace réservé du texte 4">
            <a:extLst>
              <a:ext uri="{FF2B5EF4-FFF2-40B4-BE49-F238E27FC236}">
                <a16:creationId xmlns:a16="http://schemas.microsoft.com/office/drawing/2014/main" id="{E6118210-A598-4833-8C53-BBA66CF5796F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4352279" y="3269349"/>
            <a:ext cx="1694284" cy="419247"/>
          </a:xfrm>
        </p:spPr>
        <p:txBody>
          <a:bodyPr/>
          <a:lstStyle>
            <a:lvl1pPr algn="l">
              <a:lnSpc>
                <a:spcPct val="125000"/>
              </a:lnSpc>
              <a:defRPr sz="1600">
                <a:solidFill>
                  <a:schemeClr val="accent2"/>
                </a:solidFill>
              </a:defRPr>
            </a:lvl1pPr>
            <a:lvl2pPr marL="0" indent="0">
              <a:lnSpc>
                <a:spcPts val="1600"/>
              </a:lnSpc>
              <a:spcAft>
                <a:spcPts val="533"/>
              </a:spcAft>
              <a:buFont typeface="Arial" panose="020B0604020202020204" pitchFamily="34" charset="0"/>
              <a:buNone/>
              <a:defRPr sz="1467">
                <a:solidFill>
                  <a:schemeClr val="accent2"/>
                </a:solidFill>
              </a:defRPr>
            </a:lvl2pPr>
            <a:lvl3pPr>
              <a:lnSpc>
                <a:spcPct val="110000"/>
              </a:lnSpc>
              <a:defRPr sz="1067">
                <a:latin typeface="+mj-lt"/>
              </a:defRPr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9" name="Espace réservé du texte 4">
            <a:extLst>
              <a:ext uri="{FF2B5EF4-FFF2-40B4-BE49-F238E27FC236}">
                <a16:creationId xmlns:a16="http://schemas.microsoft.com/office/drawing/2014/main" id="{140FC0A1-6231-4649-9573-C6772F9B84BC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4352279" y="3721782"/>
            <a:ext cx="1694284" cy="419247"/>
          </a:xfrm>
        </p:spPr>
        <p:txBody>
          <a:bodyPr/>
          <a:lstStyle>
            <a:lvl1pPr algn="l">
              <a:lnSpc>
                <a:spcPct val="125000"/>
              </a:lnSpc>
              <a:defRPr sz="1067">
                <a:solidFill>
                  <a:schemeClr val="tx1"/>
                </a:solidFill>
              </a:defRPr>
            </a:lvl1pPr>
            <a:lvl2pPr marL="0" indent="0">
              <a:lnSpc>
                <a:spcPts val="1600"/>
              </a:lnSpc>
              <a:spcAft>
                <a:spcPts val="533"/>
              </a:spcAft>
              <a:buFont typeface="Arial" panose="020B0604020202020204" pitchFamily="34" charset="0"/>
              <a:buNone/>
              <a:defRPr sz="933"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defRPr sz="1067">
                <a:latin typeface="+mj-lt"/>
              </a:defRPr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0" name="Espace réservé du texte 4">
            <a:extLst>
              <a:ext uri="{FF2B5EF4-FFF2-40B4-BE49-F238E27FC236}">
                <a16:creationId xmlns:a16="http://schemas.microsoft.com/office/drawing/2014/main" id="{2DAC1528-CEDA-41B5-AAAF-B8FF60A576A9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6253082" y="3269349"/>
            <a:ext cx="1694284" cy="419247"/>
          </a:xfrm>
        </p:spPr>
        <p:txBody>
          <a:bodyPr/>
          <a:lstStyle>
            <a:lvl1pPr algn="l">
              <a:lnSpc>
                <a:spcPct val="125000"/>
              </a:lnSpc>
              <a:defRPr sz="1600">
                <a:solidFill>
                  <a:schemeClr val="accent2"/>
                </a:solidFill>
              </a:defRPr>
            </a:lvl1pPr>
            <a:lvl2pPr marL="0" indent="0">
              <a:lnSpc>
                <a:spcPts val="1600"/>
              </a:lnSpc>
              <a:spcAft>
                <a:spcPts val="533"/>
              </a:spcAft>
              <a:buFont typeface="Arial" panose="020B0604020202020204" pitchFamily="34" charset="0"/>
              <a:buNone/>
              <a:defRPr sz="1467">
                <a:solidFill>
                  <a:schemeClr val="accent2"/>
                </a:solidFill>
              </a:defRPr>
            </a:lvl2pPr>
            <a:lvl3pPr>
              <a:lnSpc>
                <a:spcPct val="110000"/>
              </a:lnSpc>
              <a:defRPr sz="1067">
                <a:latin typeface="+mj-lt"/>
              </a:defRPr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1" name="Espace réservé du texte 4">
            <a:extLst>
              <a:ext uri="{FF2B5EF4-FFF2-40B4-BE49-F238E27FC236}">
                <a16:creationId xmlns:a16="http://schemas.microsoft.com/office/drawing/2014/main" id="{5FFDA929-E8A8-4AC0-99CE-44C3C6910AE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253082" y="3721782"/>
            <a:ext cx="1694284" cy="419247"/>
          </a:xfrm>
        </p:spPr>
        <p:txBody>
          <a:bodyPr/>
          <a:lstStyle>
            <a:lvl1pPr algn="l">
              <a:lnSpc>
                <a:spcPct val="125000"/>
              </a:lnSpc>
              <a:defRPr sz="1067">
                <a:solidFill>
                  <a:schemeClr val="tx1"/>
                </a:solidFill>
              </a:defRPr>
            </a:lvl1pPr>
            <a:lvl2pPr marL="0" indent="0">
              <a:lnSpc>
                <a:spcPts val="1600"/>
              </a:lnSpc>
              <a:spcAft>
                <a:spcPts val="533"/>
              </a:spcAft>
              <a:buFont typeface="Arial" panose="020B0604020202020204" pitchFamily="34" charset="0"/>
              <a:buNone/>
              <a:defRPr sz="933"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defRPr sz="1067">
                <a:latin typeface="+mj-lt"/>
              </a:defRPr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2" name="Espace réservé du texte 4">
            <a:extLst>
              <a:ext uri="{FF2B5EF4-FFF2-40B4-BE49-F238E27FC236}">
                <a16:creationId xmlns:a16="http://schemas.microsoft.com/office/drawing/2014/main" id="{9709CCCA-F00B-45D4-9788-1FBC4F09AA09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153886" y="3269349"/>
            <a:ext cx="1694284" cy="419247"/>
          </a:xfrm>
        </p:spPr>
        <p:txBody>
          <a:bodyPr/>
          <a:lstStyle>
            <a:lvl1pPr algn="l">
              <a:lnSpc>
                <a:spcPct val="125000"/>
              </a:lnSpc>
              <a:defRPr sz="1600">
                <a:solidFill>
                  <a:schemeClr val="accent2"/>
                </a:solidFill>
              </a:defRPr>
            </a:lvl1pPr>
            <a:lvl2pPr marL="0" indent="0">
              <a:lnSpc>
                <a:spcPts val="1600"/>
              </a:lnSpc>
              <a:spcAft>
                <a:spcPts val="533"/>
              </a:spcAft>
              <a:buFont typeface="Arial" panose="020B0604020202020204" pitchFamily="34" charset="0"/>
              <a:buNone/>
              <a:defRPr sz="1467">
                <a:solidFill>
                  <a:schemeClr val="accent2"/>
                </a:solidFill>
              </a:defRPr>
            </a:lvl2pPr>
            <a:lvl3pPr>
              <a:lnSpc>
                <a:spcPct val="110000"/>
              </a:lnSpc>
              <a:defRPr sz="1067">
                <a:latin typeface="+mj-lt"/>
              </a:defRPr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3" name="Espace réservé du texte 4">
            <a:extLst>
              <a:ext uri="{FF2B5EF4-FFF2-40B4-BE49-F238E27FC236}">
                <a16:creationId xmlns:a16="http://schemas.microsoft.com/office/drawing/2014/main" id="{B5E93FAA-61CE-40AC-8738-0DE2C5E1F42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8153886" y="3721782"/>
            <a:ext cx="1694284" cy="419247"/>
          </a:xfrm>
        </p:spPr>
        <p:txBody>
          <a:bodyPr/>
          <a:lstStyle>
            <a:lvl1pPr algn="l">
              <a:lnSpc>
                <a:spcPct val="125000"/>
              </a:lnSpc>
              <a:defRPr sz="1067">
                <a:solidFill>
                  <a:schemeClr val="tx1"/>
                </a:solidFill>
              </a:defRPr>
            </a:lvl1pPr>
            <a:lvl2pPr marL="0" indent="0">
              <a:lnSpc>
                <a:spcPts val="1600"/>
              </a:lnSpc>
              <a:spcAft>
                <a:spcPts val="533"/>
              </a:spcAft>
              <a:buFont typeface="Arial" panose="020B0604020202020204" pitchFamily="34" charset="0"/>
              <a:buNone/>
              <a:defRPr sz="933"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defRPr sz="1067">
                <a:latin typeface="+mj-lt"/>
              </a:defRPr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4" name="Espace réservé du texte 4">
            <a:extLst>
              <a:ext uri="{FF2B5EF4-FFF2-40B4-BE49-F238E27FC236}">
                <a16:creationId xmlns:a16="http://schemas.microsoft.com/office/drawing/2014/main" id="{14A4C1F7-829A-4567-999B-287472F1F401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054690" y="3269349"/>
            <a:ext cx="1694284" cy="419247"/>
          </a:xfrm>
        </p:spPr>
        <p:txBody>
          <a:bodyPr/>
          <a:lstStyle>
            <a:lvl1pPr algn="l">
              <a:lnSpc>
                <a:spcPct val="125000"/>
              </a:lnSpc>
              <a:defRPr sz="1600">
                <a:solidFill>
                  <a:schemeClr val="accent2"/>
                </a:solidFill>
              </a:defRPr>
            </a:lvl1pPr>
            <a:lvl2pPr marL="0" indent="0">
              <a:lnSpc>
                <a:spcPts val="1600"/>
              </a:lnSpc>
              <a:spcAft>
                <a:spcPts val="533"/>
              </a:spcAft>
              <a:buFont typeface="Arial" panose="020B0604020202020204" pitchFamily="34" charset="0"/>
              <a:buNone/>
              <a:defRPr sz="1467">
                <a:solidFill>
                  <a:schemeClr val="accent2"/>
                </a:solidFill>
              </a:defRPr>
            </a:lvl2pPr>
            <a:lvl3pPr>
              <a:lnSpc>
                <a:spcPct val="110000"/>
              </a:lnSpc>
              <a:defRPr sz="1067">
                <a:latin typeface="+mj-lt"/>
              </a:defRPr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5" name="Espace réservé du texte 4">
            <a:extLst>
              <a:ext uri="{FF2B5EF4-FFF2-40B4-BE49-F238E27FC236}">
                <a16:creationId xmlns:a16="http://schemas.microsoft.com/office/drawing/2014/main" id="{A4030E47-E75C-4A3D-9FAD-95FD358BD57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0054690" y="3721782"/>
            <a:ext cx="1694284" cy="419247"/>
          </a:xfrm>
        </p:spPr>
        <p:txBody>
          <a:bodyPr/>
          <a:lstStyle>
            <a:lvl1pPr algn="l">
              <a:lnSpc>
                <a:spcPct val="125000"/>
              </a:lnSpc>
              <a:defRPr sz="1067">
                <a:solidFill>
                  <a:schemeClr val="tx1"/>
                </a:solidFill>
              </a:defRPr>
            </a:lvl1pPr>
            <a:lvl2pPr marL="0" indent="0">
              <a:lnSpc>
                <a:spcPts val="1600"/>
              </a:lnSpc>
              <a:spcAft>
                <a:spcPts val="533"/>
              </a:spcAft>
              <a:buFont typeface="Arial" panose="020B0604020202020204" pitchFamily="34" charset="0"/>
              <a:buNone/>
              <a:defRPr sz="933"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defRPr sz="1067">
                <a:latin typeface="+mj-lt"/>
              </a:defRPr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3" name="Espace réservé du texte 5">
            <a:extLst>
              <a:ext uri="{FF2B5EF4-FFF2-40B4-BE49-F238E27FC236}">
                <a16:creationId xmlns:a16="http://schemas.microsoft.com/office/drawing/2014/main" id="{7FA14FD7-95C9-4327-B716-189176F2E3E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033427" y="425183"/>
            <a:ext cx="7715547" cy="164148"/>
          </a:xfrm>
        </p:spPr>
        <p:txBody>
          <a:bodyPr wrap="square" anchor="t" anchorCtr="0">
            <a:sp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lang="fr-FR" sz="1067" b="0" i="0" kern="1200" dirty="0" err="1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defRPr sz="533" b="0" i="0" cap="all" baseline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spcBef>
                <a:spcPts val="400"/>
              </a:spcBef>
              <a:tabLst>
                <a:tab pos="836063" algn="l"/>
              </a:tabLst>
              <a:defRPr sz="533"/>
            </a:lvl3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4" name="Espace réservé du texte 4">
            <a:extLst>
              <a:ext uri="{FF2B5EF4-FFF2-40B4-BE49-F238E27FC236}">
                <a16:creationId xmlns:a16="http://schemas.microsoft.com/office/drawing/2014/main" id="{CBC1E183-B986-4005-B87A-30E837CB27F1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444974" y="1577577"/>
            <a:ext cx="2824073" cy="492443"/>
          </a:xfr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160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>
              <a:spcBef>
                <a:spcPts val="533"/>
              </a:spcBef>
              <a:buFont typeface="Arial" panose="020B0604020202020204" pitchFamily="34" charset="0"/>
              <a:buNone/>
              <a:defRPr sz="1600"/>
            </a:lvl2pPr>
            <a:lvl3pPr>
              <a:lnSpc>
                <a:spcPct val="110000"/>
              </a:lnSpc>
              <a:defRPr lang="en-US" sz="1333" kern="1200" dirty="0" smtClean="0">
                <a:solidFill>
                  <a:schemeClr val="tx1"/>
                </a:solidFill>
                <a:latin typeface="Sanofi Sans 3 Regular"/>
                <a:ea typeface="+mn-ea"/>
                <a:cs typeface="+mn-cs"/>
              </a:defRPr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61183799-5968-4FC4-B6D2-F8DDF1F8685C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442034" y="1943799"/>
            <a:ext cx="2827447" cy="429522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 marL="302392" indent="-302392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2pPr>
            <a:lvl3pPr marL="609585" indent="-302392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3pPr>
            <a:lvl4pPr marL="911977" indent="-302392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60C5BA-4E6C-49B9-BC13-AE34B754C3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600" y="710401"/>
            <a:ext cx="2827447" cy="74824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35" name="Graphique 7">
            <a:extLst>
              <a:ext uri="{FF2B5EF4-FFF2-40B4-BE49-F238E27FC236}">
                <a16:creationId xmlns:a16="http://schemas.microsoft.com/office/drawing/2014/main" id="{5AC15C66-D7EB-4500-A551-9FCE3A2D9B84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2166" y="6329527"/>
            <a:ext cx="1071853" cy="275084"/>
            <a:chOff x="4768103" y="-471733"/>
            <a:chExt cx="744723" cy="191124"/>
          </a:xfrm>
          <a:solidFill>
            <a:srgbClr val="FFFFFF"/>
          </a:solidFill>
        </p:grpSpPr>
        <p:sp>
          <p:nvSpPr>
            <p:cNvPr id="36" name="Forme libre : forme 9">
              <a:extLst>
                <a:ext uri="{FF2B5EF4-FFF2-40B4-BE49-F238E27FC236}">
                  <a16:creationId xmlns:a16="http://schemas.microsoft.com/office/drawing/2014/main" id="{DAF98B67-E81F-4FBA-B764-933BBFE9CB5D}"/>
                </a:ext>
              </a:extLst>
            </p:cNvPr>
            <p:cNvSpPr/>
            <p:nvPr userDrawn="1"/>
          </p:nvSpPr>
          <p:spPr>
            <a:xfrm>
              <a:off x="4770087" y="-471716"/>
              <a:ext cx="740699" cy="191096"/>
            </a:xfrm>
            <a:custGeom>
              <a:avLst/>
              <a:gdLst>
                <a:gd name="connsiteX0" fmla="*/ 689325 w 740699"/>
                <a:gd name="connsiteY0" fmla="*/ 7347 h 191096"/>
                <a:gd name="connsiteX1" fmla="*/ 688790 w 740699"/>
                <a:gd name="connsiteY1" fmla="*/ 10847 h 191096"/>
                <a:gd name="connsiteX2" fmla="*/ 686092 w 740699"/>
                <a:gd name="connsiteY2" fmla="*/ 24840 h 191096"/>
                <a:gd name="connsiteX3" fmla="*/ 680980 w 740699"/>
                <a:gd name="connsiteY3" fmla="*/ 29953 h 191096"/>
                <a:gd name="connsiteX4" fmla="*/ 667797 w 740699"/>
                <a:gd name="connsiteY4" fmla="*/ 28608 h 191096"/>
                <a:gd name="connsiteX5" fmla="*/ 646528 w 740699"/>
                <a:gd name="connsiteY5" fmla="*/ 50946 h 191096"/>
                <a:gd name="connsiteX6" fmla="*/ 646528 w 740699"/>
                <a:gd name="connsiteY6" fmla="*/ 53911 h 191096"/>
                <a:gd name="connsiteX7" fmla="*/ 680712 w 740699"/>
                <a:gd name="connsiteY7" fmla="*/ 53911 h 191096"/>
                <a:gd name="connsiteX8" fmla="*/ 686092 w 740699"/>
                <a:gd name="connsiteY8" fmla="*/ 59559 h 191096"/>
                <a:gd name="connsiteX9" fmla="*/ 686092 w 740699"/>
                <a:gd name="connsiteY9" fmla="*/ 78130 h 191096"/>
                <a:gd name="connsiteX10" fmla="*/ 680712 w 740699"/>
                <a:gd name="connsiteY10" fmla="*/ 83518 h 191096"/>
                <a:gd name="connsiteX11" fmla="*/ 646528 w 740699"/>
                <a:gd name="connsiteY11" fmla="*/ 83518 h 191096"/>
                <a:gd name="connsiteX12" fmla="*/ 646528 w 740699"/>
                <a:gd name="connsiteY12" fmla="*/ 183097 h 191096"/>
                <a:gd name="connsiteX13" fmla="*/ 641148 w 740699"/>
                <a:gd name="connsiteY13" fmla="*/ 188485 h 191096"/>
                <a:gd name="connsiteX14" fmla="*/ 617197 w 740699"/>
                <a:gd name="connsiteY14" fmla="*/ 188485 h 191096"/>
                <a:gd name="connsiteX15" fmla="*/ 611809 w 740699"/>
                <a:gd name="connsiteY15" fmla="*/ 183097 h 191096"/>
                <a:gd name="connsiteX16" fmla="*/ 611809 w 740699"/>
                <a:gd name="connsiteY16" fmla="*/ 56602 h 191096"/>
                <a:gd name="connsiteX17" fmla="*/ 666987 w 740699"/>
                <a:gd name="connsiteY17" fmla="*/ 79 h 191096"/>
                <a:gd name="connsiteX18" fmla="*/ 683945 w 740699"/>
                <a:gd name="connsiteY18" fmla="*/ 1966 h 191096"/>
                <a:gd name="connsiteX19" fmla="*/ 689325 w 740699"/>
                <a:gd name="connsiteY19" fmla="*/ 7347 h 191096"/>
                <a:gd name="connsiteX20" fmla="*/ 741003 w 740699"/>
                <a:gd name="connsiteY20" fmla="*/ 59292 h 191096"/>
                <a:gd name="connsiteX21" fmla="*/ 741003 w 740699"/>
                <a:gd name="connsiteY21" fmla="*/ 183097 h 191096"/>
                <a:gd name="connsiteX22" fmla="*/ 735615 w 740699"/>
                <a:gd name="connsiteY22" fmla="*/ 188485 h 191096"/>
                <a:gd name="connsiteX23" fmla="*/ 711396 w 740699"/>
                <a:gd name="connsiteY23" fmla="*/ 188485 h 191096"/>
                <a:gd name="connsiteX24" fmla="*/ 706008 w 740699"/>
                <a:gd name="connsiteY24" fmla="*/ 183097 h 191096"/>
                <a:gd name="connsiteX25" fmla="*/ 706008 w 740699"/>
                <a:gd name="connsiteY25" fmla="*/ 59292 h 191096"/>
                <a:gd name="connsiteX26" fmla="*/ 711396 w 740699"/>
                <a:gd name="connsiteY26" fmla="*/ 53911 h 191096"/>
                <a:gd name="connsiteX27" fmla="*/ 735615 w 740699"/>
                <a:gd name="connsiteY27" fmla="*/ 53911 h 191096"/>
                <a:gd name="connsiteX28" fmla="*/ 741003 w 740699"/>
                <a:gd name="connsiteY28" fmla="*/ 59292 h 191096"/>
                <a:gd name="connsiteX29" fmla="*/ 518954 w 740699"/>
                <a:gd name="connsiteY29" fmla="*/ 158879 h 191096"/>
                <a:gd name="connsiteX30" fmla="*/ 485847 w 740699"/>
                <a:gd name="connsiteY30" fmla="*/ 121195 h 191096"/>
                <a:gd name="connsiteX31" fmla="*/ 517074 w 740699"/>
                <a:gd name="connsiteY31" fmla="*/ 83518 h 191096"/>
                <a:gd name="connsiteX32" fmla="*/ 550173 w 740699"/>
                <a:gd name="connsiteY32" fmla="*/ 121195 h 191096"/>
                <a:gd name="connsiteX33" fmla="*/ 518954 w 740699"/>
                <a:gd name="connsiteY33" fmla="*/ 158879 h 191096"/>
                <a:gd name="connsiteX34" fmla="*/ 517074 w 740699"/>
                <a:gd name="connsiteY34" fmla="*/ 51221 h 191096"/>
                <a:gd name="connsiteX35" fmla="*/ 450317 w 740699"/>
                <a:gd name="connsiteY35" fmla="*/ 121195 h 191096"/>
                <a:gd name="connsiteX36" fmla="*/ 518954 w 740699"/>
                <a:gd name="connsiteY36" fmla="*/ 191176 h 191096"/>
                <a:gd name="connsiteX37" fmla="*/ 585702 w 740699"/>
                <a:gd name="connsiteY37" fmla="*/ 121195 h 191096"/>
                <a:gd name="connsiteX38" fmla="*/ 517074 w 740699"/>
                <a:gd name="connsiteY38" fmla="*/ 51221 h 191096"/>
                <a:gd name="connsiteX39" fmla="*/ 424486 w 740699"/>
                <a:gd name="connsiteY39" fmla="*/ 101813 h 191096"/>
                <a:gd name="connsiteX40" fmla="*/ 424486 w 740699"/>
                <a:gd name="connsiteY40" fmla="*/ 183097 h 191096"/>
                <a:gd name="connsiteX41" fmla="*/ 419098 w 740699"/>
                <a:gd name="connsiteY41" fmla="*/ 188485 h 191096"/>
                <a:gd name="connsiteX42" fmla="*/ 394880 w 740699"/>
                <a:gd name="connsiteY42" fmla="*/ 188485 h 191096"/>
                <a:gd name="connsiteX43" fmla="*/ 389492 w 740699"/>
                <a:gd name="connsiteY43" fmla="*/ 183097 h 191096"/>
                <a:gd name="connsiteX44" fmla="*/ 389492 w 740699"/>
                <a:gd name="connsiteY44" fmla="*/ 106391 h 191096"/>
                <a:gd name="connsiteX45" fmla="*/ 363385 w 740699"/>
                <a:gd name="connsiteY45" fmla="*/ 83518 h 191096"/>
                <a:gd name="connsiteX46" fmla="*/ 343469 w 740699"/>
                <a:gd name="connsiteY46" fmla="*/ 85665 h 191096"/>
                <a:gd name="connsiteX47" fmla="*/ 337012 w 740699"/>
                <a:gd name="connsiteY47" fmla="*/ 92666 h 191096"/>
                <a:gd name="connsiteX48" fmla="*/ 337012 w 740699"/>
                <a:gd name="connsiteY48" fmla="*/ 183097 h 191096"/>
                <a:gd name="connsiteX49" fmla="*/ 331624 w 740699"/>
                <a:gd name="connsiteY49" fmla="*/ 188485 h 191096"/>
                <a:gd name="connsiteX50" fmla="*/ 307405 w 740699"/>
                <a:gd name="connsiteY50" fmla="*/ 188485 h 191096"/>
                <a:gd name="connsiteX51" fmla="*/ 302017 w 740699"/>
                <a:gd name="connsiteY51" fmla="*/ 183097 h 191096"/>
                <a:gd name="connsiteX52" fmla="*/ 302017 w 740699"/>
                <a:gd name="connsiteY52" fmla="*/ 71672 h 191096"/>
                <a:gd name="connsiteX53" fmla="*/ 308750 w 740699"/>
                <a:gd name="connsiteY53" fmla="*/ 60904 h 191096"/>
                <a:gd name="connsiteX54" fmla="*/ 362850 w 740699"/>
                <a:gd name="connsiteY54" fmla="*/ 51221 h 191096"/>
                <a:gd name="connsiteX55" fmla="*/ 424486 w 740699"/>
                <a:gd name="connsiteY55" fmla="*/ 101813 h 191096"/>
                <a:gd name="connsiteX56" fmla="*/ 122497 w 740699"/>
                <a:gd name="connsiteY56" fmla="*/ 167759 h 191096"/>
                <a:gd name="connsiteX57" fmla="*/ 120342 w 740699"/>
                <a:gd name="connsiteY57" fmla="*/ 183097 h 191096"/>
                <a:gd name="connsiteX58" fmla="*/ 113350 w 740699"/>
                <a:gd name="connsiteY58" fmla="*/ 188485 h 191096"/>
                <a:gd name="connsiteX59" fmla="*/ 89123 w 740699"/>
                <a:gd name="connsiteY59" fmla="*/ 188485 h 191096"/>
                <a:gd name="connsiteX60" fmla="*/ 85088 w 740699"/>
                <a:gd name="connsiteY60" fmla="*/ 184718 h 191096"/>
                <a:gd name="connsiteX61" fmla="*/ 85356 w 740699"/>
                <a:gd name="connsiteY61" fmla="*/ 183097 h 191096"/>
                <a:gd name="connsiteX62" fmla="*/ 86968 w 740699"/>
                <a:gd name="connsiteY62" fmla="*/ 173140 h 191096"/>
                <a:gd name="connsiteX63" fmla="*/ 303 w 740699"/>
                <a:gd name="connsiteY63" fmla="*/ 98589 h 191096"/>
                <a:gd name="connsiteX64" fmla="*/ 59517 w 740699"/>
                <a:gd name="connsiteY64" fmla="*/ 50144 h 191096"/>
                <a:gd name="connsiteX65" fmla="*/ 115230 w 740699"/>
                <a:gd name="connsiteY65" fmla="*/ 64404 h 191096"/>
                <a:gd name="connsiteX66" fmla="*/ 118462 w 740699"/>
                <a:gd name="connsiteY66" fmla="*/ 69792 h 191096"/>
                <a:gd name="connsiteX67" fmla="*/ 117385 w 740699"/>
                <a:gd name="connsiteY67" fmla="*/ 74362 h 191096"/>
                <a:gd name="connsiteX68" fmla="*/ 109039 w 740699"/>
                <a:gd name="connsiteY68" fmla="*/ 92131 h 191096"/>
                <a:gd name="connsiteX69" fmla="*/ 103116 w 740699"/>
                <a:gd name="connsiteY69" fmla="*/ 95899 h 191096"/>
                <a:gd name="connsiteX70" fmla="*/ 99081 w 740699"/>
                <a:gd name="connsiteY70" fmla="*/ 94821 h 191096"/>
                <a:gd name="connsiteX71" fmla="*/ 58439 w 740699"/>
                <a:gd name="connsiteY71" fmla="*/ 82708 h 191096"/>
                <a:gd name="connsiteX72" fmla="*/ 35833 w 740699"/>
                <a:gd name="connsiteY72" fmla="*/ 96166 h 191096"/>
                <a:gd name="connsiteX73" fmla="*/ 122497 w 740699"/>
                <a:gd name="connsiteY73" fmla="*/ 167759 h 191096"/>
                <a:gd name="connsiteX74" fmla="*/ 234191 w 740699"/>
                <a:gd name="connsiteY74" fmla="*/ 149189 h 191096"/>
                <a:gd name="connsiteX75" fmla="*/ 227466 w 740699"/>
                <a:gd name="connsiteY75" fmla="*/ 156456 h 191096"/>
                <a:gd name="connsiteX76" fmla="*/ 209162 w 740699"/>
                <a:gd name="connsiteY76" fmla="*/ 158879 h 191096"/>
                <a:gd name="connsiteX77" fmla="*/ 175788 w 740699"/>
                <a:gd name="connsiteY77" fmla="*/ 121195 h 191096"/>
                <a:gd name="connsiteX78" fmla="*/ 209162 w 740699"/>
                <a:gd name="connsiteY78" fmla="*/ 83518 h 191096"/>
                <a:gd name="connsiteX79" fmla="*/ 227466 w 740699"/>
                <a:gd name="connsiteY79" fmla="*/ 85941 h 191096"/>
                <a:gd name="connsiteX80" fmla="*/ 234191 w 740699"/>
                <a:gd name="connsiteY80" fmla="*/ 93201 h 191096"/>
                <a:gd name="connsiteX81" fmla="*/ 234191 w 740699"/>
                <a:gd name="connsiteY81" fmla="*/ 149189 h 191096"/>
                <a:gd name="connsiteX82" fmla="*/ 262452 w 740699"/>
                <a:gd name="connsiteY82" fmla="*/ 61179 h 191096"/>
                <a:gd name="connsiteX83" fmla="*/ 209430 w 740699"/>
                <a:gd name="connsiteY83" fmla="*/ 51221 h 191096"/>
                <a:gd name="connsiteX84" fmla="*/ 140258 w 740699"/>
                <a:gd name="connsiteY84" fmla="*/ 121195 h 191096"/>
                <a:gd name="connsiteX85" fmla="*/ 208895 w 740699"/>
                <a:gd name="connsiteY85" fmla="*/ 191176 h 191096"/>
                <a:gd name="connsiteX86" fmla="*/ 262452 w 740699"/>
                <a:gd name="connsiteY86" fmla="*/ 180407 h 191096"/>
                <a:gd name="connsiteX87" fmla="*/ 269185 w 740699"/>
                <a:gd name="connsiteY87" fmla="*/ 169639 h 191096"/>
                <a:gd name="connsiteX88" fmla="*/ 269185 w 740699"/>
                <a:gd name="connsiteY88" fmla="*/ 71940 h 191096"/>
                <a:gd name="connsiteX89" fmla="*/ 262452 w 740699"/>
                <a:gd name="connsiteY89" fmla="*/ 61179 h 191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740699" h="191096">
                  <a:moveTo>
                    <a:pt x="689325" y="7347"/>
                  </a:moveTo>
                  <a:cubicBezTo>
                    <a:pt x="689325" y="8511"/>
                    <a:pt x="689026" y="9604"/>
                    <a:pt x="688790" y="10847"/>
                  </a:cubicBezTo>
                  <a:lnTo>
                    <a:pt x="686092" y="24840"/>
                  </a:lnTo>
                  <a:cubicBezTo>
                    <a:pt x="685558" y="28073"/>
                    <a:pt x="684213" y="29953"/>
                    <a:pt x="680980" y="29953"/>
                  </a:cubicBezTo>
                  <a:cubicBezTo>
                    <a:pt x="678974" y="29953"/>
                    <a:pt x="673177" y="28608"/>
                    <a:pt x="667797" y="28608"/>
                  </a:cubicBezTo>
                  <a:cubicBezTo>
                    <a:pt x="652993" y="28608"/>
                    <a:pt x="646528" y="36143"/>
                    <a:pt x="646528" y="50946"/>
                  </a:cubicBezTo>
                  <a:lnTo>
                    <a:pt x="646528" y="53911"/>
                  </a:lnTo>
                  <a:lnTo>
                    <a:pt x="680712" y="53911"/>
                  </a:lnTo>
                  <a:cubicBezTo>
                    <a:pt x="684213" y="53911"/>
                    <a:pt x="686092" y="56059"/>
                    <a:pt x="686092" y="59559"/>
                  </a:cubicBezTo>
                  <a:lnTo>
                    <a:pt x="686092" y="78130"/>
                  </a:lnTo>
                  <a:cubicBezTo>
                    <a:pt x="686092" y="81363"/>
                    <a:pt x="684213" y="83518"/>
                    <a:pt x="680712" y="83518"/>
                  </a:cubicBezTo>
                  <a:lnTo>
                    <a:pt x="646528" y="83518"/>
                  </a:lnTo>
                  <a:lnTo>
                    <a:pt x="646528" y="183097"/>
                  </a:lnTo>
                  <a:cubicBezTo>
                    <a:pt x="646528" y="186330"/>
                    <a:pt x="644380" y="188485"/>
                    <a:pt x="641148" y="188485"/>
                  </a:cubicBezTo>
                  <a:lnTo>
                    <a:pt x="617197" y="188485"/>
                  </a:lnTo>
                  <a:cubicBezTo>
                    <a:pt x="613964" y="188485"/>
                    <a:pt x="611809" y="186330"/>
                    <a:pt x="611809" y="183097"/>
                  </a:cubicBezTo>
                  <a:lnTo>
                    <a:pt x="611809" y="56602"/>
                  </a:lnTo>
                  <a:cubicBezTo>
                    <a:pt x="611809" y="17839"/>
                    <a:pt x="633612" y="79"/>
                    <a:pt x="666987" y="79"/>
                  </a:cubicBezTo>
                  <a:cubicBezTo>
                    <a:pt x="672729" y="79"/>
                    <a:pt x="678557" y="621"/>
                    <a:pt x="683945" y="1966"/>
                  </a:cubicBezTo>
                  <a:cubicBezTo>
                    <a:pt x="687713" y="2769"/>
                    <a:pt x="689325" y="4358"/>
                    <a:pt x="689325" y="7347"/>
                  </a:cubicBezTo>
                  <a:moveTo>
                    <a:pt x="741003" y="59292"/>
                  </a:moveTo>
                  <a:lnTo>
                    <a:pt x="741003" y="183097"/>
                  </a:lnTo>
                  <a:cubicBezTo>
                    <a:pt x="741003" y="186330"/>
                    <a:pt x="738848" y="188485"/>
                    <a:pt x="735615" y="188485"/>
                  </a:cubicBezTo>
                  <a:lnTo>
                    <a:pt x="711396" y="188485"/>
                  </a:lnTo>
                  <a:cubicBezTo>
                    <a:pt x="708164" y="188485"/>
                    <a:pt x="706008" y="186330"/>
                    <a:pt x="706008" y="183097"/>
                  </a:cubicBezTo>
                  <a:lnTo>
                    <a:pt x="706008" y="59292"/>
                  </a:lnTo>
                  <a:cubicBezTo>
                    <a:pt x="706008" y="56059"/>
                    <a:pt x="708164" y="53911"/>
                    <a:pt x="711396" y="53911"/>
                  </a:cubicBezTo>
                  <a:lnTo>
                    <a:pt x="735615" y="53911"/>
                  </a:lnTo>
                  <a:cubicBezTo>
                    <a:pt x="738848" y="53911"/>
                    <a:pt x="741003" y="56059"/>
                    <a:pt x="741003" y="59292"/>
                  </a:cubicBezTo>
                  <a:moveTo>
                    <a:pt x="518954" y="158879"/>
                  </a:moveTo>
                  <a:cubicBezTo>
                    <a:pt x="499038" y="158879"/>
                    <a:pt x="485847" y="145956"/>
                    <a:pt x="485847" y="121195"/>
                  </a:cubicBezTo>
                  <a:cubicBezTo>
                    <a:pt x="485847" y="96433"/>
                    <a:pt x="499038" y="83518"/>
                    <a:pt x="517074" y="83518"/>
                  </a:cubicBezTo>
                  <a:cubicBezTo>
                    <a:pt x="536990" y="83518"/>
                    <a:pt x="550173" y="96433"/>
                    <a:pt x="550173" y="121195"/>
                  </a:cubicBezTo>
                  <a:cubicBezTo>
                    <a:pt x="550173" y="145956"/>
                    <a:pt x="536990" y="158879"/>
                    <a:pt x="518954" y="158879"/>
                  </a:cubicBezTo>
                  <a:moveTo>
                    <a:pt x="517074" y="51221"/>
                  </a:moveTo>
                  <a:cubicBezTo>
                    <a:pt x="476699" y="51221"/>
                    <a:pt x="450317" y="80553"/>
                    <a:pt x="450317" y="121195"/>
                  </a:cubicBezTo>
                  <a:cubicBezTo>
                    <a:pt x="450317" y="161837"/>
                    <a:pt x="476699" y="191176"/>
                    <a:pt x="518954" y="191176"/>
                  </a:cubicBezTo>
                  <a:cubicBezTo>
                    <a:pt x="559328" y="191176"/>
                    <a:pt x="585702" y="161837"/>
                    <a:pt x="585702" y="121195"/>
                  </a:cubicBezTo>
                  <a:cubicBezTo>
                    <a:pt x="585702" y="80553"/>
                    <a:pt x="559328" y="51221"/>
                    <a:pt x="517074" y="51221"/>
                  </a:cubicBezTo>
                  <a:moveTo>
                    <a:pt x="424486" y="101813"/>
                  </a:moveTo>
                  <a:lnTo>
                    <a:pt x="424486" y="183097"/>
                  </a:lnTo>
                  <a:cubicBezTo>
                    <a:pt x="424486" y="186330"/>
                    <a:pt x="422331" y="188485"/>
                    <a:pt x="419098" y="188485"/>
                  </a:cubicBezTo>
                  <a:lnTo>
                    <a:pt x="394880" y="188485"/>
                  </a:lnTo>
                  <a:cubicBezTo>
                    <a:pt x="391647" y="188485"/>
                    <a:pt x="389492" y="186330"/>
                    <a:pt x="389492" y="183097"/>
                  </a:cubicBezTo>
                  <a:lnTo>
                    <a:pt x="389492" y="106391"/>
                  </a:lnTo>
                  <a:cubicBezTo>
                    <a:pt x="389492" y="90243"/>
                    <a:pt x="377921" y="83518"/>
                    <a:pt x="363385" y="83518"/>
                  </a:cubicBezTo>
                  <a:cubicBezTo>
                    <a:pt x="355040" y="83518"/>
                    <a:pt x="350470" y="84053"/>
                    <a:pt x="343469" y="85665"/>
                  </a:cubicBezTo>
                  <a:cubicBezTo>
                    <a:pt x="339159" y="86743"/>
                    <a:pt x="337012" y="88631"/>
                    <a:pt x="337012" y="92666"/>
                  </a:cubicBezTo>
                  <a:lnTo>
                    <a:pt x="337012" y="183097"/>
                  </a:lnTo>
                  <a:cubicBezTo>
                    <a:pt x="337012" y="186330"/>
                    <a:pt x="334856" y="188485"/>
                    <a:pt x="331624" y="188485"/>
                  </a:cubicBezTo>
                  <a:lnTo>
                    <a:pt x="307405" y="188485"/>
                  </a:lnTo>
                  <a:cubicBezTo>
                    <a:pt x="304172" y="188485"/>
                    <a:pt x="302017" y="186330"/>
                    <a:pt x="302017" y="183097"/>
                  </a:cubicBezTo>
                  <a:lnTo>
                    <a:pt x="302017" y="71672"/>
                  </a:lnTo>
                  <a:cubicBezTo>
                    <a:pt x="302017" y="65482"/>
                    <a:pt x="304982" y="62249"/>
                    <a:pt x="308750" y="60904"/>
                  </a:cubicBezTo>
                  <a:cubicBezTo>
                    <a:pt x="328399" y="53911"/>
                    <a:pt x="346970" y="51221"/>
                    <a:pt x="362850" y="51221"/>
                  </a:cubicBezTo>
                  <a:cubicBezTo>
                    <a:pt x="404295" y="51221"/>
                    <a:pt x="424486" y="68982"/>
                    <a:pt x="424486" y="101813"/>
                  </a:cubicBezTo>
                  <a:moveTo>
                    <a:pt x="122497" y="167759"/>
                  </a:moveTo>
                  <a:cubicBezTo>
                    <a:pt x="122497" y="172337"/>
                    <a:pt x="121963" y="178528"/>
                    <a:pt x="120342" y="183097"/>
                  </a:cubicBezTo>
                  <a:cubicBezTo>
                    <a:pt x="118997" y="187140"/>
                    <a:pt x="117385" y="188485"/>
                    <a:pt x="113350" y="188485"/>
                  </a:cubicBezTo>
                  <a:lnTo>
                    <a:pt x="89123" y="188485"/>
                  </a:lnTo>
                  <a:cubicBezTo>
                    <a:pt x="86433" y="188485"/>
                    <a:pt x="85088" y="186865"/>
                    <a:pt x="85088" y="184718"/>
                  </a:cubicBezTo>
                  <a:cubicBezTo>
                    <a:pt x="85088" y="184175"/>
                    <a:pt x="85088" y="183640"/>
                    <a:pt x="85356" y="183097"/>
                  </a:cubicBezTo>
                  <a:cubicBezTo>
                    <a:pt x="86433" y="179597"/>
                    <a:pt x="86968" y="177175"/>
                    <a:pt x="86968" y="173140"/>
                  </a:cubicBezTo>
                  <a:cubicBezTo>
                    <a:pt x="86968" y="133559"/>
                    <a:pt x="303" y="155646"/>
                    <a:pt x="303" y="98589"/>
                  </a:cubicBezTo>
                  <a:cubicBezTo>
                    <a:pt x="303" y="69517"/>
                    <a:pt x="23452" y="50144"/>
                    <a:pt x="59517" y="50144"/>
                  </a:cubicBezTo>
                  <a:cubicBezTo>
                    <a:pt x="78623" y="50144"/>
                    <a:pt x="98546" y="54714"/>
                    <a:pt x="115230" y="64404"/>
                  </a:cubicBezTo>
                  <a:cubicBezTo>
                    <a:pt x="117393" y="65490"/>
                    <a:pt x="118462" y="67637"/>
                    <a:pt x="118462" y="69792"/>
                  </a:cubicBezTo>
                  <a:cubicBezTo>
                    <a:pt x="118462" y="71137"/>
                    <a:pt x="118164" y="72710"/>
                    <a:pt x="117385" y="74362"/>
                  </a:cubicBezTo>
                  <a:lnTo>
                    <a:pt x="109039" y="92131"/>
                  </a:lnTo>
                  <a:cubicBezTo>
                    <a:pt x="107962" y="94553"/>
                    <a:pt x="105539" y="95899"/>
                    <a:pt x="103116" y="95899"/>
                  </a:cubicBezTo>
                  <a:cubicBezTo>
                    <a:pt x="101771" y="95899"/>
                    <a:pt x="100426" y="95623"/>
                    <a:pt x="99081" y="94821"/>
                  </a:cubicBezTo>
                  <a:cubicBezTo>
                    <a:pt x="85356" y="87286"/>
                    <a:pt x="72165" y="82708"/>
                    <a:pt x="58439" y="82708"/>
                  </a:cubicBezTo>
                  <a:cubicBezTo>
                    <a:pt x="44179" y="82708"/>
                    <a:pt x="35833" y="87923"/>
                    <a:pt x="35833" y="96166"/>
                  </a:cubicBezTo>
                  <a:cubicBezTo>
                    <a:pt x="35833" y="121368"/>
                    <a:pt x="122497" y="106659"/>
                    <a:pt x="122497" y="167759"/>
                  </a:cubicBezTo>
                  <a:moveTo>
                    <a:pt x="234191" y="149189"/>
                  </a:moveTo>
                  <a:cubicBezTo>
                    <a:pt x="234191" y="153224"/>
                    <a:pt x="232043" y="155111"/>
                    <a:pt x="227466" y="156456"/>
                  </a:cubicBezTo>
                  <a:cubicBezTo>
                    <a:pt x="221543" y="158069"/>
                    <a:pt x="216430" y="158879"/>
                    <a:pt x="209162" y="158879"/>
                  </a:cubicBezTo>
                  <a:cubicBezTo>
                    <a:pt x="191936" y="158879"/>
                    <a:pt x="175788" y="148646"/>
                    <a:pt x="175788" y="121195"/>
                  </a:cubicBezTo>
                  <a:cubicBezTo>
                    <a:pt x="175788" y="93743"/>
                    <a:pt x="191936" y="83518"/>
                    <a:pt x="209162" y="83518"/>
                  </a:cubicBezTo>
                  <a:cubicBezTo>
                    <a:pt x="216430" y="83518"/>
                    <a:pt x="221543" y="84320"/>
                    <a:pt x="227466" y="85941"/>
                  </a:cubicBezTo>
                  <a:cubicBezTo>
                    <a:pt x="232043" y="87286"/>
                    <a:pt x="234191" y="89165"/>
                    <a:pt x="234191" y="93201"/>
                  </a:cubicBezTo>
                  <a:lnTo>
                    <a:pt x="234191" y="149189"/>
                  </a:lnTo>
                  <a:close/>
                  <a:moveTo>
                    <a:pt x="262452" y="61179"/>
                  </a:moveTo>
                  <a:cubicBezTo>
                    <a:pt x="244692" y="54446"/>
                    <a:pt x="228000" y="51221"/>
                    <a:pt x="209430" y="51221"/>
                  </a:cubicBezTo>
                  <a:cubicBezTo>
                    <a:pt x="168795" y="51221"/>
                    <a:pt x="140258" y="78405"/>
                    <a:pt x="140258" y="121195"/>
                  </a:cubicBezTo>
                  <a:cubicBezTo>
                    <a:pt x="140258" y="164527"/>
                    <a:pt x="165020" y="191176"/>
                    <a:pt x="208895" y="191176"/>
                  </a:cubicBezTo>
                  <a:cubicBezTo>
                    <a:pt x="226655" y="191176"/>
                    <a:pt x="243881" y="188210"/>
                    <a:pt x="262452" y="180407"/>
                  </a:cubicBezTo>
                  <a:cubicBezTo>
                    <a:pt x="266763" y="178528"/>
                    <a:pt x="269185" y="175562"/>
                    <a:pt x="269185" y="169639"/>
                  </a:cubicBezTo>
                  <a:lnTo>
                    <a:pt x="269185" y="71940"/>
                  </a:lnTo>
                  <a:cubicBezTo>
                    <a:pt x="269185" y="65749"/>
                    <a:pt x="266763" y="62792"/>
                    <a:pt x="262452" y="61179"/>
                  </a:cubicBezTo>
                </a:path>
              </a:pathLst>
            </a:custGeom>
            <a:solidFill>
              <a:schemeClr val="tx1"/>
            </a:solidFill>
            <a:ln w="78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37" name="Forme libre : forme 10">
              <a:extLst>
                <a:ext uri="{FF2B5EF4-FFF2-40B4-BE49-F238E27FC236}">
                  <a16:creationId xmlns:a16="http://schemas.microsoft.com/office/drawing/2014/main" id="{C543963D-5473-4E97-AA1B-110116F53F39}"/>
                </a:ext>
              </a:extLst>
            </p:cNvPr>
            <p:cNvSpPr/>
            <p:nvPr/>
          </p:nvSpPr>
          <p:spPr>
            <a:xfrm rot="-73896" flipV="1">
              <a:off x="5474877" y="-471733"/>
              <a:ext cx="37949" cy="37711"/>
            </a:xfrm>
            <a:custGeom>
              <a:avLst/>
              <a:gdLst>
                <a:gd name="connsiteX0" fmla="*/ 19483 w 37949"/>
                <a:gd name="connsiteY0" fmla="*/ 17 h 37711"/>
                <a:gd name="connsiteX1" fmla="*/ 38456 w 37949"/>
                <a:gd name="connsiteY1" fmla="*/ 18454 h 37711"/>
                <a:gd name="connsiteX2" fmla="*/ 19491 w 37949"/>
                <a:gd name="connsiteY2" fmla="*/ 37717 h 37711"/>
                <a:gd name="connsiteX3" fmla="*/ 519 w 37949"/>
                <a:gd name="connsiteY3" fmla="*/ 19272 h 37711"/>
                <a:gd name="connsiteX4" fmla="*/ 19483 w 37949"/>
                <a:gd name="connsiteY4" fmla="*/ 17 h 37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49" h="37711">
                  <a:moveTo>
                    <a:pt x="19483" y="17"/>
                  </a:moveTo>
                  <a:cubicBezTo>
                    <a:pt x="30519" y="-219"/>
                    <a:pt x="38212" y="6883"/>
                    <a:pt x="38456" y="18454"/>
                  </a:cubicBezTo>
                  <a:cubicBezTo>
                    <a:pt x="38715" y="30300"/>
                    <a:pt x="31329" y="37457"/>
                    <a:pt x="19491" y="37717"/>
                  </a:cubicBezTo>
                  <a:cubicBezTo>
                    <a:pt x="8188" y="37953"/>
                    <a:pt x="771" y="31118"/>
                    <a:pt x="519" y="19272"/>
                  </a:cubicBezTo>
                  <a:cubicBezTo>
                    <a:pt x="267" y="7701"/>
                    <a:pt x="7378" y="284"/>
                    <a:pt x="19483" y="17"/>
                  </a:cubicBezTo>
                </a:path>
              </a:pathLst>
            </a:custGeom>
            <a:solidFill>
              <a:schemeClr val="accent2"/>
            </a:solidFill>
            <a:ln w="78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fr-FR" sz="2400">
                <a:solidFill>
                  <a:schemeClr val="accent2"/>
                </a:solidFill>
              </a:endParaRPr>
            </a:p>
          </p:txBody>
        </p:sp>
        <p:sp>
          <p:nvSpPr>
            <p:cNvPr id="47" name="Forme libre : forme 11">
              <a:extLst>
                <a:ext uri="{FF2B5EF4-FFF2-40B4-BE49-F238E27FC236}">
                  <a16:creationId xmlns:a16="http://schemas.microsoft.com/office/drawing/2014/main" id="{3C560FE1-3142-4294-8909-8B9B8E77CFF7}"/>
                </a:ext>
              </a:extLst>
            </p:cNvPr>
            <p:cNvSpPr/>
            <p:nvPr userDrawn="1"/>
          </p:nvSpPr>
          <p:spPr>
            <a:xfrm rot="10725025" flipV="1">
              <a:off x="4768103" y="-317778"/>
              <a:ext cx="37406" cy="37169"/>
            </a:xfrm>
            <a:custGeom>
              <a:avLst/>
              <a:gdLst>
                <a:gd name="connsiteX0" fmla="*/ 18717 w 37406"/>
                <a:gd name="connsiteY0" fmla="*/ 130 h 37169"/>
                <a:gd name="connsiteX1" fmla="*/ 37414 w 37406"/>
                <a:gd name="connsiteY1" fmla="*/ 18300 h 37169"/>
                <a:gd name="connsiteX2" fmla="*/ 18717 w 37406"/>
                <a:gd name="connsiteY2" fmla="*/ 37288 h 37169"/>
                <a:gd name="connsiteX3" fmla="*/ 20 w 37406"/>
                <a:gd name="connsiteY3" fmla="*/ 19118 h 37169"/>
                <a:gd name="connsiteX4" fmla="*/ 18717 w 37406"/>
                <a:gd name="connsiteY4" fmla="*/ 130 h 37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406" h="37169">
                  <a:moveTo>
                    <a:pt x="18717" y="130"/>
                  </a:moveTo>
                  <a:cubicBezTo>
                    <a:pt x="29745" y="-106"/>
                    <a:pt x="37162" y="6729"/>
                    <a:pt x="37414" y="18300"/>
                  </a:cubicBezTo>
                  <a:cubicBezTo>
                    <a:pt x="37665" y="29603"/>
                    <a:pt x="30555" y="37028"/>
                    <a:pt x="18717" y="37288"/>
                  </a:cubicBezTo>
                  <a:cubicBezTo>
                    <a:pt x="7681" y="37524"/>
                    <a:pt x="264" y="30421"/>
                    <a:pt x="20" y="19118"/>
                  </a:cubicBezTo>
                  <a:cubicBezTo>
                    <a:pt x="-240" y="7547"/>
                    <a:pt x="6871" y="390"/>
                    <a:pt x="18717" y="130"/>
                  </a:cubicBezTo>
                </a:path>
              </a:pathLst>
            </a:custGeom>
            <a:solidFill>
              <a:schemeClr val="accent2"/>
            </a:solidFill>
            <a:ln w="78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fr-FR" sz="2400"/>
            </a:p>
          </p:txBody>
        </p:sp>
      </p:grpSp>
    </p:spTree>
    <p:extLst>
      <p:ext uri="{BB962C8B-B14F-4D97-AF65-F5344CB8AC3E}">
        <p14:creationId xmlns:p14="http://schemas.microsoft.com/office/powerpoint/2010/main" val="3119904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and Numbers (Alternative) (Purp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7276DEF-3CBF-476F-8A84-C6760A5FE884}"/>
              </a:ext>
            </a:extLst>
          </p:cNvPr>
          <p:cNvSpPr/>
          <p:nvPr userDrawn="1"/>
        </p:nvSpPr>
        <p:spPr>
          <a:xfrm>
            <a:off x="0" y="0"/>
            <a:ext cx="37296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noProof="0"/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323D7EBE-BC7D-4AC5-AD6B-FCD5D270E1C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B54B0F7-55DD-40D6-B7F4-70B586885C0B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29" name="Espace réservé du texte 4">
            <a:extLst>
              <a:ext uri="{FF2B5EF4-FFF2-40B4-BE49-F238E27FC236}">
                <a16:creationId xmlns:a16="http://schemas.microsoft.com/office/drawing/2014/main" id="{EFA975DA-1F61-4E92-847F-881A6B959F1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352279" y="2220014"/>
            <a:ext cx="1091851" cy="921277"/>
          </a:xfrm>
        </p:spPr>
        <p:txBody>
          <a:bodyPr>
            <a:spAutoFit/>
          </a:bodyPr>
          <a:lstStyle>
            <a:lvl1pPr algn="l">
              <a:lnSpc>
                <a:spcPct val="110000"/>
              </a:lnSpc>
              <a:defRPr sz="6000" b="0" i="0" cap="all"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228594" indent="-228594"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067"/>
            </a:lvl2pPr>
            <a:lvl3pPr>
              <a:lnSpc>
                <a:spcPct val="110000"/>
              </a:lnSpc>
              <a:defRPr sz="1067">
                <a:latin typeface="+mj-lt"/>
              </a:defRPr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noProof="0"/>
              <a:t>01</a:t>
            </a:r>
          </a:p>
        </p:txBody>
      </p:sp>
      <p:sp>
        <p:nvSpPr>
          <p:cNvPr id="30" name="Espace réservé du texte 4">
            <a:extLst>
              <a:ext uri="{FF2B5EF4-FFF2-40B4-BE49-F238E27FC236}">
                <a16:creationId xmlns:a16="http://schemas.microsoft.com/office/drawing/2014/main" id="{F6E50AC3-1EA3-493F-A0D3-634DA300E23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352279" y="1577578"/>
            <a:ext cx="6459117" cy="245708"/>
          </a:xfrm>
        </p:spPr>
        <p:txBody>
          <a:bodyPr wrap="square">
            <a:spAutoFit/>
          </a:bodyPr>
          <a:lstStyle>
            <a:lvl1pPr algn="l">
              <a:lnSpc>
                <a:spcPct val="110000"/>
              </a:lnSpc>
              <a:defRPr sz="1600">
                <a:solidFill>
                  <a:schemeClr val="tx1"/>
                </a:solidFill>
              </a:defRPr>
            </a:lvl1pPr>
            <a:lvl2pPr marL="228594" indent="-228594"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067"/>
            </a:lvl2pPr>
            <a:lvl3pPr>
              <a:lnSpc>
                <a:spcPct val="110000"/>
              </a:lnSpc>
              <a:defRPr sz="1067">
                <a:latin typeface="+mj-lt"/>
              </a:defRPr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1" name="Espace réservé du texte 4">
            <a:extLst>
              <a:ext uri="{FF2B5EF4-FFF2-40B4-BE49-F238E27FC236}">
                <a16:creationId xmlns:a16="http://schemas.microsoft.com/office/drawing/2014/main" id="{0E2314AF-F33D-4B84-8412-DF73ECC51E6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53081" y="2220014"/>
            <a:ext cx="1091851" cy="921277"/>
          </a:xfrm>
        </p:spPr>
        <p:txBody>
          <a:bodyPr>
            <a:spAutoFit/>
          </a:bodyPr>
          <a:lstStyle>
            <a:lvl1pPr algn="l">
              <a:lnSpc>
                <a:spcPct val="110000"/>
              </a:lnSpc>
              <a:defRPr sz="6000" b="0" i="0" cap="all"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228594" indent="-228594"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067"/>
            </a:lvl2pPr>
            <a:lvl3pPr>
              <a:lnSpc>
                <a:spcPct val="110000"/>
              </a:lnSpc>
              <a:defRPr sz="1067">
                <a:latin typeface="+mj-lt"/>
              </a:defRPr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noProof="0"/>
              <a:t>02</a:t>
            </a:r>
          </a:p>
        </p:txBody>
      </p:sp>
      <p:sp>
        <p:nvSpPr>
          <p:cNvPr id="32" name="Espace réservé du texte 4">
            <a:extLst>
              <a:ext uri="{FF2B5EF4-FFF2-40B4-BE49-F238E27FC236}">
                <a16:creationId xmlns:a16="http://schemas.microsoft.com/office/drawing/2014/main" id="{8444AA6E-9EC0-4895-8FC6-4351D2BEE03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153884" y="2220014"/>
            <a:ext cx="1091851" cy="921277"/>
          </a:xfrm>
        </p:spPr>
        <p:txBody>
          <a:bodyPr>
            <a:spAutoFit/>
          </a:bodyPr>
          <a:lstStyle>
            <a:lvl1pPr algn="l">
              <a:lnSpc>
                <a:spcPct val="110000"/>
              </a:lnSpc>
              <a:defRPr sz="6000" b="0" i="0" cap="all"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228594" indent="-228594"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067"/>
            </a:lvl2pPr>
            <a:lvl3pPr>
              <a:lnSpc>
                <a:spcPct val="110000"/>
              </a:lnSpc>
              <a:defRPr sz="1067">
                <a:latin typeface="+mj-lt"/>
              </a:defRPr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noProof="0"/>
              <a:t>03</a:t>
            </a:r>
          </a:p>
        </p:txBody>
      </p:sp>
      <p:sp>
        <p:nvSpPr>
          <p:cNvPr id="33" name="Espace réservé du texte 4">
            <a:extLst>
              <a:ext uri="{FF2B5EF4-FFF2-40B4-BE49-F238E27FC236}">
                <a16:creationId xmlns:a16="http://schemas.microsoft.com/office/drawing/2014/main" id="{E3BC2BD0-41C8-4C7A-BC1B-E444A392D03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0054688" y="2220014"/>
            <a:ext cx="1091851" cy="921277"/>
          </a:xfrm>
        </p:spPr>
        <p:txBody>
          <a:bodyPr>
            <a:spAutoFit/>
          </a:bodyPr>
          <a:lstStyle>
            <a:lvl1pPr algn="l">
              <a:lnSpc>
                <a:spcPct val="110000"/>
              </a:lnSpc>
              <a:defRPr sz="6000" b="0" i="0" cap="all"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228594" indent="-228594"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067"/>
            </a:lvl2pPr>
            <a:lvl3pPr>
              <a:lnSpc>
                <a:spcPct val="110000"/>
              </a:lnSpc>
              <a:defRPr sz="1067">
                <a:latin typeface="+mj-lt"/>
              </a:defRPr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noProof="0"/>
              <a:t>04</a:t>
            </a:r>
          </a:p>
        </p:txBody>
      </p:sp>
      <p:sp>
        <p:nvSpPr>
          <p:cNvPr id="38" name="Espace réservé du texte 4">
            <a:extLst>
              <a:ext uri="{FF2B5EF4-FFF2-40B4-BE49-F238E27FC236}">
                <a16:creationId xmlns:a16="http://schemas.microsoft.com/office/drawing/2014/main" id="{E6118210-A598-4833-8C53-BBA66CF5796F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4352279" y="3269349"/>
            <a:ext cx="1694284" cy="419247"/>
          </a:xfrm>
        </p:spPr>
        <p:txBody>
          <a:bodyPr/>
          <a:lstStyle>
            <a:lvl1pPr algn="l">
              <a:lnSpc>
                <a:spcPct val="125000"/>
              </a:lnSpc>
              <a:defRPr sz="1600">
                <a:solidFill>
                  <a:schemeClr val="accent2"/>
                </a:solidFill>
              </a:defRPr>
            </a:lvl1pPr>
            <a:lvl2pPr marL="0" indent="0">
              <a:lnSpc>
                <a:spcPts val="1600"/>
              </a:lnSpc>
              <a:spcAft>
                <a:spcPts val="533"/>
              </a:spcAft>
              <a:buFont typeface="Arial" panose="020B0604020202020204" pitchFamily="34" charset="0"/>
              <a:buNone/>
              <a:defRPr sz="1467">
                <a:solidFill>
                  <a:schemeClr val="accent2"/>
                </a:solidFill>
              </a:defRPr>
            </a:lvl2pPr>
            <a:lvl3pPr>
              <a:lnSpc>
                <a:spcPct val="110000"/>
              </a:lnSpc>
              <a:defRPr sz="1067">
                <a:latin typeface="+mj-lt"/>
              </a:defRPr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9" name="Espace réservé du texte 4">
            <a:extLst>
              <a:ext uri="{FF2B5EF4-FFF2-40B4-BE49-F238E27FC236}">
                <a16:creationId xmlns:a16="http://schemas.microsoft.com/office/drawing/2014/main" id="{140FC0A1-6231-4649-9573-C6772F9B84BC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4352279" y="3721782"/>
            <a:ext cx="1694284" cy="419247"/>
          </a:xfrm>
        </p:spPr>
        <p:txBody>
          <a:bodyPr/>
          <a:lstStyle>
            <a:lvl1pPr algn="l">
              <a:lnSpc>
                <a:spcPct val="125000"/>
              </a:lnSpc>
              <a:defRPr sz="1067">
                <a:solidFill>
                  <a:schemeClr val="tx1"/>
                </a:solidFill>
              </a:defRPr>
            </a:lvl1pPr>
            <a:lvl2pPr marL="0" indent="0">
              <a:lnSpc>
                <a:spcPts val="1600"/>
              </a:lnSpc>
              <a:spcAft>
                <a:spcPts val="533"/>
              </a:spcAft>
              <a:buFont typeface="Arial" panose="020B0604020202020204" pitchFamily="34" charset="0"/>
              <a:buNone/>
              <a:defRPr sz="933"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defRPr sz="1067">
                <a:latin typeface="+mj-lt"/>
              </a:defRPr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0" name="Espace réservé du texte 4">
            <a:extLst>
              <a:ext uri="{FF2B5EF4-FFF2-40B4-BE49-F238E27FC236}">
                <a16:creationId xmlns:a16="http://schemas.microsoft.com/office/drawing/2014/main" id="{2DAC1528-CEDA-41B5-AAAF-B8FF60A576A9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6253082" y="3269349"/>
            <a:ext cx="1694284" cy="419247"/>
          </a:xfrm>
        </p:spPr>
        <p:txBody>
          <a:bodyPr/>
          <a:lstStyle>
            <a:lvl1pPr algn="l">
              <a:lnSpc>
                <a:spcPct val="125000"/>
              </a:lnSpc>
              <a:defRPr sz="1600">
                <a:solidFill>
                  <a:schemeClr val="accent2"/>
                </a:solidFill>
              </a:defRPr>
            </a:lvl1pPr>
            <a:lvl2pPr marL="0" indent="0">
              <a:lnSpc>
                <a:spcPts val="1600"/>
              </a:lnSpc>
              <a:spcAft>
                <a:spcPts val="533"/>
              </a:spcAft>
              <a:buFont typeface="Arial" panose="020B0604020202020204" pitchFamily="34" charset="0"/>
              <a:buNone/>
              <a:defRPr sz="1467">
                <a:solidFill>
                  <a:schemeClr val="accent2"/>
                </a:solidFill>
              </a:defRPr>
            </a:lvl2pPr>
            <a:lvl3pPr>
              <a:lnSpc>
                <a:spcPct val="110000"/>
              </a:lnSpc>
              <a:defRPr sz="1067">
                <a:latin typeface="+mj-lt"/>
              </a:defRPr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1" name="Espace réservé du texte 4">
            <a:extLst>
              <a:ext uri="{FF2B5EF4-FFF2-40B4-BE49-F238E27FC236}">
                <a16:creationId xmlns:a16="http://schemas.microsoft.com/office/drawing/2014/main" id="{5FFDA929-E8A8-4AC0-99CE-44C3C6910AE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253082" y="3721782"/>
            <a:ext cx="1694284" cy="419247"/>
          </a:xfrm>
        </p:spPr>
        <p:txBody>
          <a:bodyPr/>
          <a:lstStyle>
            <a:lvl1pPr algn="l">
              <a:lnSpc>
                <a:spcPct val="125000"/>
              </a:lnSpc>
              <a:defRPr sz="1067">
                <a:solidFill>
                  <a:schemeClr val="tx1"/>
                </a:solidFill>
              </a:defRPr>
            </a:lvl1pPr>
            <a:lvl2pPr marL="0" indent="0">
              <a:lnSpc>
                <a:spcPts val="1600"/>
              </a:lnSpc>
              <a:spcAft>
                <a:spcPts val="533"/>
              </a:spcAft>
              <a:buFont typeface="Arial" panose="020B0604020202020204" pitchFamily="34" charset="0"/>
              <a:buNone/>
              <a:defRPr sz="933"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defRPr sz="1067">
                <a:latin typeface="+mj-lt"/>
              </a:defRPr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2" name="Espace réservé du texte 4">
            <a:extLst>
              <a:ext uri="{FF2B5EF4-FFF2-40B4-BE49-F238E27FC236}">
                <a16:creationId xmlns:a16="http://schemas.microsoft.com/office/drawing/2014/main" id="{9709CCCA-F00B-45D4-9788-1FBC4F09AA09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153886" y="3269349"/>
            <a:ext cx="1694284" cy="419247"/>
          </a:xfrm>
        </p:spPr>
        <p:txBody>
          <a:bodyPr/>
          <a:lstStyle>
            <a:lvl1pPr algn="l">
              <a:lnSpc>
                <a:spcPct val="125000"/>
              </a:lnSpc>
              <a:defRPr sz="1600">
                <a:solidFill>
                  <a:schemeClr val="accent2"/>
                </a:solidFill>
              </a:defRPr>
            </a:lvl1pPr>
            <a:lvl2pPr marL="0" indent="0">
              <a:lnSpc>
                <a:spcPts val="1600"/>
              </a:lnSpc>
              <a:spcAft>
                <a:spcPts val="533"/>
              </a:spcAft>
              <a:buFont typeface="Arial" panose="020B0604020202020204" pitchFamily="34" charset="0"/>
              <a:buNone/>
              <a:defRPr sz="1467">
                <a:solidFill>
                  <a:schemeClr val="accent2"/>
                </a:solidFill>
              </a:defRPr>
            </a:lvl2pPr>
            <a:lvl3pPr>
              <a:lnSpc>
                <a:spcPct val="110000"/>
              </a:lnSpc>
              <a:defRPr sz="1067">
                <a:latin typeface="+mj-lt"/>
              </a:defRPr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3" name="Espace réservé du texte 4">
            <a:extLst>
              <a:ext uri="{FF2B5EF4-FFF2-40B4-BE49-F238E27FC236}">
                <a16:creationId xmlns:a16="http://schemas.microsoft.com/office/drawing/2014/main" id="{B5E93FAA-61CE-40AC-8738-0DE2C5E1F42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8153886" y="3721782"/>
            <a:ext cx="1694284" cy="419247"/>
          </a:xfrm>
        </p:spPr>
        <p:txBody>
          <a:bodyPr/>
          <a:lstStyle>
            <a:lvl1pPr algn="l">
              <a:lnSpc>
                <a:spcPct val="125000"/>
              </a:lnSpc>
              <a:defRPr sz="1067">
                <a:solidFill>
                  <a:schemeClr val="tx1"/>
                </a:solidFill>
              </a:defRPr>
            </a:lvl1pPr>
            <a:lvl2pPr marL="0" indent="0">
              <a:lnSpc>
                <a:spcPts val="1600"/>
              </a:lnSpc>
              <a:spcAft>
                <a:spcPts val="533"/>
              </a:spcAft>
              <a:buFont typeface="Arial" panose="020B0604020202020204" pitchFamily="34" charset="0"/>
              <a:buNone/>
              <a:defRPr sz="933"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defRPr sz="1067">
                <a:latin typeface="+mj-lt"/>
              </a:defRPr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4" name="Espace réservé du texte 4">
            <a:extLst>
              <a:ext uri="{FF2B5EF4-FFF2-40B4-BE49-F238E27FC236}">
                <a16:creationId xmlns:a16="http://schemas.microsoft.com/office/drawing/2014/main" id="{14A4C1F7-829A-4567-999B-287472F1F401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054690" y="3269349"/>
            <a:ext cx="1694284" cy="419247"/>
          </a:xfrm>
        </p:spPr>
        <p:txBody>
          <a:bodyPr/>
          <a:lstStyle>
            <a:lvl1pPr algn="l">
              <a:lnSpc>
                <a:spcPct val="125000"/>
              </a:lnSpc>
              <a:defRPr sz="1600">
                <a:solidFill>
                  <a:schemeClr val="accent2"/>
                </a:solidFill>
              </a:defRPr>
            </a:lvl1pPr>
            <a:lvl2pPr marL="0" indent="0">
              <a:lnSpc>
                <a:spcPts val="1600"/>
              </a:lnSpc>
              <a:spcAft>
                <a:spcPts val="533"/>
              </a:spcAft>
              <a:buFont typeface="Arial" panose="020B0604020202020204" pitchFamily="34" charset="0"/>
              <a:buNone/>
              <a:defRPr sz="1467">
                <a:solidFill>
                  <a:schemeClr val="accent2"/>
                </a:solidFill>
              </a:defRPr>
            </a:lvl2pPr>
            <a:lvl3pPr>
              <a:lnSpc>
                <a:spcPct val="110000"/>
              </a:lnSpc>
              <a:defRPr sz="1067">
                <a:latin typeface="+mj-lt"/>
              </a:defRPr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5" name="Espace réservé du texte 4">
            <a:extLst>
              <a:ext uri="{FF2B5EF4-FFF2-40B4-BE49-F238E27FC236}">
                <a16:creationId xmlns:a16="http://schemas.microsoft.com/office/drawing/2014/main" id="{A4030E47-E75C-4A3D-9FAD-95FD358BD57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0054690" y="3721782"/>
            <a:ext cx="1694284" cy="419247"/>
          </a:xfrm>
        </p:spPr>
        <p:txBody>
          <a:bodyPr/>
          <a:lstStyle>
            <a:lvl1pPr algn="l">
              <a:lnSpc>
                <a:spcPct val="125000"/>
              </a:lnSpc>
              <a:defRPr sz="1067">
                <a:solidFill>
                  <a:schemeClr val="tx1"/>
                </a:solidFill>
              </a:defRPr>
            </a:lvl1pPr>
            <a:lvl2pPr marL="0" indent="0">
              <a:lnSpc>
                <a:spcPts val="1600"/>
              </a:lnSpc>
              <a:spcAft>
                <a:spcPts val="533"/>
              </a:spcAft>
              <a:buFont typeface="Arial" panose="020B0604020202020204" pitchFamily="34" charset="0"/>
              <a:buNone/>
              <a:defRPr sz="933"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defRPr sz="1067">
                <a:latin typeface="+mj-lt"/>
              </a:defRPr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3" name="Espace réservé du texte 5">
            <a:extLst>
              <a:ext uri="{FF2B5EF4-FFF2-40B4-BE49-F238E27FC236}">
                <a16:creationId xmlns:a16="http://schemas.microsoft.com/office/drawing/2014/main" id="{7FA14FD7-95C9-4327-B716-189176F2E3E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033427" y="425183"/>
            <a:ext cx="7715547" cy="164148"/>
          </a:xfrm>
        </p:spPr>
        <p:txBody>
          <a:bodyPr wrap="square" anchor="t" anchorCtr="0">
            <a:sp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lang="fr-FR" sz="1067" b="0" i="0" kern="1200" dirty="0" err="1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defRPr sz="533" b="0" i="0" cap="all" baseline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spcBef>
                <a:spcPts val="400"/>
              </a:spcBef>
              <a:tabLst>
                <a:tab pos="836063" algn="l"/>
              </a:tabLst>
              <a:defRPr sz="533"/>
            </a:lvl3pPr>
          </a:lstStyle>
          <a:p>
            <a:pPr lvl="0"/>
            <a:r>
              <a:rPr lang="en-US" noProof="0"/>
              <a:t>Click to edit Master text styles</a:t>
            </a:r>
          </a:p>
        </p:txBody>
      </p:sp>
      <p:grpSp>
        <p:nvGrpSpPr>
          <p:cNvPr id="35" name="Graphique 7">
            <a:extLst>
              <a:ext uri="{FF2B5EF4-FFF2-40B4-BE49-F238E27FC236}">
                <a16:creationId xmlns:a16="http://schemas.microsoft.com/office/drawing/2014/main" id="{8670D0AF-4A05-41F5-A174-F1DCC172E6C4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2166" y="6329527"/>
            <a:ext cx="1071853" cy="275084"/>
            <a:chOff x="4768103" y="-471733"/>
            <a:chExt cx="744723" cy="191124"/>
          </a:xfrm>
          <a:solidFill>
            <a:schemeClr val="bg1"/>
          </a:solidFill>
        </p:grpSpPr>
        <p:sp>
          <p:nvSpPr>
            <p:cNvPr id="36" name="Forme libre : forme 9">
              <a:extLst>
                <a:ext uri="{FF2B5EF4-FFF2-40B4-BE49-F238E27FC236}">
                  <a16:creationId xmlns:a16="http://schemas.microsoft.com/office/drawing/2014/main" id="{674A82B9-E907-49FC-BC51-EE0E71572E6B}"/>
                </a:ext>
              </a:extLst>
            </p:cNvPr>
            <p:cNvSpPr/>
            <p:nvPr userDrawn="1"/>
          </p:nvSpPr>
          <p:spPr>
            <a:xfrm>
              <a:off x="4770087" y="-471716"/>
              <a:ext cx="740699" cy="191096"/>
            </a:xfrm>
            <a:custGeom>
              <a:avLst/>
              <a:gdLst>
                <a:gd name="connsiteX0" fmla="*/ 689325 w 740699"/>
                <a:gd name="connsiteY0" fmla="*/ 7347 h 191096"/>
                <a:gd name="connsiteX1" fmla="*/ 688790 w 740699"/>
                <a:gd name="connsiteY1" fmla="*/ 10847 h 191096"/>
                <a:gd name="connsiteX2" fmla="*/ 686092 w 740699"/>
                <a:gd name="connsiteY2" fmla="*/ 24840 h 191096"/>
                <a:gd name="connsiteX3" fmla="*/ 680980 w 740699"/>
                <a:gd name="connsiteY3" fmla="*/ 29953 h 191096"/>
                <a:gd name="connsiteX4" fmla="*/ 667797 w 740699"/>
                <a:gd name="connsiteY4" fmla="*/ 28608 h 191096"/>
                <a:gd name="connsiteX5" fmla="*/ 646528 w 740699"/>
                <a:gd name="connsiteY5" fmla="*/ 50946 h 191096"/>
                <a:gd name="connsiteX6" fmla="*/ 646528 w 740699"/>
                <a:gd name="connsiteY6" fmla="*/ 53911 h 191096"/>
                <a:gd name="connsiteX7" fmla="*/ 680712 w 740699"/>
                <a:gd name="connsiteY7" fmla="*/ 53911 h 191096"/>
                <a:gd name="connsiteX8" fmla="*/ 686092 w 740699"/>
                <a:gd name="connsiteY8" fmla="*/ 59559 h 191096"/>
                <a:gd name="connsiteX9" fmla="*/ 686092 w 740699"/>
                <a:gd name="connsiteY9" fmla="*/ 78130 h 191096"/>
                <a:gd name="connsiteX10" fmla="*/ 680712 w 740699"/>
                <a:gd name="connsiteY10" fmla="*/ 83518 h 191096"/>
                <a:gd name="connsiteX11" fmla="*/ 646528 w 740699"/>
                <a:gd name="connsiteY11" fmla="*/ 83518 h 191096"/>
                <a:gd name="connsiteX12" fmla="*/ 646528 w 740699"/>
                <a:gd name="connsiteY12" fmla="*/ 183097 h 191096"/>
                <a:gd name="connsiteX13" fmla="*/ 641148 w 740699"/>
                <a:gd name="connsiteY13" fmla="*/ 188485 h 191096"/>
                <a:gd name="connsiteX14" fmla="*/ 617197 w 740699"/>
                <a:gd name="connsiteY14" fmla="*/ 188485 h 191096"/>
                <a:gd name="connsiteX15" fmla="*/ 611809 w 740699"/>
                <a:gd name="connsiteY15" fmla="*/ 183097 h 191096"/>
                <a:gd name="connsiteX16" fmla="*/ 611809 w 740699"/>
                <a:gd name="connsiteY16" fmla="*/ 56602 h 191096"/>
                <a:gd name="connsiteX17" fmla="*/ 666987 w 740699"/>
                <a:gd name="connsiteY17" fmla="*/ 79 h 191096"/>
                <a:gd name="connsiteX18" fmla="*/ 683945 w 740699"/>
                <a:gd name="connsiteY18" fmla="*/ 1966 h 191096"/>
                <a:gd name="connsiteX19" fmla="*/ 689325 w 740699"/>
                <a:gd name="connsiteY19" fmla="*/ 7347 h 191096"/>
                <a:gd name="connsiteX20" fmla="*/ 741003 w 740699"/>
                <a:gd name="connsiteY20" fmla="*/ 59292 h 191096"/>
                <a:gd name="connsiteX21" fmla="*/ 741003 w 740699"/>
                <a:gd name="connsiteY21" fmla="*/ 183097 h 191096"/>
                <a:gd name="connsiteX22" fmla="*/ 735615 w 740699"/>
                <a:gd name="connsiteY22" fmla="*/ 188485 h 191096"/>
                <a:gd name="connsiteX23" fmla="*/ 711396 w 740699"/>
                <a:gd name="connsiteY23" fmla="*/ 188485 h 191096"/>
                <a:gd name="connsiteX24" fmla="*/ 706008 w 740699"/>
                <a:gd name="connsiteY24" fmla="*/ 183097 h 191096"/>
                <a:gd name="connsiteX25" fmla="*/ 706008 w 740699"/>
                <a:gd name="connsiteY25" fmla="*/ 59292 h 191096"/>
                <a:gd name="connsiteX26" fmla="*/ 711396 w 740699"/>
                <a:gd name="connsiteY26" fmla="*/ 53911 h 191096"/>
                <a:gd name="connsiteX27" fmla="*/ 735615 w 740699"/>
                <a:gd name="connsiteY27" fmla="*/ 53911 h 191096"/>
                <a:gd name="connsiteX28" fmla="*/ 741003 w 740699"/>
                <a:gd name="connsiteY28" fmla="*/ 59292 h 191096"/>
                <a:gd name="connsiteX29" fmla="*/ 518954 w 740699"/>
                <a:gd name="connsiteY29" fmla="*/ 158879 h 191096"/>
                <a:gd name="connsiteX30" fmla="*/ 485847 w 740699"/>
                <a:gd name="connsiteY30" fmla="*/ 121195 h 191096"/>
                <a:gd name="connsiteX31" fmla="*/ 517074 w 740699"/>
                <a:gd name="connsiteY31" fmla="*/ 83518 h 191096"/>
                <a:gd name="connsiteX32" fmla="*/ 550173 w 740699"/>
                <a:gd name="connsiteY32" fmla="*/ 121195 h 191096"/>
                <a:gd name="connsiteX33" fmla="*/ 518954 w 740699"/>
                <a:gd name="connsiteY33" fmla="*/ 158879 h 191096"/>
                <a:gd name="connsiteX34" fmla="*/ 517074 w 740699"/>
                <a:gd name="connsiteY34" fmla="*/ 51221 h 191096"/>
                <a:gd name="connsiteX35" fmla="*/ 450317 w 740699"/>
                <a:gd name="connsiteY35" fmla="*/ 121195 h 191096"/>
                <a:gd name="connsiteX36" fmla="*/ 518954 w 740699"/>
                <a:gd name="connsiteY36" fmla="*/ 191176 h 191096"/>
                <a:gd name="connsiteX37" fmla="*/ 585702 w 740699"/>
                <a:gd name="connsiteY37" fmla="*/ 121195 h 191096"/>
                <a:gd name="connsiteX38" fmla="*/ 517074 w 740699"/>
                <a:gd name="connsiteY38" fmla="*/ 51221 h 191096"/>
                <a:gd name="connsiteX39" fmla="*/ 424486 w 740699"/>
                <a:gd name="connsiteY39" fmla="*/ 101813 h 191096"/>
                <a:gd name="connsiteX40" fmla="*/ 424486 w 740699"/>
                <a:gd name="connsiteY40" fmla="*/ 183097 h 191096"/>
                <a:gd name="connsiteX41" fmla="*/ 419098 w 740699"/>
                <a:gd name="connsiteY41" fmla="*/ 188485 h 191096"/>
                <a:gd name="connsiteX42" fmla="*/ 394880 w 740699"/>
                <a:gd name="connsiteY42" fmla="*/ 188485 h 191096"/>
                <a:gd name="connsiteX43" fmla="*/ 389492 w 740699"/>
                <a:gd name="connsiteY43" fmla="*/ 183097 h 191096"/>
                <a:gd name="connsiteX44" fmla="*/ 389492 w 740699"/>
                <a:gd name="connsiteY44" fmla="*/ 106391 h 191096"/>
                <a:gd name="connsiteX45" fmla="*/ 363385 w 740699"/>
                <a:gd name="connsiteY45" fmla="*/ 83518 h 191096"/>
                <a:gd name="connsiteX46" fmla="*/ 343469 w 740699"/>
                <a:gd name="connsiteY46" fmla="*/ 85665 h 191096"/>
                <a:gd name="connsiteX47" fmla="*/ 337012 w 740699"/>
                <a:gd name="connsiteY47" fmla="*/ 92666 h 191096"/>
                <a:gd name="connsiteX48" fmla="*/ 337012 w 740699"/>
                <a:gd name="connsiteY48" fmla="*/ 183097 h 191096"/>
                <a:gd name="connsiteX49" fmla="*/ 331624 w 740699"/>
                <a:gd name="connsiteY49" fmla="*/ 188485 h 191096"/>
                <a:gd name="connsiteX50" fmla="*/ 307405 w 740699"/>
                <a:gd name="connsiteY50" fmla="*/ 188485 h 191096"/>
                <a:gd name="connsiteX51" fmla="*/ 302017 w 740699"/>
                <a:gd name="connsiteY51" fmla="*/ 183097 h 191096"/>
                <a:gd name="connsiteX52" fmla="*/ 302017 w 740699"/>
                <a:gd name="connsiteY52" fmla="*/ 71672 h 191096"/>
                <a:gd name="connsiteX53" fmla="*/ 308750 w 740699"/>
                <a:gd name="connsiteY53" fmla="*/ 60904 h 191096"/>
                <a:gd name="connsiteX54" fmla="*/ 362850 w 740699"/>
                <a:gd name="connsiteY54" fmla="*/ 51221 h 191096"/>
                <a:gd name="connsiteX55" fmla="*/ 424486 w 740699"/>
                <a:gd name="connsiteY55" fmla="*/ 101813 h 191096"/>
                <a:gd name="connsiteX56" fmla="*/ 122497 w 740699"/>
                <a:gd name="connsiteY56" fmla="*/ 167759 h 191096"/>
                <a:gd name="connsiteX57" fmla="*/ 120342 w 740699"/>
                <a:gd name="connsiteY57" fmla="*/ 183097 h 191096"/>
                <a:gd name="connsiteX58" fmla="*/ 113350 w 740699"/>
                <a:gd name="connsiteY58" fmla="*/ 188485 h 191096"/>
                <a:gd name="connsiteX59" fmla="*/ 89123 w 740699"/>
                <a:gd name="connsiteY59" fmla="*/ 188485 h 191096"/>
                <a:gd name="connsiteX60" fmla="*/ 85088 w 740699"/>
                <a:gd name="connsiteY60" fmla="*/ 184718 h 191096"/>
                <a:gd name="connsiteX61" fmla="*/ 85356 w 740699"/>
                <a:gd name="connsiteY61" fmla="*/ 183097 h 191096"/>
                <a:gd name="connsiteX62" fmla="*/ 86968 w 740699"/>
                <a:gd name="connsiteY62" fmla="*/ 173140 h 191096"/>
                <a:gd name="connsiteX63" fmla="*/ 303 w 740699"/>
                <a:gd name="connsiteY63" fmla="*/ 98589 h 191096"/>
                <a:gd name="connsiteX64" fmla="*/ 59517 w 740699"/>
                <a:gd name="connsiteY64" fmla="*/ 50144 h 191096"/>
                <a:gd name="connsiteX65" fmla="*/ 115230 w 740699"/>
                <a:gd name="connsiteY65" fmla="*/ 64404 h 191096"/>
                <a:gd name="connsiteX66" fmla="*/ 118462 w 740699"/>
                <a:gd name="connsiteY66" fmla="*/ 69792 h 191096"/>
                <a:gd name="connsiteX67" fmla="*/ 117385 w 740699"/>
                <a:gd name="connsiteY67" fmla="*/ 74362 h 191096"/>
                <a:gd name="connsiteX68" fmla="*/ 109039 w 740699"/>
                <a:gd name="connsiteY68" fmla="*/ 92131 h 191096"/>
                <a:gd name="connsiteX69" fmla="*/ 103116 w 740699"/>
                <a:gd name="connsiteY69" fmla="*/ 95899 h 191096"/>
                <a:gd name="connsiteX70" fmla="*/ 99081 w 740699"/>
                <a:gd name="connsiteY70" fmla="*/ 94821 h 191096"/>
                <a:gd name="connsiteX71" fmla="*/ 58439 w 740699"/>
                <a:gd name="connsiteY71" fmla="*/ 82708 h 191096"/>
                <a:gd name="connsiteX72" fmla="*/ 35833 w 740699"/>
                <a:gd name="connsiteY72" fmla="*/ 96166 h 191096"/>
                <a:gd name="connsiteX73" fmla="*/ 122497 w 740699"/>
                <a:gd name="connsiteY73" fmla="*/ 167759 h 191096"/>
                <a:gd name="connsiteX74" fmla="*/ 234191 w 740699"/>
                <a:gd name="connsiteY74" fmla="*/ 149189 h 191096"/>
                <a:gd name="connsiteX75" fmla="*/ 227466 w 740699"/>
                <a:gd name="connsiteY75" fmla="*/ 156456 h 191096"/>
                <a:gd name="connsiteX76" fmla="*/ 209162 w 740699"/>
                <a:gd name="connsiteY76" fmla="*/ 158879 h 191096"/>
                <a:gd name="connsiteX77" fmla="*/ 175788 w 740699"/>
                <a:gd name="connsiteY77" fmla="*/ 121195 h 191096"/>
                <a:gd name="connsiteX78" fmla="*/ 209162 w 740699"/>
                <a:gd name="connsiteY78" fmla="*/ 83518 h 191096"/>
                <a:gd name="connsiteX79" fmla="*/ 227466 w 740699"/>
                <a:gd name="connsiteY79" fmla="*/ 85941 h 191096"/>
                <a:gd name="connsiteX80" fmla="*/ 234191 w 740699"/>
                <a:gd name="connsiteY80" fmla="*/ 93201 h 191096"/>
                <a:gd name="connsiteX81" fmla="*/ 234191 w 740699"/>
                <a:gd name="connsiteY81" fmla="*/ 149189 h 191096"/>
                <a:gd name="connsiteX82" fmla="*/ 262452 w 740699"/>
                <a:gd name="connsiteY82" fmla="*/ 61179 h 191096"/>
                <a:gd name="connsiteX83" fmla="*/ 209430 w 740699"/>
                <a:gd name="connsiteY83" fmla="*/ 51221 h 191096"/>
                <a:gd name="connsiteX84" fmla="*/ 140258 w 740699"/>
                <a:gd name="connsiteY84" fmla="*/ 121195 h 191096"/>
                <a:gd name="connsiteX85" fmla="*/ 208895 w 740699"/>
                <a:gd name="connsiteY85" fmla="*/ 191176 h 191096"/>
                <a:gd name="connsiteX86" fmla="*/ 262452 w 740699"/>
                <a:gd name="connsiteY86" fmla="*/ 180407 h 191096"/>
                <a:gd name="connsiteX87" fmla="*/ 269185 w 740699"/>
                <a:gd name="connsiteY87" fmla="*/ 169639 h 191096"/>
                <a:gd name="connsiteX88" fmla="*/ 269185 w 740699"/>
                <a:gd name="connsiteY88" fmla="*/ 71940 h 191096"/>
                <a:gd name="connsiteX89" fmla="*/ 262452 w 740699"/>
                <a:gd name="connsiteY89" fmla="*/ 61179 h 191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740699" h="191096">
                  <a:moveTo>
                    <a:pt x="689325" y="7347"/>
                  </a:moveTo>
                  <a:cubicBezTo>
                    <a:pt x="689325" y="8511"/>
                    <a:pt x="689026" y="9604"/>
                    <a:pt x="688790" y="10847"/>
                  </a:cubicBezTo>
                  <a:lnTo>
                    <a:pt x="686092" y="24840"/>
                  </a:lnTo>
                  <a:cubicBezTo>
                    <a:pt x="685558" y="28073"/>
                    <a:pt x="684213" y="29953"/>
                    <a:pt x="680980" y="29953"/>
                  </a:cubicBezTo>
                  <a:cubicBezTo>
                    <a:pt x="678974" y="29953"/>
                    <a:pt x="673177" y="28608"/>
                    <a:pt x="667797" y="28608"/>
                  </a:cubicBezTo>
                  <a:cubicBezTo>
                    <a:pt x="652993" y="28608"/>
                    <a:pt x="646528" y="36143"/>
                    <a:pt x="646528" y="50946"/>
                  </a:cubicBezTo>
                  <a:lnTo>
                    <a:pt x="646528" y="53911"/>
                  </a:lnTo>
                  <a:lnTo>
                    <a:pt x="680712" y="53911"/>
                  </a:lnTo>
                  <a:cubicBezTo>
                    <a:pt x="684213" y="53911"/>
                    <a:pt x="686092" y="56059"/>
                    <a:pt x="686092" y="59559"/>
                  </a:cubicBezTo>
                  <a:lnTo>
                    <a:pt x="686092" y="78130"/>
                  </a:lnTo>
                  <a:cubicBezTo>
                    <a:pt x="686092" y="81363"/>
                    <a:pt x="684213" y="83518"/>
                    <a:pt x="680712" y="83518"/>
                  </a:cubicBezTo>
                  <a:lnTo>
                    <a:pt x="646528" y="83518"/>
                  </a:lnTo>
                  <a:lnTo>
                    <a:pt x="646528" y="183097"/>
                  </a:lnTo>
                  <a:cubicBezTo>
                    <a:pt x="646528" y="186330"/>
                    <a:pt x="644380" y="188485"/>
                    <a:pt x="641148" y="188485"/>
                  </a:cubicBezTo>
                  <a:lnTo>
                    <a:pt x="617197" y="188485"/>
                  </a:lnTo>
                  <a:cubicBezTo>
                    <a:pt x="613964" y="188485"/>
                    <a:pt x="611809" y="186330"/>
                    <a:pt x="611809" y="183097"/>
                  </a:cubicBezTo>
                  <a:lnTo>
                    <a:pt x="611809" y="56602"/>
                  </a:lnTo>
                  <a:cubicBezTo>
                    <a:pt x="611809" y="17839"/>
                    <a:pt x="633612" y="79"/>
                    <a:pt x="666987" y="79"/>
                  </a:cubicBezTo>
                  <a:cubicBezTo>
                    <a:pt x="672729" y="79"/>
                    <a:pt x="678557" y="621"/>
                    <a:pt x="683945" y="1966"/>
                  </a:cubicBezTo>
                  <a:cubicBezTo>
                    <a:pt x="687713" y="2769"/>
                    <a:pt x="689325" y="4358"/>
                    <a:pt x="689325" y="7347"/>
                  </a:cubicBezTo>
                  <a:moveTo>
                    <a:pt x="741003" y="59292"/>
                  </a:moveTo>
                  <a:lnTo>
                    <a:pt x="741003" y="183097"/>
                  </a:lnTo>
                  <a:cubicBezTo>
                    <a:pt x="741003" y="186330"/>
                    <a:pt x="738848" y="188485"/>
                    <a:pt x="735615" y="188485"/>
                  </a:cubicBezTo>
                  <a:lnTo>
                    <a:pt x="711396" y="188485"/>
                  </a:lnTo>
                  <a:cubicBezTo>
                    <a:pt x="708164" y="188485"/>
                    <a:pt x="706008" y="186330"/>
                    <a:pt x="706008" y="183097"/>
                  </a:cubicBezTo>
                  <a:lnTo>
                    <a:pt x="706008" y="59292"/>
                  </a:lnTo>
                  <a:cubicBezTo>
                    <a:pt x="706008" y="56059"/>
                    <a:pt x="708164" y="53911"/>
                    <a:pt x="711396" y="53911"/>
                  </a:cubicBezTo>
                  <a:lnTo>
                    <a:pt x="735615" y="53911"/>
                  </a:lnTo>
                  <a:cubicBezTo>
                    <a:pt x="738848" y="53911"/>
                    <a:pt x="741003" y="56059"/>
                    <a:pt x="741003" y="59292"/>
                  </a:cubicBezTo>
                  <a:moveTo>
                    <a:pt x="518954" y="158879"/>
                  </a:moveTo>
                  <a:cubicBezTo>
                    <a:pt x="499038" y="158879"/>
                    <a:pt x="485847" y="145956"/>
                    <a:pt x="485847" y="121195"/>
                  </a:cubicBezTo>
                  <a:cubicBezTo>
                    <a:pt x="485847" y="96433"/>
                    <a:pt x="499038" y="83518"/>
                    <a:pt x="517074" y="83518"/>
                  </a:cubicBezTo>
                  <a:cubicBezTo>
                    <a:pt x="536990" y="83518"/>
                    <a:pt x="550173" y="96433"/>
                    <a:pt x="550173" y="121195"/>
                  </a:cubicBezTo>
                  <a:cubicBezTo>
                    <a:pt x="550173" y="145956"/>
                    <a:pt x="536990" y="158879"/>
                    <a:pt x="518954" y="158879"/>
                  </a:cubicBezTo>
                  <a:moveTo>
                    <a:pt x="517074" y="51221"/>
                  </a:moveTo>
                  <a:cubicBezTo>
                    <a:pt x="476699" y="51221"/>
                    <a:pt x="450317" y="80553"/>
                    <a:pt x="450317" y="121195"/>
                  </a:cubicBezTo>
                  <a:cubicBezTo>
                    <a:pt x="450317" y="161837"/>
                    <a:pt x="476699" y="191176"/>
                    <a:pt x="518954" y="191176"/>
                  </a:cubicBezTo>
                  <a:cubicBezTo>
                    <a:pt x="559328" y="191176"/>
                    <a:pt x="585702" y="161837"/>
                    <a:pt x="585702" y="121195"/>
                  </a:cubicBezTo>
                  <a:cubicBezTo>
                    <a:pt x="585702" y="80553"/>
                    <a:pt x="559328" y="51221"/>
                    <a:pt x="517074" y="51221"/>
                  </a:cubicBezTo>
                  <a:moveTo>
                    <a:pt x="424486" y="101813"/>
                  </a:moveTo>
                  <a:lnTo>
                    <a:pt x="424486" y="183097"/>
                  </a:lnTo>
                  <a:cubicBezTo>
                    <a:pt x="424486" y="186330"/>
                    <a:pt x="422331" y="188485"/>
                    <a:pt x="419098" y="188485"/>
                  </a:cubicBezTo>
                  <a:lnTo>
                    <a:pt x="394880" y="188485"/>
                  </a:lnTo>
                  <a:cubicBezTo>
                    <a:pt x="391647" y="188485"/>
                    <a:pt x="389492" y="186330"/>
                    <a:pt x="389492" y="183097"/>
                  </a:cubicBezTo>
                  <a:lnTo>
                    <a:pt x="389492" y="106391"/>
                  </a:lnTo>
                  <a:cubicBezTo>
                    <a:pt x="389492" y="90243"/>
                    <a:pt x="377921" y="83518"/>
                    <a:pt x="363385" y="83518"/>
                  </a:cubicBezTo>
                  <a:cubicBezTo>
                    <a:pt x="355040" y="83518"/>
                    <a:pt x="350470" y="84053"/>
                    <a:pt x="343469" y="85665"/>
                  </a:cubicBezTo>
                  <a:cubicBezTo>
                    <a:pt x="339159" y="86743"/>
                    <a:pt x="337012" y="88631"/>
                    <a:pt x="337012" y="92666"/>
                  </a:cubicBezTo>
                  <a:lnTo>
                    <a:pt x="337012" y="183097"/>
                  </a:lnTo>
                  <a:cubicBezTo>
                    <a:pt x="337012" y="186330"/>
                    <a:pt x="334856" y="188485"/>
                    <a:pt x="331624" y="188485"/>
                  </a:cubicBezTo>
                  <a:lnTo>
                    <a:pt x="307405" y="188485"/>
                  </a:lnTo>
                  <a:cubicBezTo>
                    <a:pt x="304172" y="188485"/>
                    <a:pt x="302017" y="186330"/>
                    <a:pt x="302017" y="183097"/>
                  </a:cubicBezTo>
                  <a:lnTo>
                    <a:pt x="302017" y="71672"/>
                  </a:lnTo>
                  <a:cubicBezTo>
                    <a:pt x="302017" y="65482"/>
                    <a:pt x="304982" y="62249"/>
                    <a:pt x="308750" y="60904"/>
                  </a:cubicBezTo>
                  <a:cubicBezTo>
                    <a:pt x="328399" y="53911"/>
                    <a:pt x="346970" y="51221"/>
                    <a:pt x="362850" y="51221"/>
                  </a:cubicBezTo>
                  <a:cubicBezTo>
                    <a:pt x="404295" y="51221"/>
                    <a:pt x="424486" y="68982"/>
                    <a:pt x="424486" y="101813"/>
                  </a:cubicBezTo>
                  <a:moveTo>
                    <a:pt x="122497" y="167759"/>
                  </a:moveTo>
                  <a:cubicBezTo>
                    <a:pt x="122497" y="172337"/>
                    <a:pt x="121963" y="178528"/>
                    <a:pt x="120342" y="183097"/>
                  </a:cubicBezTo>
                  <a:cubicBezTo>
                    <a:pt x="118997" y="187140"/>
                    <a:pt x="117385" y="188485"/>
                    <a:pt x="113350" y="188485"/>
                  </a:cubicBezTo>
                  <a:lnTo>
                    <a:pt x="89123" y="188485"/>
                  </a:lnTo>
                  <a:cubicBezTo>
                    <a:pt x="86433" y="188485"/>
                    <a:pt x="85088" y="186865"/>
                    <a:pt x="85088" y="184718"/>
                  </a:cubicBezTo>
                  <a:cubicBezTo>
                    <a:pt x="85088" y="184175"/>
                    <a:pt x="85088" y="183640"/>
                    <a:pt x="85356" y="183097"/>
                  </a:cubicBezTo>
                  <a:cubicBezTo>
                    <a:pt x="86433" y="179597"/>
                    <a:pt x="86968" y="177175"/>
                    <a:pt x="86968" y="173140"/>
                  </a:cubicBezTo>
                  <a:cubicBezTo>
                    <a:pt x="86968" y="133559"/>
                    <a:pt x="303" y="155646"/>
                    <a:pt x="303" y="98589"/>
                  </a:cubicBezTo>
                  <a:cubicBezTo>
                    <a:pt x="303" y="69517"/>
                    <a:pt x="23452" y="50144"/>
                    <a:pt x="59517" y="50144"/>
                  </a:cubicBezTo>
                  <a:cubicBezTo>
                    <a:pt x="78623" y="50144"/>
                    <a:pt x="98546" y="54714"/>
                    <a:pt x="115230" y="64404"/>
                  </a:cubicBezTo>
                  <a:cubicBezTo>
                    <a:pt x="117393" y="65490"/>
                    <a:pt x="118462" y="67637"/>
                    <a:pt x="118462" y="69792"/>
                  </a:cubicBezTo>
                  <a:cubicBezTo>
                    <a:pt x="118462" y="71137"/>
                    <a:pt x="118164" y="72710"/>
                    <a:pt x="117385" y="74362"/>
                  </a:cubicBezTo>
                  <a:lnTo>
                    <a:pt x="109039" y="92131"/>
                  </a:lnTo>
                  <a:cubicBezTo>
                    <a:pt x="107962" y="94553"/>
                    <a:pt x="105539" y="95899"/>
                    <a:pt x="103116" y="95899"/>
                  </a:cubicBezTo>
                  <a:cubicBezTo>
                    <a:pt x="101771" y="95899"/>
                    <a:pt x="100426" y="95623"/>
                    <a:pt x="99081" y="94821"/>
                  </a:cubicBezTo>
                  <a:cubicBezTo>
                    <a:pt x="85356" y="87286"/>
                    <a:pt x="72165" y="82708"/>
                    <a:pt x="58439" y="82708"/>
                  </a:cubicBezTo>
                  <a:cubicBezTo>
                    <a:pt x="44179" y="82708"/>
                    <a:pt x="35833" y="87923"/>
                    <a:pt x="35833" y="96166"/>
                  </a:cubicBezTo>
                  <a:cubicBezTo>
                    <a:pt x="35833" y="121368"/>
                    <a:pt x="122497" y="106659"/>
                    <a:pt x="122497" y="167759"/>
                  </a:cubicBezTo>
                  <a:moveTo>
                    <a:pt x="234191" y="149189"/>
                  </a:moveTo>
                  <a:cubicBezTo>
                    <a:pt x="234191" y="153224"/>
                    <a:pt x="232043" y="155111"/>
                    <a:pt x="227466" y="156456"/>
                  </a:cubicBezTo>
                  <a:cubicBezTo>
                    <a:pt x="221543" y="158069"/>
                    <a:pt x="216430" y="158879"/>
                    <a:pt x="209162" y="158879"/>
                  </a:cubicBezTo>
                  <a:cubicBezTo>
                    <a:pt x="191936" y="158879"/>
                    <a:pt x="175788" y="148646"/>
                    <a:pt x="175788" y="121195"/>
                  </a:cubicBezTo>
                  <a:cubicBezTo>
                    <a:pt x="175788" y="93743"/>
                    <a:pt x="191936" y="83518"/>
                    <a:pt x="209162" y="83518"/>
                  </a:cubicBezTo>
                  <a:cubicBezTo>
                    <a:pt x="216430" y="83518"/>
                    <a:pt x="221543" y="84320"/>
                    <a:pt x="227466" y="85941"/>
                  </a:cubicBezTo>
                  <a:cubicBezTo>
                    <a:pt x="232043" y="87286"/>
                    <a:pt x="234191" y="89165"/>
                    <a:pt x="234191" y="93201"/>
                  </a:cubicBezTo>
                  <a:lnTo>
                    <a:pt x="234191" y="149189"/>
                  </a:lnTo>
                  <a:close/>
                  <a:moveTo>
                    <a:pt x="262452" y="61179"/>
                  </a:moveTo>
                  <a:cubicBezTo>
                    <a:pt x="244692" y="54446"/>
                    <a:pt x="228000" y="51221"/>
                    <a:pt x="209430" y="51221"/>
                  </a:cubicBezTo>
                  <a:cubicBezTo>
                    <a:pt x="168795" y="51221"/>
                    <a:pt x="140258" y="78405"/>
                    <a:pt x="140258" y="121195"/>
                  </a:cubicBezTo>
                  <a:cubicBezTo>
                    <a:pt x="140258" y="164527"/>
                    <a:pt x="165020" y="191176"/>
                    <a:pt x="208895" y="191176"/>
                  </a:cubicBezTo>
                  <a:cubicBezTo>
                    <a:pt x="226655" y="191176"/>
                    <a:pt x="243881" y="188210"/>
                    <a:pt x="262452" y="180407"/>
                  </a:cubicBezTo>
                  <a:cubicBezTo>
                    <a:pt x="266763" y="178528"/>
                    <a:pt x="269185" y="175562"/>
                    <a:pt x="269185" y="169639"/>
                  </a:cubicBezTo>
                  <a:lnTo>
                    <a:pt x="269185" y="71940"/>
                  </a:lnTo>
                  <a:cubicBezTo>
                    <a:pt x="269185" y="65749"/>
                    <a:pt x="266763" y="62792"/>
                    <a:pt x="262452" y="61179"/>
                  </a:cubicBezTo>
                </a:path>
              </a:pathLst>
            </a:custGeom>
            <a:grpFill/>
            <a:ln w="78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37" name="Forme libre : forme 10">
              <a:extLst>
                <a:ext uri="{FF2B5EF4-FFF2-40B4-BE49-F238E27FC236}">
                  <a16:creationId xmlns:a16="http://schemas.microsoft.com/office/drawing/2014/main" id="{365977A4-5832-45CF-A184-D4324C135EEC}"/>
                </a:ext>
              </a:extLst>
            </p:cNvPr>
            <p:cNvSpPr/>
            <p:nvPr/>
          </p:nvSpPr>
          <p:spPr>
            <a:xfrm rot="-73896" flipV="1">
              <a:off x="5474877" y="-471733"/>
              <a:ext cx="37949" cy="37711"/>
            </a:xfrm>
            <a:custGeom>
              <a:avLst/>
              <a:gdLst>
                <a:gd name="connsiteX0" fmla="*/ 19483 w 37949"/>
                <a:gd name="connsiteY0" fmla="*/ 17 h 37711"/>
                <a:gd name="connsiteX1" fmla="*/ 38456 w 37949"/>
                <a:gd name="connsiteY1" fmla="*/ 18454 h 37711"/>
                <a:gd name="connsiteX2" fmla="*/ 19491 w 37949"/>
                <a:gd name="connsiteY2" fmla="*/ 37717 h 37711"/>
                <a:gd name="connsiteX3" fmla="*/ 519 w 37949"/>
                <a:gd name="connsiteY3" fmla="*/ 19272 h 37711"/>
                <a:gd name="connsiteX4" fmla="*/ 19483 w 37949"/>
                <a:gd name="connsiteY4" fmla="*/ 17 h 37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49" h="37711">
                  <a:moveTo>
                    <a:pt x="19483" y="17"/>
                  </a:moveTo>
                  <a:cubicBezTo>
                    <a:pt x="30519" y="-219"/>
                    <a:pt x="38212" y="6883"/>
                    <a:pt x="38456" y="18454"/>
                  </a:cubicBezTo>
                  <a:cubicBezTo>
                    <a:pt x="38715" y="30300"/>
                    <a:pt x="31329" y="37457"/>
                    <a:pt x="19491" y="37717"/>
                  </a:cubicBezTo>
                  <a:cubicBezTo>
                    <a:pt x="8188" y="37953"/>
                    <a:pt x="771" y="31118"/>
                    <a:pt x="519" y="19272"/>
                  </a:cubicBezTo>
                  <a:cubicBezTo>
                    <a:pt x="267" y="7701"/>
                    <a:pt x="7378" y="284"/>
                    <a:pt x="19483" y="17"/>
                  </a:cubicBezTo>
                </a:path>
              </a:pathLst>
            </a:custGeom>
            <a:grpFill/>
            <a:ln w="78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fr-FR" sz="2400">
                <a:solidFill>
                  <a:schemeClr val="accent2"/>
                </a:solidFill>
              </a:endParaRPr>
            </a:p>
          </p:txBody>
        </p:sp>
        <p:sp>
          <p:nvSpPr>
            <p:cNvPr id="47" name="Forme libre : forme 11">
              <a:extLst>
                <a:ext uri="{FF2B5EF4-FFF2-40B4-BE49-F238E27FC236}">
                  <a16:creationId xmlns:a16="http://schemas.microsoft.com/office/drawing/2014/main" id="{5471ED42-9DE8-447E-9480-04E42DA17FEA}"/>
                </a:ext>
              </a:extLst>
            </p:cNvPr>
            <p:cNvSpPr/>
            <p:nvPr userDrawn="1"/>
          </p:nvSpPr>
          <p:spPr>
            <a:xfrm rot="10725025" flipV="1">
              <a:off x="4768103" y="-317778"/>
              <a:ext cx="37406" cy="37169"/>
            </a:xfrm>
            <a:custGeom>
              <a:avLst/>
              <a:gdLst>
                <a:gd name="connsiteX0" fmla="*/ 18717 w 37406"/>
                <a:gd name="connsiteY0" fmla="*/ 130 h 37169"/>
                <a:gd name="connsiteX1" fmla="*/ 37414 w 37406"/>
                <a:gd name="connsiteY1" fmla="*/ 18300 h 37169"/>
                <a:gd name="connsiteX2" fmla="*/ 18717 w 37406"/>
                <a:gd name="connsiteY2" fmla="*/ 37288 h 37169"/>
                <a:gd name="connsiteX3" fmla="*/ 20 w 37406"/>
                <a:gd name="connsiteY3" fmla="*/ 19118 h 37169"/>
                <a:gd name="connsiteX4" fmla="*/ 18717 w 37406"/>
                <a:gd name="connsiteY4" fmla="*/ 130 h 37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406" h="37169">
                  <a:moveTo>
                    <a:pt x="18717" y="130"/>
                  </a:moveTo>
                  <a:cubicBezTo>
                    <a:pt x="29745" y="-106"/>
                    <a:pt x="37162" y="6729"/>
                    <a:pt x="37414" y="18300"/>
                  </a:cubicBezTo>
                  <a:cubicBezTo>
                    <a:pt x="37665" y="29603"/>
                    <a:pt x="30555" y="37028"/>
                    <a:pt x="18717" y="37288"/>
                  </a:cubicBezTo>
                  <a:cubicBezTo>
                    <a:pt x="7681" y="37524"/>
                    <a:pt x="264" y="30421"/>
                    <a:pt x="20" y="19118"/>
                  </a:cubicBezTo>
                  <a:cubicBezTo>
                    <a:pt x="-240" y="7547"/>
                    <a:pt x="6871" y="390"/>
                    <a:pt x="18717" y="130"/>
                  </a:cubicBezTo>
                </a:path>
              </a:pathLst>
            </a:custGeom>
            <a:grpFill/>
            <a:ln w="78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fr-FR" sz="2400"/>
            </a:p>
          </p:txBody>
        </p:sp>
      </p:grpSp>
      <p:sp>
        <p:nvSpPr>
          <p:cNvPr id="26" name="Espace réservé du texte 4">
            <a:extLst>
              <a:ext uri="{FF2B5EF4-FFF2-40B4-BE49-F238E27FC236}">
                <a16:creationId xmlns:a16="http://schemas.microsoft.com/office/drawing/2014/main" id="{BEB64EF3-BB46-4060-851B-3BDF171213C2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444974" y="1577577"/>
            <a:ext cx="2824073" cy="492443"/>
          </a:xfr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160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>
              <a:spcBef>
                <a:spcPts val="533"/>
              </a:spcBef>
              <a:buFont typeface="Arial" panose="020B0604020202020204" pitchFamily="34" charset="0"/>
              <a:buNone/>
              <a:defRPr sz="1600"/>
            </a:lvl2pPr>
            <a:lvl3pPr>
              <a:lnSpc>
                <a:spcPct val="110000"/>
              </a:lnSpc>
              <a:defRPr lang="en-US" sz="1333" kern="1200" dirty="0" smtClean="0">
                <a:solidFill>
                  <a:schemeClr val="tx1"/>
                </a:solidFill>
                <a:latin typeface="Sanofi Sans 3 Regular"/>
                <a:ea typeface="+mn-ea"/>
                <a:cs typeface="+mn-cs"/>
              </a:defRPr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855E673C-6C7F-4EB7-A0E8-9C04C796394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442035" y="1943799"/>
            <a:ext cx="2827013" cy="429522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 marL="302392" indent="-302392"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tx1"/>
                </a:solidFill>
              </a:defRPr>
            </a:lvl2pPr>
            <a:lvl3pPr marL="609585" indent="-302392"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tx1"/>
                </a:solidFill>
              </a:defRPr>
            </a:lvl3pPr>
            <a:lvl4pPr marL="911977" indent="-302392"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30FF51BB-965D-4F61-9692-EE296D3C6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600" y="710401"/>
            <a:ext cx="2827447" cy="74824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37149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and Numbers (Alternativ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7276DEF-3CBF-476F-8A84-C6760A5FE884}"/>
              </a:ext>
            </a:extLst>
          </p:cNvPr>
          <p:cNvSpPr/>
          <p:nvPr userDrawn="1"/>
        </p:nvSpPr>
        <p:spPr>
          <a:xfrm>
            <a:off x="0" y="0"/>
            <a:ext cx="37296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noProof="0"/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323D7EBE-BC7D-4AC5-AD6B-FCD5D270E1C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B54B0F7-55DD-40D6-B7F4-70B586885C0B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29" name="Espace réservé du texte 4">
            <a:extLst>
              <a:ext uri="{FF2B5EF4-FFF2-40B4-BE49-F238E27FC236}">
                <a16:creationId xmlns:a16="http://schemas.microsoft.com/office/drawing/2014/main" id="{EFA975DA-1F61-4E92-847F-881A6B959F1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352279" y="2220014"/>
            <a:ext cx="1091851" cy="921277"/>
          </a:xfrm>
        </p:spPr>
        <p:txBody>
          <a:bodyPr>
            <a:spAutoFit/>
          </a:bodyPr>
          <a:lstStyle>
            <a:lvl1pPr algn="l">
              <a:lnSpc>
                <a:spcPct val="110000"/>
              </a:lnSpc>
              <a:defRPr sz="6000" b="0" i="0" cap="all"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228594" indent="-228594"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067"/>
            </a:lvl2pPr>
            <a:lvl3pPr>
              <a:lnSpc>
                <a:spcPct val="110000"/>
              </a:lnSpc>
              <a:defRPr sz="1067">
                <a:latin typeface="+mj-lt"/>
              </a:defRPr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noProof="0"/>
              <a:t>01</a:t>
            </a:r>
          </a:p>
        </p:txBody>
      </p:sp>
      <p:sp>
        <p:nvSpPr>
          <p:cNvPr id="30" name="Espace réservé du texte 4">
            <a:extLst>
              <a:ext uri="{FF2B5EF4-FFF2-40B4-BE49-F238E27FC236}">
                <a16:creationId xmlns:a16="http://schemas.microsoft.com/office/drawing/2014/main" id="{F6E50AC3-1EA3-493F-A0D3-634DA300E23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352279" y="1577578"/>
            <a:ext cx="6459117" cy="245708"/>
          </a:xfrm>
        </p:spPr>
        <p:txBody>
          <a:bodyPr wrap="square">
            <a:spAutoFit/>
          </a:bodyPr>
          <a:lstStyle>
            <a:lvl1pPr algn="l">
              <a:lnSpc>
                <a:spcPct val="110000"/>
              </a:lnSpc>
              <a:defRPr sz="1600">
                <a:solidFill>
                  <a:schemeClr val="tx1"/>
                </a:solidFill>
              </a:defRPr>
            </a:lvl1pPr>
            <a:lvl2pPr marL="228594" indent="-228594"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067"/>
            </a:lvl2pPr>
            <a:lvl3pPr>
              <a:lnSpc>
                <a:spcPct val="110000"/>
              </a:lnSpc>
              <a:defRPr sz="1067">
                <a:latin typeface="+mj-lt"/>
              </a:defRPr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1" name="Espace réservé du texte 4">
            <a:extLst>
              <a:ext uri="{FF2B5EF4-FFF2-40B4-BE49-F238E27FC236}">
                <a16:creationId xmlns:a16="http://schemas.microsoft.com/office/drawing/2014/main" id="{0E2314AF-F33D-4B84-8412-DF73ECC51E6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53081" y="2220014"/>
            <a:ext cx="1091851" cy="921277"/>
          </a:xfrm>
        </p:spPr>
        <p:txBody>
          <a:bodyPr>
            <a:spAutoFit/>
          </a:bodyPr>
          <a:lstStyle>
            <a:lvl1pPr algn="l">
              <a:lnSpc>
                <a:spcPct val="110000"/>
              </a:lnSpc>
              <a:defRPr sz="6000" b="0" i="0" cap="all"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228594" indent="-228594"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067"/>
            </a:lvl2pPr>
            <a:lvl3pPr>
              <a:lnSpc>
                <a:spcPct val="110000"/>
              </a:lnSpc>
              <a:defRPr sz="1067">
                <a:latin typeface="+mj-lt"/>
              </a:defRPr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noProof="0"/>
              <a:t>02</a:t>
            </a:r>
          </a:p>
        </p:txBody>
      </p:sp>
      <p:sp>
        <p:nvSpPr>
          <p:cNvPr id="32" name="Espace réservé du texte 4">
            <a:extLst>
              <a:ext uri="{FF2B5EF4-FFF2-40B4-BE49-F238E27FC236}">
                <a16:creationId xmlns:a16="http://schemas.microsoft.com/office/drawing/2014/main" id="{8444AA6E-9EC0-4895-8FC6-4351D2BEE03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153884" y="2220014"/>
            <a:ext cx="1091851" cy="921277"/>
          </a:xfrm>
        </p:spPr>
        <p:txBody>
          <a:bodyPr>
            <a:spAutoFit/>
          </a:bodyPr>
          <a:lstStyle>
            <a:lvl1pPr algn="l">
              <a:lnSpc>
                <a:spcPct val="110000"/>
              </a:lnSpc>
              <a:defRPr sz="6000" b="0" i="0" cap="all"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228594" indent="-228594"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067"/>
            </a:lvl2pPr>
            <a:lvl3pPr>
              <a:lnSpc>
                <a:spcPct val="110000"/>
              </a:lnSpc>
              <a:defRPr sz="1067">
                <a:latin typeface="+mj-lt"/>
              </a:defRPr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noProof="0"/>
              <a:t>03</a:t>
            </a:r>
          </a:p>
        </p:txBody>
      </p:sp>
      <p:sp>
        <p:nvSpPr>
          <p:cNvPr id="33" name="Espace réservé du texte 4">
            <a:extLst>
              <a:ext uri="{FF2B5EF4-FFF2-40B4-BE49-F238E27FC236}">
                <a16:creationId xmlns:a16="http://schemas.microsoft.com/office/drawing/2014/main" id="{E3BC2BD0-41C8-4C7A-BC1B-E444A392D03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0054688" y="2220014"/>
            <a:ext cx="1091851" cy="921277"/>
          </a:xfrm>
        </p:spPr>
        <p:txBody>
          <a:bodyPr>
            <a:spAutoFit/>
          </a:bodyPr>
          <a:lstStyle>
            <a:lvl1pPr algn="l">
              <a:lnSpc>
                <a:spcPct val="110000"/>
              </a:lnSpc>
              <a:defRPr sz="6000" b="0" i="0" cap="all"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228594" indent="-228594"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067"/>
            </a:lvl2pPr>
            <a:lvl3pPr>
              <a:lnSpc>
                <a:spcPct val="110000"/>
              </a:lnSpc>
              <a:defRPr sz="1067">
                <a:latin typeface="+mj-lt"/>
              </a:defRPr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noProof="0"/>
              <a:t>04</a:t>
            </a:r>
          </a:p>
        </p:txBody>
      </p:sp>
      <p:sp>
        <p:nvSpPr>
          <p:cNvPr id="38" name="Espace réservé du texte 4">
            <a:extLst>
              <a:ext uri="{FF2B5EF4-FFF2-40B4-BE49-F238E27FC236}">
                <a16:creationId xmlns:a16="http://schemas.microsoft.com/office/drawing/2014/main" id="{E6118210-A598-4833-8C53-BBA66CF5796F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4352279" y="3269349"/>
            <a:ext cx="1694284" cy="419247"/>
          </a:xfrm>
        </p:spPr>
        <p:txBody>
          <a:bodyPr/>
          <a:lstStyle>
            <a:lvl1pPr algn="l">
              <a:lnSpc>
                <a:spcPct val="125000"/>
              </a:lnSpc>
              <a:defRPr sz="1600">
                <a:solidFill>
                  <a:schemeClr val="accent2"/>
                </a:solidFill>
              </a:defRPr>
            </a:lvl1pPr>
            <a:lvl2pPr marL="0" indent="0">
              <a:lnSpc>
                <a:spcPts val="1600"/>
              </a:lnSpc>
              <a:spcAft>
                <a:spcPts val="533"/>
              </a:spcAft>
              <a:buFont typeface="Arial" panose="020B0604020202020204" pitchFamily="34" charset="0"/>
              <a:buNone/>
              <a:defRPr sz="1467">
                <a:solidFill>
                  <a:schemeClr val="accent2"/>
                </a:solidFill>
              </a:defRPr>
            </a:lvl2pPr>
            <a:lvl3pPr>
              <a:lnSpc>
                <a:spcPct val="110000"/>
              </a:lnSpc>
              <a:defRPr sz="1067">
                <a:latin typeface="+mj-lt"/>
              </a:defRPr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9" name="Espace réservé du texte 4">
            <a:extLst>
              <a:ext uri="{FF2B5EF4-FFF2-40B4-BE49-F238E27FC236}">
                <a16:creationId xmlns:a16="http://schemas.microsoft.com/office/drawing/2014/main" id="{140FC0A1-6231-4649-9573-C6772F9B84BC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4352279" y="3721782"/>
            <a:ext cx="1694284" cy="419247"/>
          </a:xfrm>
        </p:spPr>
        <p:txBody>
          <a:bodyPr/>
          <a:lstStyle>
            <a:lvl1pPr algn="l">
              <a:lnSpc>
                <a:spcPct val="125000"/>
              </a:lnSpc>
              <a:defRPr sz="1067">
                <a:solidFill>
                  <a:schemeClr val="tx1"/>
                </a:solidFill>
              </a:defRPr>
            </a:lvl1pPr>
            <a:lvl2pPr marL="0" indent="0">
              <a:lnSpc>
                <a:spcPts val="1600"/>
              </a:lnSpc>
              <a:spcAft>
                <a:spcPts val="533"/>
              </a:spcAft>
              <a:buFont typeface="Arial" panose="020B0604020202020204" pitchFamily="34" charset="0"/>
              <a:buNone/>
              <a:defRPr sz="933"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defRPr sz="1067">
                <a:latin typeface="+mj-lt"/>
              </a:defRPr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0" name="Espace réservé du texte 4">
            <a:extLst>
              <a:ext uri="{FF2B5EF4-FFF2-40B4-BE49-F238E27FC236}">
                <a16:creationId xmlns:a16="http://schemas.microsoft.com/office/drawing/2014/main" id="{2DAC1528-CEDA-41B5-AAAF-B8FF60A576A9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6253082" y="3269349"/>
            <a:ext cx="1694284" cy="419247"/>
          </a:xfrm>
        </p:spPr>
        <p:txBody>
          <a:bodyPr/>
          <a:lstStyle>
            <a:lvl1pPr algn="l">
              <a:lnSpc>
                <a:spcPct val="125000"/>
              </a:lnSpc>
              <a:defRPr sz="1600">
                <a:solidFill>
                  <a:schemeClr val="accent2"/>
                </a:solidFill>
              </a:defRPr>
            </a:lvl1pPr>
            <a:lvl2pPr marL="0" indent="0">
              <a:lnSpc>
                <a:spcPts val="1600"/>
              </a:lnSpc>
              <a:spcAft>
                <a:spcPts val="533"/>
              </a:spcAft>
              <a:buFont typeface="Arial" panose="020B0604020202020204" pitchFamily="34" charset="0"/>
              <a:buNone/>
              <a:defRPr sz="1467">
                <a:solidFill>
                  <a:schemeClr val="accent2"/>
                </a:solidFill>
              </a:defRPr>
            </a:lvl2pPr>
            <a:lvl3pPr>
              <a:lnSpc>
                <a:spcPct val="110000"/>
              </a:lnSpc>
              <a:defRPr sz="1067">
                <a:latin typeface="+mj-lt"/>
              </a:defRPr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1" name="Espace réservé du texte 4">
            <a:extLst>
              <a:ext uri="{FF2B5EF4-FFF2-40B4-BE49-F238E27FC236}">
                <a16:creationId xmlns:a16="http://schemas.microsoft.com/office/drawing/2014/main" id="{5FFDA929-E8A8-4AC0-99CE-44C3C6910AE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253082" y="3721782"/>
            <a:ext cx="1694284" cy="419247"/>
          </a:xfrm>
        </p:spPr>
        <p:txBody>
          <a:bodyPr/>
          <a:lstStyle>
            <a:lvl1pPr algn="l">
              <a:lnSpc>
                <a:spcPct val="125000"/>
              </a:lnSpc>
              <a:defRPr sz="1067">
                <a:solidFill>
                  <a:schemeClr val="tx1"/>
                </a:solidFill>
              </a:defRPr>
            </a:lvl1pPr>
            <a:lvl2pPr marL="0" indent="0">
              <a:lnSpc>
                <a:spcPts val="1600"/>
              </a:lnSpc>
              <a:spcAft>
                <a:spcPts val="533"/>
              </a:spcAft>
              <a:buFont typeface="Arial" panose="020B0604020202020204" pitchFamily="34" charset="0"/>
              <a:buNone/>
              <a:defRPr sz="933"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defRPr sz="1067">
                <a:latin typeface="+mj-lt"/>
              </a:defRPr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2" name="Espace réservé du texte 4">
            <a:extLst>
              <a:ext uri="{FF2B5EF4-FFF2-40B4-BE49-F238E27FC236}">
                <a16:creationId xmlns:a16="http://schemas.microsoft.com/office/drawing/2014/main" id="{9709CCCA-F00B-45D4-9788-1FBC4F09AA09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153886" y="3269349"/>
            <a:ext cx="1694284" cy="419247"/>
          </a:xfrm>
        </p:spPr>
        <p:txBody>
          <a:bodyPr/>
          <a:lstStyle>
            <a:lvl1pPr algn="l">
              <a:lnSpc>
                <a:spcPct val="125000"/>
              </a:lnSpc>
              <a:defRPr sz="1600">
                <a:solidFill>
                  <a:schemeClr val="accent2"/>
                </a:solidFill>
              </a:defRPr>
            </a:lvl1pPr>
            <a:lvl2pPr marL="0" indent="0">
              <a:lnSpc>
                <a:spcPts val="1600"/>
              </a:lnSpc>
              <a:spcAft>
                <a:spcPts val="533"/>
              </a:spcAft>
              <a:buFont typeface="Arial" panose="020B0604020202020204" pitchFamily="34" charset="0"/>
              <a:buNone/>
              <a:defRPr sz="1467">
                <a:solidFill>
                  <a:schemeClr val="accent2"/>
                </a:solidFill>
              </a:defRPr>
            </a:lvl2pPr>
            <a:lvl3pPr>
              <a:lnSpc>
                <a:spcPct val="110000"/>
              </a:lnSpc>
              <a:defRPr sz="1067">
                <a:latin typeface="+mj-lt"/>
              </a:defRPr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3" name="Espace réservé du texte 4">
            <a:extLst>
              <a:ext uri="{FF2B5EF4-FFF2-40B4-BE49-F238E27FC236}">
                <a16:creationId xmlns:a16="http://schemas.microsoft.com/office/drawing/2014/main" id="{B5E93FAA-61CE-40AC-8738-0DE2C5E1F42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8153886" y="3721782"/>
            <a:ext cx="1694284" cy="419247"/>
          </a:xfrm>
        </p:spPr>
        <p:txBody>
          <a:bodyPr/>
          <a:lstStyle>
            <a:lvl1pPr algn="l">
              <a:lnSpc>
                <a:spcPct val="125000"/>
              </a:lnSpc>
              <a:defRPr sz="1067">
                <a:solidFill>
                  <a:schemeClr val="tx1"/>
                </a:solidFill>
              </a:defRPr>
            </a:lvl1pPr>
            <a:lvl2pPr marL="0" indent="0">
              <a:lnSpc>
                <a:spcPts val="1600"/>
              </a:lnSpc>
              <a:spcAft>
                <a:spcPts val="533"/>
              </a:spcAft>
              <a:buFont typeface="Arial" panose="020B0604020202020204" pitchFamily="34" charset="0"/>
              <a:buNone/>
              <a:defRPr sz="933"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defRPr sz="1067">
                <a:latin typeface="+mj-lt"/>
              </a:defRPr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4" name="Espace réservé du texte 4">
            <a:extLst>
              <a:ext uri="{FF2B5EF4-FFF2-40B4-BE49-F238E27FC236}">
                <a16:creationId xmlns:a16="http://schemas.microsoft.com/office/drawing/2014/main" id="{14A4C1F7-829A-4567-999B-287472F1F401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054690" y="3269349"/>
            <a:ext cx="1694284" cy="419247"/>
          </a:xfrm>
        </p:spPr>
        <p:txBody>
          <a:bodyPr/>
          <a:lstStyle>
            <a:lvl1pPr algn="l">
              <a:lnSpc>
                <a:spcPct val="125000"/>
              </a:lnSpc>
              <a:defRPr sz="1600">
                <a:solidFill>
                  <a:schemeClr val="accent2"/>
                </a:solidFill>
              </a:defRPr>
            </a:lvl1pPr>
            <a:lvl2pPr marL="0" indent="0">
              <a:lnSpc>
                <a:spcPts val="1600"/>
              </a:lnSpc>
              <a:spcAft>
                <a:spcPts val="533"/>
              </a:spcAft>
              <a:buFont typeface="Arial" panose="020B0604020202020204" pitchFamily="34" charset="0"/>
              <a:buNone/>
              <a:defRPr sz="1467">
                <a:solidFill>
                  <a:schemeClr val="accent2"/>
                </a:solidFill>
              </a:defRPr>
            </a:lvl2pPr>
            <a:lvl3pPr>
              <a:lnSpc>
                <a:spcPct val="110000"/>
              </a:lnSpc>
              <a:defRPr sz="1067">
                <a:latin typeface="+mj-lt"/>
              </a:defRPr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5" name="Espace réservé du texte 4">
            <a:extLst>
              <a:ext uri="{FF2B5EF4-FFF2-40B4-BE49-F238E27FC236}">
                <a16:creationId xmlns:a16="http://schemas.microsoft.com/office/drawing/2014/main" id="{A4030E47-E75C-4A3D-9FAD-95FD358BD57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0054690" y="3721782"/>
            <a:ext cx="1694284" cy="419247"/>
          </a:xfrm>
        </p:spPr>
        <p:txBody>
          <a:bodyPr/>
          <a:lstStyle>
            <a:lvl1pPr algn="l">
              <a:lnSpc>
                <a:spcPct val="125000"/>
              </a:lnSpc>
              <a:defRPr sz="1067">
                <a:solidFill>
                  <a:schemeClr val="tx1"/>
                </a:solidFill>
              </a:defRPr>
            </a:lvl1pPr>
            <a:lvl2pPr marL="0" indent="0">
              <a:lnSpc>
                <a:spcPts val="1600"/>
              </a:lnSpc>
              <a:spcAft>
                <a:spcPts val="533"/>
              </a:spcAft>
              <a:buFont typeface="Arial" panose="020B0604020202020204" pitchFamily="34" charset="0"/>
              <a:buNone/>
              <a:defRPr sz="933"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defRPr sz="1067">
                <a:latin typeface="+mj-lt"/>
              </a:defRPr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3" name="Espace réservé du texte 5">
            <a:extLst>
              <a:ext uri="{FF2B5EF4-FFF2-40B4-BE49-F238E27FC236}">
                <a16:creationId xmlns:a16="http://schemas.microsoft.com/office/drawing/2014/main" id="{7FA14FD7-95C9-4327-B716-189176F2E3E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033427" y="425183"/>
            <a:ext cx="7715547" cy="164148"/>
          </a:xfrm>
        </p:spPr>
        <p:txBody>
          <a:bodyPr wrap="square" anchor="t" anchorCtr="0">
            <a:sp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lang="fr-FR" sz="1067" b="0" i="0" kern="1200" dirty="0" err="1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defRPr sz="533" b="0" i="0" cap="all" baseline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spcBef>
                <a:spcPts val="400"/>
              </a:spcBef>
              <a:tabLst>
                <a:tab pos="836063" algn="l"/>
              </a:tabLst>
              <a:defRPr sz="533"/>
            </a:lvl3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4" name="Espace réservé du texte 4">
            <a:extLst>
              <a:ext uri="{FF2B5EF4-FFF2-40B4-BE49-F238E27FC236}">
                <a16:creationId xmlns:a16="http://schemas.microsoft.com/office/drawing/2014/main" id="{CBC1E183-B986-4005-B87A-30E837CB27F1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444974" y="1577577"/>
            <a:ext cx="2824073" cy="492443"/>
          </a:xfr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160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>
              <a:spcBef>
                <a:spcPts val="533"/>
              </a:spcBef>
              <a:buFont typeface="Arial" panose="020B0604020202020204" pitchFamily="34" charset="0"/>
              <a:buNone/>
              <a:defRPr sz="1600"/>
            </a:lvl2pPr>
            <a:lvl3pPr>
              <a:lnSpc>
                <a:spcPct val="110000"/>
              </a:lnSpc>
              <a:defRPr lang="en-US" sz="1333" kern="1200" dirty="0" smtClean="0">
                <a:solidFill>
                  <a:schemeClr val="tx1"/>
                </a:solidFill>
                <a:latin typeface="Sanofi Sans 3 Regular"/>
                <a:ea typeface="+mn-ea"/>
                <a:cs typeface="+mn-cs"/>
              </a:defRPr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61183799-5968-4FC4-B6D2-F8DDF1F8685C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442034" y="1943799"/>
            <a:ext cx="2827447" cy="429522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 marL="302392" indent="-302392">
              <a:buFontTx/>
              <a:buBlip>
                <a:blip r:embed="rId3"/>
              </a:buBlip>
              <a:defRPr>
                <a:solidFill>
                  <a:schemeClr val="bg1"/>
                </a:solidFill>
              </a:defRPr>
            </a:lvl2pPr>
            <a:lvl3pPr marL="609585" indent="-302392">
              <a:buFontTx/>
              <a:buBlip>
                <a:blip r:embed="rId3"/>
              </a:buBlip>
              <a:defRPr>
                <a:solidFill>
                  <a:schemeClr val="bg1"/>
                </a:solidFill>
              </a:defRPr>
            </a:lvl3pPr>
            <a:lvl4pPr marL="911977" indent="-302392">
              <a:buFontTx/>
              <a:buBlip>
                <a:blip r:embed="rId3"/>
              </a:buBlip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60C5BA-4E6C-49B9-BC13-AE34B754C3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600" y="710401"/>
            <a:ext cx="2827447" cy="74824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35" name="Graphique 7">
            <a:extLst>
              <a:ext uri="{FF2B5EF4-FFF2-40B4-BE49-F238E27FC236}">
                <a16:creationId xmlns:a16="http://schemas.microsoft.com/office/drawing/2014/main" id="{92DE48E4-21B7-43C3-B1C8-D1A1E1D1183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2166" y="6329527"/>
            <a:ext cx="1071853" cy="275084"/>
            <a:chOff x="4768103" y="-471733"/>
            <a:chExt cx="744723" cy="191124"/>
          </a:xfrm>
          <a:solidFill>
            <a:schemeClr val="bg1"/>
          </a:solidFill>
        </p:grpSpPr>
        <p:sp>
          <p:nvSpPr>
            <p:cNvPr id="36" name="Forme libre : forme 9">
              <a:extLst>
                <a:ext uri="{FF2B5EF4-FFF2-40B4-BE49-F238E27FC236}">
                  <a16:creationId xmlns:a16="http://schemas.microsoft.com/office/drawing/2014/main" id="{CF3C004A-12EF-4882-9435-5C8C5CDDA3DC}"/>
                </a:ext>
              </a:extLst>
            </p:cNvPr>
            <p:cNvSpPr/>
            <p:nvPr userDrawn="1"/>
          </p:nvSpPr>
          <p:spPr>
            <a:xfrm>
              <a:off x="4770087" y="-471716"/>
              <a:ext cx="740699" cy="191096"/>
            </a:xfrm>
            <a:custGeom>
              <a:avLst/>
              <a:gdLst>
                <a:gd name="connsiteX0" fmla="*/ 689325 w 740699"/>
                <a:gd name="connsiteY0" fmla="*/ 7347 h 191096"/>
                <a:gd name="connsiteX1" fmla="*/ 688790 w 740699"/>
                <a:gd name="connsiteY1" fmla="*/ 10847 h 191096"/>
                <a:gd name="connsiteX2" fmla="*/ 686092 w 740699"/>
                <a:gd name="connsiteY2" fmla="*/ 24840 h 191096"/>
                <a:gd name="connsiteX3" fmla="*/ 680980 w 740699"/>
                <a:gd name="connsiteY3" fmla="*/ 29953 h 191096"/>
                <a:gd name="connsiteX4" fmla="*/ 667797 w 740699"/>
                <a:gd name="connsiteY4" fmla="*/ 28608 h 191096"/>
                <a:gd name="connsiteX5" fmla="*/ 646528 w 740699"/>
                <a:gd name="connsiteY5" fmla="*/ 50946 h 191096"/>
                <a:gd name="connsiteX6" fmla="*/ 646528 w 740699"/>
                <a:gd name="connsiteY6" fmla="*/ 53911 h 191096"/>
                <a:gd name="connsiteX7" fmla="*/ 680712 w 740699"/>
                <a:gd name="connsiteY7" fmla="*/ 53911 h 191096"/>
                <a:gd name="connsiteX8" fmla="*/ 686092 w 740699"/>
                <a:gd name="connsiteY8" fmla="*/ 59559 h 191096"/>
                <a:gd name="connsiteX9" fmla="*/ 686092 w 740699"/>
                <a:gd name="connsiteY9" fmla="*/ 78130 h 191096"/>
                <a:gd name="connsiteX10" fmla="*/ 680712 w 740699"/>
                <a:gd name="connsiteY10" fmla="*/ 83518 h 191096"/>
                <a:gd name="connsiteX11" fmla="*/ 646528 w 740699"/>
                <a:gd name="connsiteY11" fmla="*/ 83518 h 191096"/>
                <a:gd name="connsiteX12" fmla="*/ 646528 w 740699"/>
                <a:gd name="connsiteY12" fmla="*/ 183097 h 191096"/>
                <a:gd name="connsiteX13" fmla="*/ 641148 w 740699"/>
                <a:gd name="connsiteY13" fmla="*/ 188485 h 191096"/>
                <a:gd name="connsiteX14" fmla="*/ 617197 w 740699"/>
                <a:gd name="connsiteY14" fmla="*/ 188485 h 191096"/>
                <a:gd name="connsiteX15" fmla="*/ 611809 w 740699"/>
                <a:gd name="connsiteY15" fmla="*/ 183097 h 191096"/>
                <a:gd name="connsiteX16" fmla="*/ 611809 w 740699"/>
                <a:gd name="connsiteY16" fmla="*/ 56602 h 191096"/>
                <a:gd name="connsiteX17" fmla="*/ 666987 w 740699"/>
                <a:gd name="connsiteY17" fmla="*/ 79 h 191096"/>
                <a:gd name="connsiteX18" fmla="*/ 683945 w 740699"/>
                <a:gd name="connsiteY18" fmla="*/ 1966 h 191096"/>
                <a:gd name="connsiteX19" fmla="*/ 689325 w 740699"/>
                <a:gd name="connsiteY19" fmla="*/ 7347 h 191096"/>
                <a:gd name="connsiteX20" fmla="*/ 741003 w 740699"/>
                <a:gd name="connsiteY20" fmla="*/ 59292 h 191096"/>
                <a:gd name="connsiteX21" fmla="*/ 741003 w 740699"/>
                <a:gd name="connsiteY21" fmla="*/ 183097 h 191096"/>
                <a:gd name="connsiteX22" fmla="*/ 735615 w 740699"/>
                <a:gd name="connsiteY22" fmla="*/ 188485 h 191096"/>
                <a:gd name="connsiteX23" fmla="*/ 711396 w 740699"/>
                <a:gd name="connsiteY23" fmla="*/ 188485 h 191096"/>
                <a:gd name="connsiteX24" fmla="*/ 706008 w 740699"/>
                <a:gd name="connsiteY24" fmla="*/ 183097 h 191096"/>
                <a:gd name="connsiteX25" fmla="*/ 706008 w 740699"/>
                <a:gd name="connsiteY25" fmla="*/ 59292 h 191096"/>
                <a:gd name="connsiteX26" fmla="*/ 711396 w 740699"/>
                <a:gd name="connsiteY26" fmla="*/ 53911 h 191096"/>
                <a:gd name="connsiteX27" fmla="*/ 735615 w 740699"/>
                <a:gd name="connsiteY27" fmla="*/ 53911 h 191096"/>
                <a:gd name="connsiteX28" fmla="*/ 741003 w 740699"/>
                <a:gd name="connsiteY28" fmla="*/ 59292 h 191096"/>
                <a:gd name="connsiteX29" fmla="*/ 518954 w 740699"/>
                <a:gd name="connsiteY29" fmla="*/ 158879 h 191096"/>
                <a:gd name="connsiteX30" fmla="*/ 485847 w 740699"/>
                <a:gd name="connsiteY30" fmla="*/ 121195 h 191096"/>
                <a:gd name="connsiteX31" fmla="*/ 517074 w 740699"/>
                <a:gd name="connsiteY31" fmla="*/ 83518 h 191096"/>
                <a:gd name="connsiteX32" fmla="*/ 550173 w 740699"/>
                <a:gd name="connsiteY32" fmla="*/ 121195 h 191096"/>
                <a:gd name="connsiteX33" fmla="*/ 518954 w 740699"/>
                <a:gd name="connsiteY33" fmla="*/ 158879 h 191096"/>
                <a:gd name="connsiteX34" fmla="*/ 517074 w 740699"/>
                <a:gd name="connsiteY34" fmla="*/ 51221 h 191096"/>
                <a:gd name="connsiteX35" fmla="*/ 450317 w 740699"/>
                <a:gd name="connsiteY35" fmla="*/ 121195 h 191096"/>
                <a:gd name="connsiteX36" fmla="*/ 518954 w 740699"/>
                <a:gd name="connsiteY36" fmla="*/ 191176 h 191096"/>
                <a:gd name="connsiteX37" fmla="*/ 585702 w 740699"/>
                <a:gd name="connsiteY37" fmla="*/ 121195 h 191096"/>
                <a:gd name="connsiteX38" fmla="*/ 517074 w 740699"/>
                <a:gd name="connsiteY38" fmla="*/ 51221 h 191096"/>
                <a:gd name="connsiteX39" fmla="*/ 424486 w 740699"/>
                <a:gd name="connsiteY39" fmla="*/ 101813 h 191096"/>
                <a:gd name="connsiteX40" fmla="*/ 424486 w 740699"/>
                <a:gd name="connsiteY40" fmla="*/ 183097 h 191096"/>
                <a:gd name="connsiteX41" fmla="*/ 419098 w 740699"/>
                <a:gd name="connsiteY41" fmla="*/ 188485 h 191096"/>
                <a:gd name="connsiteX42" fmla="*/ 394880 w 740699"/>
                <a:gd name="connsiteY42" fmla="*/ 188485 h 191096"/>
                <a:gd name="connsiteX43" fmla="*/ 389492 w 740699"/>
                <a:gd name="connsiteY43" fmla="*/ 183097 h 191096"/>
                <a:gd name="connsiteX44" fmla="*/ 389492 w 740699"/>
                <a:gd name="connsiteY44" fmla="*/ 106391 h 191096"/>
                <a:gd name="connsiteX45" fmla="*/ 363385 w 740699"/>
                <a:gd name="connsiteY45" fmla="*/ 83518 h 191096"/>
                <a:gd name="connsiteX46" fmla="*/ 343469 w 740699"/>
                <a:gd name="connsiteY46" fmla="*/ 85665 h 191096"/>
                <a:gd name="connsiteX47" fmla="*/ 337012 w 740699"/>
                <a:gd name="connsiteY47" fmla="*/ 92666 h 191096"/>
                <a:gd name="connsiteX48" fmla="*/ 337012 w 740699"/>
                <a:gd name="connsiteY48" fmla="*/ 183097 h 191096"/>
                <a:gd name="connsiteX49" fmla="*/ 331624 w 740699"/>
                <a:gd name="connsiteY49" fmla="*/ 188485 h 191096"/>
                <a:gd name="connsiteX50" fmla="*/ 307405 w 740699"/>
                <a:gd name="connsiteY50" fmla="*/ 188485 h 191096"/>
                <a:gd name="connsiteX51" fmla="*/ 302017 w 740699"/>
                <a:gd name="connsiteY51" fmla="*/ 183097 h 191096"/>
                <a:gd name="connsiteX52" fmla="*/ 302017 w 740699"/>
                <a:gd name="connsiteY52" fmla="*/ 71672 h 191096"/>
                <a:gd name="connsiteX53" fmla="*/ 308750 w 740699"/>
                <a:gd name="connsiteY53" fmla="*/ 60904 h 191096"/>
                <a:gd name="connsiteX54" fmla="*/ 362850 w 740699"/>
                <a:gd name="connsiteY54" fmla="*/ 51221 h 191096"/>
                <a:gd name="connsiteX55" fmla="*/ 424486 w 740699"/>
                <a:gd name="connsiteY55" fmla="*/ 101813 h 191096"/>
                <a:gd name="connsiteX56" fmla="*/ 122497 w 740699"/>
                <a:gd name="connsiteY56" fmla="*/ 167759 h 191096"/>
                <a:gd name="connsiteX57" fmla="*/ 120342 w 740699"/>
                <a:gd name="connsiteY57" fmla="*/ 183097 h 191096"/>
                <a:gd name="connsiteX58" fmla="*/ 113350 w 740699"/>
                <a:gd name="connsiteY58" fmla="*/ 188485 h 191096"/>
                <a:gd name="connsiteX59" fmla="*/ 89123 w 740699"/>
                <a:gd name="connsiteY59" fmla="*/ 188485 h 191096"/>
                <a:gd name="connsiteX60" fmla="*/ 85088 w 740699"/>
                <a:gd name="connsiteY60" fmla="*/ 184718 h 191096"/>
                <a:gd name="connsiteX61" fmla="*/ 85356 w 740699"/>
                <a:gd name="connsiteY61" fmla="*/ 183097 h 191096"/>
                <a:gd name="connsiteX62" fmla="*/ 86968 w 740699"/>
                <a:gd name="connsiteY62" fmla="*/ 173140 h 191096"/>
                <a:gd name="connsiteX63" fmla="*/ 303 w 740699"/>
                <a:gd name="connsiteY63" fmla="*/ 98589 h 191096"/>
                <a:gd name="connsiteX64" fmla="*/ 59517 w 740699"/>
                <a:gd name="connsiteY64" fmla="*/ 50144 h 191096"/>
                <a:gd name="connsiteX65" fmla="*/ 115230 w 740699"/>
                <a:gd name="connsiteY65" fmla="*/ 64404 h 191096"/>
                <a:gd name="connsiteX66" fmla="*/ 118462 w 740699"/>
                <a:gd name="connsiteY66" fmla="*/ 69792 h 191096"/>
                <a:gd name="connsiteX67" fmla="*/ 117385 w 740699"/>
                <a:gd name="connsiteY67" fmla="*/ 74362 h 191096"/>
                <a:gd name="connsiteX68" fmla="*/ 109039 w 740699"/>
                <a:gd name="connsiteY68" fmla="*/ 92131 h 191096"/>
                <a:gd name="connsiteX69" fmla="*/ 103116 w 740699"/>
                <a:gd name="connsiteY69" fmla="*/ 95899 h 191096"/>
                <a:gd name="connsiteX70" fmla="*/ 99081 w 740699"/>
                <a:gd name="connsiteY70" fmla="*/ 94821 h 191096"/>
                <a:gd name="connsiteX71" fmla="*/ 58439 w 740699"/>
                <a:gd name="connsiteY71" fmla="*/ 82708 h 191096"/>
                <a:gd name="connsiteX72" fmla="*/ 35833 w 740699"/>
                <a:gd name="connsiteY72" fmla="*/ 96166 h 191096"/>
                <a:gd name="connsiteX73" fmla="*/ 122497 w 740699"/>
                <a:gd name="connsiteY73" fmla="*/ 167759 h 191096"/>
                <a:gd name="connsiteX74" fmla="*/ 234191 w 740699"/>
                <a:gd name="connsiteY74" fmla="*/ 149189 h 191096"/>
                <a:gd name="connsiteX75" fmla="*/ 227466 w 740699"/>
                <a:gd name="connsiteY75" fmla="*/ 156456 h 191096"/>
                <a:gd name="connsiteX76" fmla="*/ 209162 w 740699"/>
                <a:gd name="connsiteY76" fmla="*/ 158879 h 191096"/>
                <a:gd name="connsiteX77" fmla="*/ 175788 w 740699"/>
                <a:gd name="connsiteY77" fmla="*/ 121195 h 191096"/>
                <a:gd name="connsiteX78" fmla="*/ 209162 w 740699"/>
                <a:gd name="connsiteY78" fmla="*/ 83518 h 191096"/>
                <a:gd name="connsiteX79" fmla="*/ 227466 w 740699"/>
                <a:gd name="connsiteY79" fmla="*/ 85941 h 191096"/>
                <a:gd name="connsiteX80" fmla="*/ 234191 w 740699"/>
                <a:gd name="connsiteY80" fmla="*/ 93201 h 191096"/>
                <a:gd name="connsiteX81" fmla="*/ 234191 w 740699"/>
                <a:gd name="connsiteY81" fmla="*/ 149189 h 191096"/>
                <a:gd name="connsiteX82" fmla="*/ 262452 w 740699"/>
                <a:gd name="connsiteY82" fmla="*/ 61179 h 191096"/>
                <a:gd name="connsiteX83" fmla="*/ 209430 w 740699"/>
                <a:gd name="connsiteY83" fmla="*/ 51221 h 191096"/>
                <a:gd name="connsiteX84" fmla="*/ 140258 w 740699"/>
                <a:gd name="connsiteY84" fmla="*/ 121195 h 191096"/>
                <a:gd name="connsiteX85" fmla="*/ 208895 w 740699"/>
                <a:gd name="connsiteY85" fmla="*/ 191176 h 191096"/>
                <a:gd name="connsiteX86" fmla="*/ 262452 w 740699"/>
                <a:gd name="connsiteY86" fmla="*/ 180407 h 191096"/>
                <a:gd name="connsiteX87" fmla="*/ 269185 w 740699"/>
                <a:gd name="connsiteY87" fmla="*/ 169639 h 191096"/>
                <a:gd name="connsiteX88" fmla="*/ 269185 w 740699"/>
                <a:gd name="connsiteY88" fmla="*/ 71940 h 191096"/>
                <a:gd name="connsiteX89" fmla="*/ 262452 w 740699"/>
                <a:gd name="connsiteY89" fmla="*/ 61179 h 191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740699" h="191096">
                  <a:moveTo>
                    <a:pt x="689325" y="7347"/>
                  </a:moveTo>
                  <a:cubicBezTo>
                    <a:pt x="689325" y="8511"/>
                    <a:pt x="689026" y="9604"/>
                    <a:pt x="688790" y="10847"/>
                  </a:cubicBezTo>
                  <a:lnTo>
                    <a:pt x="686092" y="24840"/>
                  </a:lnTo>
                  <a:cubicBezTo>
                    <a:pt x="685558" y="28073"/>
                    <a:pt x="684213" y="29953"/>
                    <a:pt x="680980" y="29953"/>
                  </a:cubicBezTo>
                  <a:cubicBezTo>
                    <a:pt x="678974" y="29953"/>
                    <a:pt x="673177" y="28608"/>
                    <a:pt x="667797" y="28608"/>
                  </a:cubicBezTo>
                  <a:cubicBezTo>
                    <a:pt x="652993" y="28608"/>
                    <a:pt x="646528" y="36143"/>
                    <a:pt x="646528" y="50946"/>
                  </a:cubicBezTo>
                  <a:lnTo>
                    <a:pt x="646528" y="53911"/>
                  </a:lnTo>
                  <a:lnTo>
                    <a:pt x="680712" y="53911"/>
                  </a:lnTo>
                  <a:cubicBezTo>
                    <a:pt x="684213" y="53911"/>
                    <a:pt x="686092" y="56059"/>
                    <a:pt x="686092" y="59559"/>
                  </a:cubicBezTo>
                  <a:lnTo>
                    <a:pt x="686092" y="78130"/>
                  </a:lnTo>
                  <a:cubicBezTo>
                    <a:pt x="686092" y="81363"/>
                    <a:pt x="684213" y="83518"/>
                    <a:pt x="680712" y="83518"/>
                  </a:cubicBezTo>
                  <a:lnTo>
                    <a:pt x="646528" y="83518"/>
                  </a:lnTo>
                  <a:lnTo>
                    <a:pt x="646528" y="183097"/>
                  </a:lnTo>
                  <a:cubicBezTo>
                    <a:pt x="646528" y="186330"/>
                    <a:pt x="644380" y="188485"/>
                    <a:pt x="641148" y="188485"/>
                  </a:cubicBezTo>
                  <a:lnTo>
                    <a:pt x="617197" y="188485"/>
                  </a:lnTo>
                  <a:cubicBezTo>
                    <a:pt x="613964" y="188485"/>
                    <a:pt x="611809" y="186330"/>
                    <a:pt x="611809" y="183097"/>
                  </a:cubicBezTo>
                  <a:lnTo>
                    <a:pt x="611809" y="56602"/>
                  </a:lnTo>
                  <a:cubicBezTo>
                    <a:pt x="611809" y="17839"/>
                    <a:pt x="633612" y="79"/>
                    <a:pt x="666987" y="79"/>
                  </a:cubicBezTo>
                  <a:cubicBezTo>
                    <a:pt x="672729" y="79"/>
                    <a:pt x="678557" y="621"/>
                    <a:pt x="683945" y="1966"/>
                  </a:cubicBezTo>
                  <a:cubicBezTo>
                    <a:pt x="687713" y="2769"/>
                    <a:pt x="689325" y="4358"/>
                    <a:pt x="689325" y="7347"/>
                  </a:cubicBezTo>
                  <a:moveTo>
                    <a:pt x="741003" y="59292"/>
                  </a:moveTo>
                  <a:lnTo>
                    <a:pt x="741003" y="183097"/>
                  </a:lnTo>
                  <a:cubicBezTo>
                    <a:pt x="741003" y="186330"/>
                    <a:pt x="738848" y="188485"/>
                    <a:pt x="735615" y="188485"/>
                  </a:cubicBezTo>
                  <a:lnTo>
                    <a:pt x="711396" y="188485"/>
                  </a:lnTo>
                  <a:cubicBezTo>
                    <a:pt x="708164" y="188485"/>
                    <a:pt x="706008" y="186330"/>
                    <a:pt x="706008" y="183097"/>
                  </a:cubicBezTo>
                  <a:lnTo>
                    <a:pt x="706008" y="59292"/>
                  </a:lnTo>
                  <a:cubicBezTo>
                    <a:pt x="706008" y="56059"/>
                    <a:pt x="708164" y="53911"/>
                    <a:pt x="711396" y="53911"/>
                  </a:cubicBezTo>
                  <a:lnTo>
                    <a:pt x="735615" y="53911"/>
                  </a:lnTo>
                  <a:cubicBezTo>
                    <a:pt x="738848" y="53911"/>
                    <a:pt x="741003" y="56059"/>
                    <a:pt x="741003" y="59292"/>
                  </a:cubicBezTo>
                  <a:moveTo>
                    <a:pt x="518954" y="158879"/>
                  </a:moveTo>
                  <a:cubicBezTo>
                    <a:pt x="499038" y="158879"/>
                    <a:pt x="485847" y="145956"/>
                    <a:pt x="485847" y="121195"/>
                  </a:cubicBezTo>
                  <a:cubicBezTo>
                    <a:pt x="485847" y="96433"/>
                    <a:pt x="499038" y="83518"/>
                    <a:pt x="517074" y="83518"/>
                  </a:cubicBezTo>
                  <a:cubicBezTo>
                    <a:pt x="536990" y="83518"/>
                    <a:pt x="550173" y="96433"/>
                    <a:pt x="550173" y="121195"/>
                  </a:cubicBezTo>
                  <a:cubicBezTo>
                    <a:pt x="550173" y="145956"/>
                    <a:pt x="536990" y="158879"/>
                    <a:pt x="518954" y="158879"/>
                  </a:cubicBezTo>
                  <a:moveTo>
                    <a:pt x="517074" y="51221"/>
                  </a:moveTo>
                  <a:cubicBezTo>
                    <a:pt x="476699" y="51221"/>
                    <a:pt x="450317" y="80553"/>
                    <a:pt x="450317" y="121195"/>
                  </a:cubicBezTo>
                  <a:cubicBezTo>
                    <a:pt x="450317" y="161837"/>
                    <a:pt x="476699" y="191176"/>
                    <a:pt x="518954" y="191176"/>
                  </a:cubicBezTo>
                  <a:cubicBezTo>
                    <a:pt x="559328" y="191176"/>
                    <a:pt x="585702" y="161837"/>
                    <a:pt x="585702" y="121195"/>
                  </a:cubicBezTo>
                  <a:cubicBezTo>
                    <a:pt x="585702" y="80553"/>
                    <a:pt x="559328" y="51221"/>
                    <a:pt x="517074" y="51221"/>
                  </a:cubicBezTo>
                  <a:moveTo>
                    <a:pt x="424486" y="101813"/>
                  </a:moveTo>
                  <a:lnTo>
                    <a:pt x="424486" y="183097"/>
                  </a:lnTo>
                  <a:cubicBezTo>
                    <a:pt x="424486" y="186330"/>
                    <a:pt x="422331" y="188485"/>
                    <a:pt x="419098" y="188485"/>
                  </a:cubicBezTo>
                  <a:lnTo>
                    <a:pt x="394880" y="188485"/>
                  </a:lnTo>
                  <a:cubicBezTo>
                    <a:pt x="391647" y="188485"/>
                    <a:pt x="389492" y="186330"/>
                    <a:pt x="389492" y="183097"/>
                  </a:cubicBezTo>
                  <a:lnTo>
                    <a:pt x="389492" y="106391"/>
                  </a:lnTo>
                  <a:cubicBezTo>
                    <a:pt x="389492" y="90243"/>
                    <a:pt x="377921" y="83518"/>
                    <a:pt x="363385" y="83518"/>
                  </a:cubicBezTo>
                  <a:cubicBezTo>
                    <a:pt x="355040" y="83518"/>
                    <a:pt x="350470" y="84053"/>
                    <a:pt x="343469" y="85665"/>
                  </a:cubicBezTo>
                  <a:cubicBezTo>
                    <a:pt x="339159" y="86743"/>
                    <a:pt x="337012" y="88631"/>
                    <a:pt x="337012" y="92666"/>
                  </a:cubicBezTo>
                  <a:lnTo>
                    <a:pt x="337012" y="183097"/>
                  </a:lnTo>
                  <a:cubicBezTo>
                    <a:pt x="337012" y="186330"/>
                    <a:pt x="334856" y="188485"/>
                    <a:pt x="331624" y="188485"/>
                  </a:cubicBezTo>
                  <a:lnTo>
                    <a:pt x="307405" y="188485"/>
                  </a:lnTo>
                  <a:cubicBezTo>
                    <a:pt x="304172" y="188485"/>
                    <a:pt x="302017" y="186330"/>
                    <a:pt x="302017" y="183097"/>
                  </a:cubicBezTo>
                  <a:lnTo>
                    <a:pt x="302017" y="71672"/>
                  </a:lnTo>
                  <a:cubicBezTo>
                    <a:pt x="302017" y="65482"/>
                    <a:pt x="304982" y="62249"/>
                    <a:pt x="308750" y="60904"/>
                  </a:cubicBezTo>
                  <a:cubicBezTo>
                    <a:pt x="328399" y="53911"/>
                    <a:pt x="346970" y="51221"/>
                    <a:pt x="362850" y="51221"/>
                  </a:cubicBezTo>
                  <a:cubicBezTo>
                    <a:pt x="404295" y="51221"/>
                    <a:pt x="424486" y="68982"/>
                    <a:pt x="424486" y="101813"/>
                  </a:cubicBezTo>
                  <a:moveTo>
                    <a:pt x="122497" y="167759"/>
                  </a:moveTo>
                  <a:cubicBezTo>
                    <a:pt x="122497" y="172337"/>
                    <a:pt x="121963" y="178528"/>
                    <a:pt x="120342" y="183097"/>
                  </a:cubicBezTo>
                  <a:cubicBezTo>
                    <a:pt x="118997" y="187140"/>
                    <a:pt x="117385" y="188485"/>
                    <a:pt x="113350" y="188485"/>
                  </a:cubicBezTo>
                  <a:lnTo>
                    <a:pt x="89123" y="188485"/>
                  </a:lnTo>
                  <a:cubicBezTo>
                    <a:pt x="86433" y="188485"/>
                    <a:pt x="85088" y="186865"/>
                    <a:pt x="85088" y="184718"/>
                  </a:cubicBezTo>
                  <a:cubicBezTo>
                    <a:pt x="85088" y="184175"/>
                    <a:pt x="85088" y="183640"/>
                    <a:pt x="85356" y="183097"/>
                  </a:cubicBezTo>
                  <a:cubicBezTo>
                    <a:pt x="86433" y="179597"/>
                    <a:pt x="86968" y="177175"/>
                    <a:pt x="86968" y="173140"/>
                  </a:cubicBezTo>
                  <a:cubicBezTo>
                    <a:pt x="86968" y="133559"/>
                    <a:pt x="303" y="155646"/>
                    <a:pt x="303" y="98589"/>
                  </a:cubicBezTo>
                  <a:cubicBezTo>
                    <a:pt x="303" y="69517"/>
                    <a:pt x="23452" y="50144"/>
                    <a:pt x="59517" y="50144"/>
                  </a:cubicBezTo>
                  <a:cubicBezTo>
                    <a:pt x="78623" y="50144"/>
                    <a:pt x="98546" y="54714"/>
                    <a:pt x="115230" y="64404"/>
                  </a:cubicBezTo>
                  <a:cubicBezTo>
                    <a:pt x="117393" y="65490"/>
                    <a:pt x="118462" y="67637"/>
                    <a:pt x="118462" y="69792"/>
                  </a:cubicBezTo>
                  <a:cubicBezTo>
                    <a:pt x="118462" y="71137"/>
                    <a:pt x="118164" y="72710"/>
                    <a:pt x="117385" y="74362"/>
                  </a:cubicBezTo>
                  <a:lnTo>
                    <a:pt x="109039" y="92131"/>
                  </a:lnTo>
                  <a:cubicBezTo>
                    <a:pt x="107962" y="94553"/>
                    <a:pt x="105539" y="95899"/>
                    <a:pt x="103116" y="95899"/>
                  </a:cubicBezTo>
                  <a:cubicBezTo>
                    <a:pt x="101771" y="95899"/>
                    <a:pt x="100426" y="95623"/>
                    <a:pt x="99081" y="94821"/>
                  </a:cubicBezTo>
                  <a:cubicBezTo>
                    <a:pt x="85356" y="87286"/>
                    <a:pt x="72165" y="82708"/>
                    <a:pt x="58439" y="82708"/>
                  </a:cubicBezTo>
                  <a:cubicBezTo>
                    <a:pt x="44179" y="82708"/>
                    <a:pt x="35833" y="87923"/>
                    <a:pt x="35833" y="96166"/>
                  </a:cubicBezTo>
                  <a:cubicBezTo>
                    <a:pt x="35833" y="121368"/>
                    <a:pt x="122497" y="106659"/>
                    <a:pt x="122497" y="167759"/>
                  </a:cubicBezTo>
                  <a:moveTo>
                    <a:pt x="234191" y="149189"/>
                  </a:moveTo>
                  <a:cubicBezTo>
                    <a:pt x="234191" y="153224"/>
                    <a:pt x="232043" y="155111"/>
                    <a:pt x="227466" y="156456"/>
                  </a:cubicBezTo>
                  <a:cubicBezTo>
                    <a:pt x="221543" y="158069"/>
                    <a:pt x="216430" y="158879"/>
                    <a:pt x="209162" y="158879"/>
                  </a:cubicBezTo>
                  <a:cubicBezTo>
                    <a:pt x="191936" y="158879"/>
                    <a:pt x="175788" y="148646"/>
                    <a:pt x="175788" y="121195"/>
                  </a:cubicBezTo>
                  <a:cubicBezTo>
                    <a:pt x="175788" y="93743"/>
                    <a:pt x="191936" y="83518"/>
                    <a:pt x="209162" y="83518"/>
                  </a:cubicBezTo>
                  <a:cubicBezTo>
                    <a:pt x="216430" y="83518"/>
                    <a:pt x="221543" y="84320"/>
                    <a:pt x="227466" y="85941"/>
                  </a:cubicBezTo>
                  <a:cubicBezTo>
                    <a:pt x="232043" y="87286"/>
                    <a:pt x="234191" y="89165"/>
                    <a:pt x="234191" y="93201"/>
                  </a:cubicBezTo>
                  <a:lnTo>
                    <a:pt x="234191" y="149189"/>
                  </a:lnTo>
                  <a:close/>
                  <a:moveTo>
                    <a:pt x="262452" y="61179"/>
                  </a:moveTo>
                  <a:cubicBezTo>
                    <a:pt x="244692" y="54446"/>
                    <a:pt x="228000" y="51221"/>
                    <a:pt x="209430" y="51221"/>
                  </a:cubicBezTo>
                  <a:cubicBezTo>
                    <a:pt x="168795" y="51221"/>
                    <a:pt x="140258" y="78405"/>
                    <a:pt x="140258" y="121195"/>
                  </a:cubicBezTo>
                  <a:cubicBezTo>
                    <a:pt x="140258" y="164527"/>
                    <a:pt x="165020" y="191176"/>
                    <a:pt x="208895" y="191176"/>
                  </a:cubicBezTo>
                  <a:cubicBezTo>
                    <a:pt x="226655" y="191176"/>
                    <a:pt x="243881" y="188210"/>
                    <a:pt x="262452" y="180407"/>
                  </a:cubicBezTo>
                  <a:cubicBezTo>
                    <a:pt x="266763" y="178528"/>
                    <a:pt x="269185" y="175562"/>
                    <a:pt x="269185" y="169639"/>
                  </a:cubicBezTo>
                  <a:lnTo>
                    <a:pt x="269185" y="71940"/>
                  </a:lnTo>
                  <a:cubicBezTo>
                    <a:pt x="269185" y="65749"/>
                    <a:pt x="266763" y="62792"/>
                    <a:pt x="262452" y="61179"/>
                  </a:cubicBezTo>
                </a:path>
              </a:pathLst>
            </a:custGeom>
            <a:grpFill/>
            <a:ln w="78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37" name="Forme libre : forme 10">
              <a:extLst>
                <a:ext uri="{FF2B5EF4-FFF2-40B4-BE49-F238E27FC236}">
                  <a16:creationId xmlns:a16="http://schemas.microsoft.com/office/drawing/2014/main" id="{C854BF86-9CB6-42C3-B52B-E372D3EE21D0}"/>
                </a:ext>
              </a:extLst>
            </p:cNvPr>
            <p:cNvSpPr/>
            <p:nvPr/>
          </p:nvSpPr>
          <p:spPr>
            <a:xfrm rot="-73896" flipV="1">
              <a:off x="5474877" y="-471733"/>
              <a:ext cx="37949" cy="37711"/>
            </a:xfrm>
            <a:custGeom>
              <a:avLst/>
              <a:gdLst>
                <a:gd name="connsiteX0" fmla="*/ 19483 w 37949"/>
                <a:gd name="connsiteY0" fmla="*/ 17 h 37711"/>
                <a:gd name="connsiteX1" fmla="*/ 38456 w 37949"/>
                <a:gd name="connsiteY1" fmla="*/ 18454 h 37711"/>
                <a:gd name="connsiteX2" fmla="*/ 19491 w 37949"/>
                <a:gd name="connsiteY2" fmla="*/ 37717 h 37711"/>
                <a:gd name="connsiteX3" fmla="*/ 519 w 37949"/>
                <a:gd name="connsiteY3" fmla="*/ 19272 h 37711"/>
                <a:gd name="connsiteX4" fmla="*/ 19483 w 37949"/>
                <a:gd name="connsiteY4" fmla="*/ 17 h 37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49" h="37711">
                  <a:moveTo>
                    <a:pt x="19483" y="17"/>
                  </a:moveTo>
                  <a:cubicBezTo>
                    <a:pt x="30519" y="-219"/>
                    <a:pt x="38212" y="6883"/>
                    <a:pt x="38456" y="18454"/>
                  </a:cubicBezTo>
                  <a:cubicBezTo>
                    <a:pt x="38715" y="30300"/>
                    <a:pt x="31329" y="37457"/>
                    <a:pt x="19491" y="37717"/>
                  </a:cubicBezTo>
                  <a:cubicBezTo>
                    <a:pt x="8188" y="37953"/>
                    <a:pt x="771" y="31118"/>
                    <a:pt x="519" y="19272"/>
                  </a:cubicBezTo>
                  <a:cubicBezTo>
                    <a:pt x="267" y="7701"/>
                    <a:pt x="7378" y="284"/>
                    <a:pt x="19483" y="17"/>
                  </a:cubicBezTo>
                </a:path>
              </a:pathLst>
            </a:custGeom>
            <a:grpFill/>
            <a:ln w="78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fr-FR" sz="2400">
                <a:solidFill>
                  <a:schemeClr val="accent2"/>
                </a:solidFill>
              </a:endParaRPr>
            </a:p>
          </p:txBody>
        </p:sp>
        <p:sp>
          <p:nvSpPr>
            <p:cNvPr id="47" name="Forme libre : forme 11">
              <a:extLst>
                <a:ext uri="{FF2B5EF4-FFF2-40B4-BE49-F238E27FC236}">
                  <a16:creationId xmlns:a16="http://schemas.microsoft.com/office/drawing/2014/main" id="{A41B13E3-A26E-439F-AA34-2A97E1411892}"/>
                </a:ext>
              </a:extLst>
            </p:cNvPr>
            <p:cNvSpPr/>
            <p:nvPr userDrawn="1"/>
          </p:nvSpPr>
          <p:spPr>
            <a:xfrm rot="10725025" flipV="1">
              <a:off x="4768103" y="-317778"/>
              <a:ext cx="37406" cy="37169"/>
            </a:xfrm>
            <a:custGeom>
              <a:avLst/>
              <a:gdLst>
                <a:gd name="connsiteX0" fmla="*/ 18717 w 37406"/>
                <a:gd name="connsiteY0" fmla="*/ 130 h 37169"/>
                <a:gd name="connsiteX1" fmla="*/ 37414 w 37406"/>
                <a:gd name="connsiteY1" fmla="*/ 18300 h 37169"/>
                <a:gd name="connsiteX2" fmla="*/ 18717 w 37406"/>
                <a:gd name="connsiteY2" fmla="*/ 37288 h 37169"/>
                <a:gd name="connsiteX3" fmla="*/ 20 w 37406"/>
                <a:gd name="connsiteY3" fmla="*/ 19118 h 37169"/>
                <a:gd name="connsiteX4" fmla="*/ 18717 w 37406"/>
                <a:gd name="connsiteY4" fmla="*/ 130 h 37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406" h="37169">
                  <a:moveTo>
                    <a:pt x="18717" y="130"/>
                  </a:moveTo>
                  <a:cubicBezTo>
                    <a:pt x="29745" y="-106"/>
                    <a:pt x="37162" y="6729"/>
                    <a:pt x="37414" y="18300"/>
                  </a:cubicBezTo>
                  <a:cubicBezTo>
                    <a:pt x="37665" y="29603"/>
                    <a:pt x="30555" y="37028"/>
                    <a:pt x="18717" y="37288"/>
                  </a:cubicBezTo>
                  <a:cubicBezTo>
                    <a:pt x="7681" y="37524"/>
                    <a:pt x="264" y="30421"/>
                    <a:pt x="20" y="19118"/>
                  </a:cubicBezTo>
                  <a:cubicBezTo>
                    <a:pt x="-240" y="7547"/>
                    <a:pt x="6871" y="390"/>
                    <a:pt x="18717" y="130"/>
                  </a:cubicBezTo>
                </a:path>
              </a:pathLst>
            </a:custGeom>
            <a:grpFill/>
            <a:ln w="78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fr-FR" sz="2400"/>
            </a:p>
          </p:txBody>
        </p:sp>
      </p:grpSp>
    </p:spTree>
    <p:extLst>
      <p:ext uri="{BB962C8B-B14F-4D97-AF65-F5344CB8AC3E}">
        <p14:creationId xmlns:p14="http://schemas.microsoft.com/office/powerpoint/2010/main" val="3446191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rgbClr val="F5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323D7EBE-BC7D-4AC5-AD6B-FCD5D270E1C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B54B0F7-55DD-40D6-B7F4-70B586885C0B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4" name="Table Placeholder 3">
            <a:extLst>
              <a:ext uri="{FF2B5EF4-FFF2-40B4-BE49-F238E27FC236}">
                <a16:creationId xmlns:a16="http://schemas.microsoft.com/office/drawing/2014/main" id="{828EDE46-3F40-4CF0-8732-22A2312E12B6}"/>
              </a:ext>
            </a:extLst>
          </p:cNvPr>
          <p:cNvSpPr>
            <a:spLocks noGrp="1"/>
          </p:cNvSpPr>
          <p:nvPr>
            <p:ph type="tbl" sz="quarter" idx="23"/>
          </p:nvPr>
        </p:nvSpPr>
        <p:spPr>
          <a:xfrm>
            <a:off x="441384" y="1942730"/>
            <a:ext cx="11304000" cy="4296292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8" name="Espace réservé du texte 5">
            <a:extLst>
              <a:ext uri="{FF2B5EF4-FFF2-40B4-BE49-F238E27FC236}">
                <a16:creationId xmlns:a16="http://schemas.microsoft.com/office/drawing/2014/main" id="{D46BD89B-81DC-413F-95C7-44BCE7D89F2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44973" y="425183"/>
            <a:ext cx="11304000" cy="164148"/>
          </a:xfrm>
        </p:spPr>
        <p:txBody>
          <a:bodyPr wrap="square" anchor="t" anchorCtr="0">
            <a:sp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lang="fr-FR" sz="1067" b="0" i="0" kern="1200" dirty="0" err="1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defRPr sz="533" b="0" i="0" cap="all" baseline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spcBef>
                <a:spcPts val="400"/>
              </a:spcBef>
              <a:tabLst>
                <a:tab pos="836063" algn="l"/>
              </a:tabLst>
              <a:defRPr sz="533"/>
            </a:lvl3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5" name="Espace réservé du texte 4">
            <a:extLst>
              <a:ext uri="{FF2B5EF4-FFF2-40B4-BE49-F238E27FC236}">
                <a16:creationId xmlns:a16="http://schemas.microsoft.com/office/drawing/2014/main" id="{B46DC04F-F549-4DDB-B1AB-2032A0ED3E1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44973" y="1577578"/>
            <a:ext cx="11304000" cy="246221"/>
          </a:xfr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160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>
              <a:spcBef>
                <a:spcPts val="533"/>
              </a:spcBef>
              <a:buFont typeface="Arial" panose="020B0604020202020204" pitchFamily="34" charset="0"/>
              <a:buNone/>
              <a:defRPr sz="1600"/>
            </a:lvl2pPr>
            <a:lvl3pPr>
              <a:lnSpc>
                <a:spcPct val="110000"/>
              </a:lnSpc>
              <a:defRPr lang="en-US" sz="1333" kern="1200" dirty="0" smtClean="0">
                <a:solidFill>
                  <a:schemeClr val="tx1"/>
                </a:solidFill>
                <a:latin typeface="Sanofi Sans 3 Regular"/>
                <a:ea typeface="+mn-ea"/>
                <a:cs typeface="+mn-cs"/>
              </a:defRPr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2A467E3-1BB0-45A9-9E32-33434B3E3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1205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">
    <p:bg>
      <p:bgPr>
        <a:solidFill>
          <a:srgbClr val="2300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524000" y="2984036"/>
            <a:ext cx="9144000" cy="889928"/>
          </a:xfrm>
        </p:spPr>
        <p:txBody>
          <a:bodyPr anchor="ctr">
            <a:normAutofit/>
          </a:bodyPr>
          <a:lstStyle>
            <a:lvl1pPr algn="ctr">
              <a:defRPr sz="5333"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Thank you</a:t>
            </a:r>
          </a:p>
        </p:txBody>
      </p:sp>
      <p:sp>
        <p:nvSpPr>
          <p:cNvPr id="19" name="Espace réservé du graphique SmartArt 18">
            <a:extLst>
              <a:ext uri="{FF2B5EF4-FFF2-40B4-BE49-F238E27FC236}">
                <a16:creationId xmlns:a16="http://schemas.microsoft.com/office/drawing/2014/main" id="{B25D5AC7-4546-4A74-B36B-BA1B41C598C1}"/>
              </a:ext>
            </a:extLst>
          </p:cNvPr>
          <p:cNvSpPr>
            <a:spLocks noGrp="1" noChangeAspect="1"/>
          </p:cNvSpPr>
          <p:nvPr>
            <p:ph type="dgm" sz="quarter" idx="13"/>
          </p:nvPr>
        </p:nvSpPr>
        <p:spPr>
          <a:xfrm>
            <a:off x="6011445" y="4346936"/>
            <a:ext cx="169113" cy="167915"/>
          </a:xfrm>
          <a:custGeom>
            <a:avLst/>
            <a:gdLst>
              <a:gd name="connsiteX0" fmla="*/ 122355 w 250013"/>
              <a:gd name="connsiteY0" fmla="*/ 0 h 248243"/>
              <a:gd name="connsiteX1" fmla="*/ 250013 w 250013"/>
              <a:gd name="connsiteY1" fmla="*/ 124134 h 248243"/>
              <a:gd name="connsiteX2" fmla="*/ 127674 w 250013"/>
              <a:gd name="connsiteY2" fmla="*/ 248243 h 248243"/>
              <a:gd name="connsiteX3" fmla="*/ 1 w 250013"/>
              <a:gd name="connsiteY3" fmla="*/ 124125 h 248243"/>
              <a:gd name="connsiteX4" fmla="*/ 122355 w 250013"/>
              <a:gd name="connsiteY4" fmla="*/ 0 h 248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0013" h="248243">
                <a:moveTo>
                  <a:pt x="122355" y="0"/>
                </a:moveTo>
                <a:cubicBezTo>
                  <a:pt x="200363" y="0"/>
                  <a:pt x="250013" y="46111"/>
                  <a:pt x="250013" y="124134"/>
                </a:cubicBezTo>
                <a:cubicBezTo>
                  <a:pt x="250022" y="200379"/>
                  <a:pt x="200361" y="248234"/>
                  <a:pt x="127674" y="248243"/>
                </a:cubicBezTo>
                <a:cubicBezTo>
                  <a:pt x="47872" y="248236"/>
                  <a:pt x="-6" y="200370"/>
                  <a:pt x="1" y="124125"/>
                </a:cubicBezTo>
                <a:cubicBezTo>
                  <a:pt x="0" y="46103"/>
                  <a:pt x="47874" y="2"/>
                  <a:pt x="122355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r>
              <a:rPr lang="en-US" noProof="0"/>
              <a:t>Click icon to add SmartArt graphic</a:t>
            </a:r>
          </a:p>
        </p:txBody>
      </p:sp>
      <p:sp>
        <p:nvSpPr>
          <p:cNvPr id="20" name="Espace réservé du graphique SmartArt 19">
            <a:extLst>
              <a:ext uri="{FF2B5EF4-FFF2-40B4-BE49-F238E27FC236}">
                <a16:creationId xmlns:a16="http://schemas.microsoft.com/office/drawing/2014/main" id="{FE783EC5-36F3-4916-B0D5-15355CAD8B2D}"/>
              </a:ext>
            </a:extLst>
          </p:cNvPr>
          <p:cNvSpPr>
            <a:spLocks noGrp="1" noChangeAspect="1"/>
          </p:cNvSpPr>
          <p:nvPr>
            <p:ph type="dgm" sz="quarter" idx="14"/>
          </p:nvPr>
        </p:nvSpPr>
        <p:spPr>
          <a:xfrm>
            <a:off x="6011445" y="2362265"/>
            <a:ext cx="169113" cy="167915"/>
          </a:xfrm>
          <a:custGeom>
            <a:avLst/>
            <a:gdLst>
              <a:gd name="connsiteX0" fmla="*/ 122355 w 250013"/>
              <a:gd name="connsiteY0" fmla="*/ 0 h 248243"/>
              <a:gd name="connsiteX1" fmla="*/ 250013 w 250013"/>
              <a:gd name="connsiteY1" fmla="*/ 124134 h 248243"/>
              <a:gd name="connsiteX2" fmla="*/ 127674 w 250013"/>
              <a:gd name="connsiteY2" fmla="*/ 248243 h 248243"/>
              <a:gd name="connsiteX3" fmla="*/ 1 w 250013"/>
              <a:gd name="connsiteY3" fmla="*/ 124125 h 248243"/>
              <a:gd name="connsiteX4" fmla="*/ 122355 w 250013"/>
              <a:gd name="connsiteY4" fmla="*/ 0 h 248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0013" h="248243">
                <a:moveTo>
                  <a:pt x="122355" y="0"/>
                </a:moveTo>
                <a:cubicBezTo>
                  <a:pt x="200363" y="0"/>
                  <a:pt x="250013" y="46111"/>
                  <a:pt x="250013" y="124134"/>
                </a:cubicBezTo>
                <a:cubicBezTo>
                  <a:pt x="250022" y="200379"/>
                  <a:pt x="200361" y="248234"/>
                  <a:pt x="127674" y="248243"/>
                </a:cubicBezTo>
                <a:cubicBezTo>
                  <a:pt x="47872" y="248236"/>
                  <a:pt x="-6" y="200370"/>
                  <a:pt x="1" y="124125"/>
                </a:cubicBezTo>
                <a:cubicBezTo>
                  <a:pt x="0" y="46103"/>
                  <a:pt x="47874" y="2"/>
                  <a:pt x="122355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r>
              <a:rPr lang="en-US" noProof="0"/>
              <a:t>Click icon to add SmartArt graphic</a:t>
            </a:r>
            <a:endParaRPr lang="en-US" noProof="0" dirty="0"/>
          </a:p>
        </p:txBody>
      </p:sp>
      <p:sp>
        <p:nvSpPr>
          <p:cNvPr id="18" name="Forme libre : forme 9">
            <a:extLst>
              <a:ext uri="{FF2B5EF4-FFF2-40B4-BE49-F238E27FC236}">
                <a16:creationId xmlns:a16="http://schemas.microsoft.com/office/drawing/2014/main" id="{9BDDF620-0779-479D-AEB4-C14EF8564C01}"/>
              </a:ext>
            </a:extLst>
          </p:cNvPr>
          <p:cNvSpPr>
            <a:spLocks noChangeAspect="1"/>
          </p:cNvSpPr>
          <p:nvPr userDrawn="1"/>
        </p:nvSpPr>
        <p:spPr>
          <a:xfrm>
            <a:off x="5559496" y="6014679"/>
            <a:ext cx="1073008" cy="273600"/>
          </a:xfrm>
          <a:custGeom>
            <a:avLst/>
            <a:gdLst>
              <a:gd name="connsiteX0" fmla="*/ 689325 w 740699"/>
              <a:gd name="connsiteY0" fmla="*/ 7347 h 191096"/>
              <a:gd name="connsiteX1" fmla="*/ 688790 w 740699"/>
              <a:gd name="connsiteY1" fmla="*/ 10847 h 191096"/>
              <a:gd name="connsiteX2" fmla="*/ 686092 w 740699"/>
              <a:gd name="connsiteY2" fmla="*/ 24840 h 191096"/>
              <a:gd name="connsiteX3" fmla="*/ 680980 w 740699"/>
              <a:gd name="connsiteY3" fmla="*/ 29953 h 191096"/>
              <a:gd name="connsiteX4" fmla="*/ 667797 w 740699"/>
              <a:gd name="connsiteY4" fmla="*/ 28608 h 191096"/>
              <a:gd name="connsiteX5" fmla="*/ 646528 w 740699"/>
              <a:gd name="connsiteY5" fmla="*/ 50946 h 191096"/>
              <a:gd name="connsiteX6" fmla="*/ 646528 w 740699"/>
              <a:gd name="connsiteY6" fmla="*/ 53911 h 191096"/>
              <a:gd name="connsiteX7" fmla="*/ 680712 w 740699"/>
              <a:gd name="connsiteY7" fmla="*/ 53911 h 191096"/>
              <a:gd name="connsiteX8" fmla="*/ 686092 w 740699"/>
              <a:gd name="connsiteY8" fmla="*/ 59559 h 191096"/>
              <a:gd name="connsiteX9" fmla="*/ 686092 w 740699"/>
              <a:gd name="connsiteY9" fmla="*/ 78130 h 191096"/>
              <a:gd name="connsiteX10" fmla="*/ 680712 w 740699"/>
              <a:gd name="connsiteY10" fmla="*/ 83518 h 191096"/>
              <a:gd name="connsiteX11" fmla="*/ 646528 w 740699"/>
              <a:gd name="connsiteY11" fmla="*/ 83518 h 191096"/>
              <a:gd name="connsiteX12" fmla="*/ 646528 w 740699"/>
              <a:gd name="connsiteY12" fmla="*/ 183097 h 191096"/>
              <a:gd name="connsiteX13" fmla="*/ 641148 w 740699"/>
              <a:gd name="connsiteY13" fmla="*/ 188485 h 191096"/>
              <a:gd name="connsiteX14" fmla="*/ 617197 w 740699"/>
              <a:gd name="connsiteY14" fmla="*/ 188485 h 191096"/>
              <a:gd name="connsiteX15" fmla="*/ 611809 w 740699"/>
              <a:gd name="connsiteY15" fmla="*/ 183097 h 191096"/>
              <a:gd name="connsiteX16" fmla="*/ 611809 w 740699"/>
              <a:gd name="connsiteY16" fmla="*/ 56602 h 191096"/>
              <a:gd name="connsiteX17" fmla="*/ 666987 w 740699"/>
              <a:gd name="connsiteY17" fmla="*/ 79 h 191096"/>
              <a:gd name="connsiteX18" fmla="*/ 683945 w 740699"/>
              <a:gd name="connsiteY18" fmla="*/ 1966 h 191096"/>
              <a:gd name="connsiteX19" fmla="*/ 689325 w 740699"/>
              <a:gd name="connsiteY19" fmla="*/ 7347 h 191096"/>
              <a:gd name="connsiteX20" fmla="*/ 741003 w 740699"/>
              <a:gd name="connsiteY20" fmla="*/ 59292 h 191096"/>
              <a:gd name="connsiteX21" fmla="*/ 741003 w 740699"/>
              <a:gd name="connsiteY21" fmla="*/ 183097 h 191096"/>
              <a:gd name="connsiteX22" fmla="*/ 735615 w 740699"/>
              <a:gd name="connsiteY22" fmla="*/ 188485 h 191096"/>
              <a:gd name="connsiteX23" fmla="*/ 711396 w 740699"/>
              <a:gd name="connsiteY23" fmla="*/ 188485 h 191096"/>
              <a:gd name="connsiteX24" fmla="*/ 706008 w 740699"/>
              <a:gd name="connsiteY24" fmla="*/ 183097 h 191096"/>
              <a:gd name="connsiteX25" fmla="*/ 706008 w 740699"/>
              <a:gd name="connsiteY25" fmla="*/ 59292 h 191096"/>
              <a:gd name="connsiteX26" fmla="*/ 711396 w 740699"/>
              <a:gd name="connsiteY26" fmla="*/ 53911 h 191096"/>
              <a:gd name="connsiteX27" fmla="*/ 735615 w 740699"/>
              <a:gd name="connsiteY27" fmla="*/ 53911 h 191096"/>
              <a:gd name="connsiteX28" fmla="*/ 741003 w 740699"/>
              <a:gd name="connsiteY28" fmla="*/ 59292 h 191096"/>
              <a:gd name="connsiteX29" fmla="*/ 518954 w 740699"/>
              <a:gd name="connsiteY29" fmla="*/ 158879 h 191096"/>
              <a:gd name="connsiteX30" fmla="*/ 485847 w 740699"/>
              <a:gd name="connsiteY30" fmla="*/ 121195 h 191096"/>
              <a:gd name="connsiteX31" fmla="*/ 517074 w 740699"/>
              <a:gd name="connsiteY31" fmla="*/ 83518 h 191096"/>
              <a:gd name="connsiteX32" fmla="*/ 550173 w 740699"/>
              <a:gd name="connsiteY32" fmla="*/ 121195 h 191096"/>
              <a:gd name="connsiteX33" fmla="*/ 518954 w 740699"/>
              <a:gd name="connsiteY33" fmla="*/ 158879 h 191096"/>
              <a:gd name="connsiteX34" fmla="*/ 517074 w 740699"/>
              <a:gd name="connsiteY34" fmla="*/ 51221 h 191096"/>
              <a:gd name="connsiteX35" fmla="*/ 450317 w 740699"/>
              <a:gd name="connsiteY35" fmla="*/ 121195 h 191096"/>
              <a:gd name="connsiteX36" fmla="*/ 518954 w 740699"/>
              <a:gd name="connsiteY36" fmla="*/ 191176 h 191096"/>
              <a:gd name="connsiteX37" fmla="*/ 585702 w 740699"/>
              <a:gd name="connsiteY37" fmla="*/ 121195 h 191096"/>
              <a:gd name="connsiteX38" fmla="*/ 517074 w 740699"/>
              <a:gd name="connsiteY38" fmla="*/ 51221 h 191096"/>
              <a:gd name="connsiteX39" fmla="*/ 424486 w 740699"/>
              <a:gd name="connsiteY39" fmla="*/ 101813 h 191096"/>
              <a:gd name="connsiteX40" fmla="*/ 424486 w 740699"/>
              <a:gd name="connsiteY40" fmla="*/ 183097 h 191096"/>
              <a:gd name="connsiteX41" fmla="*/ 419098 w 740699"/>
              <a:gd name="connsiteY41" fmla="*/ 188485 h 191096"/>
              <a:gd name="connsiteX42" fmla="*/ 394880 w 740699"/>
              <a:gd name="connsiteY42" fmla="*/ 188485 h 191096"/>
              <a:gd name="connsiteX43" fmla="*/ 389492 w 740699"/>
              <a:gd name="connsiteY43" fmla="*/ 183097 h 191096"/>
              <a:gd name="connsiteX44" fmla="*/ 389492 w 740699"/>
              <a:gd name="connsiteY44" fmla="*/ 106391 h 191096"/>
              <a:gd name="connsiteX45" fmla="*/ 363385 w 740699"/>
              <a:gd name="connsiteY45" fmla="*/ 83518 h 191096"/>
              <a:gd name="connsiteX46" fmla="*/ 343469 w 740699"/>
              <a:gd name="connsiteY46" fmla="*/ 85665 h 191096"/>
              <a:gd name="connsiteX47" fmla="*/ 337012 w 740699"/>
              <a:gd name="connsiteY47" fmla="*/ 92666 h 191096"/>
              <a:gd name="connsiteX48" fmla="*/ 337012 w 740699"/>
              <a:gd name="connsiteY48" fmla="*/ 183097 h 191096"/>
              <a:gd name="connsiteX49" fmla="*/ 331624 w 740699"/>
              <a:gd name="connsiteY49" fmla="*/ 188485 h 191096"/>
              <a:gd name="connsiteX50" fmla="*/ 307405 w 740699"/>
              <a:gd name="connsiteY50" fmla="*/ 188485 h 191096"/>
              <a:gd name="connsiteX51" fmla="*/ 302017 w 740699"/>
              <a:gd name="connsiteY51" fmla="*/ 183097 h 191096"/>
              <a:gd name="connsiteX52" fmla="*/ 302017 w 740699"/>
              <a:gd name="connsiteY52" fmla="*/ 71672 h 191096"/>
              <a:gd name="connsiteX53" fmla="*/ 308750 w 740699"/>
              <a:gd name="connsiteY53" fmla="*/ 60904 h 191096"/>
              <a:gd name="connsiteX54" fmla="*/ 362850 w 740699"/>
              <a:gd name="connsiteY54" fmla="*/ 51221 h 191096"/>
              <a:gd name="connsiteX55" fmla="*/ 424486 w 740699"/>
              <a:gd name="connsiteY55" fmla="*/ 101813 h 191096"/>
              <a:gd name="connsiteX56" fmla="*/ 122497 w 740699"/>
              <a:gd name="connsiteY56" fmla="*/ 167759 h 191096"/>
              <a:gd name="connsiteX57" fmla="*/ 120342 w 740699"/>
              <a:gd name="connsiteY57" fmla="*/ 183097 h 191096"/>
              <a:gd name="connsiteX58" fmla="*/ 113350 w 740699"/>
              <a:gd name="connsiteY58" fmla="*/ 188485 h 191096"/>
              <a:gd name="connsiteX59" fmla="*/ 89123 w 740699"/>
              <a:gd name="connsiteY59" fmla="*/ 188485 h 191096"/>
              <a:gd name="connsiteX60" fmla="*/ 85088 w 740699"/>
              <a:gd name="connsiteY60" fmla="*/ 184718 h 191096"/>
              <a:gd name="connsiteX61" fmla="*/ 85356 w 740699"/>
              <a:gd name="connsiteY61" fmla="*/ 183097 h 191096"/>
              <a:gd name="connsiteX62" fmla="*/ 86968 w 740699"/>
              <a:gd name="connsiteY62" fmla="*/ 173140 h 191096"/>
              <a:gd name="connsiteX63" fmla="*/ 303 w 740699"/>
              <a:gd name="connsiteY63" fmla="*/ 98589 h 191096"/>
              <a:gd name="connsiteX64" fmla="*/ 59517 w 740699"/>
              <a:gd name="connsiteY64" fmla="*/ 50144 h 191096"/>
              <a:gd name="connsiteX65" fmla="*/ 115230 w 740699"/>
              <a:gd name="connsiteY65" fmla="*/ 64404 h 191096"/>
              <a:gd name="connsiteX66" fmla="*/ 118462 w 740699"/>
              <a:gd name="connsiteY66" fmla="*/ 69792 h 191096"/>
              <a:gd name="connsiteX67" fmla="*/ 117385 w 740699"/>
              <a:gd name="connsiteY67" fmla="*/ 74362 h 191096"/>
              <a:gd name="connsiteX68" fmla="*/ 109039 w 740699"/>
              <a:gd name="connsiteY68" fmla="*/ 92131 h 191096"/>
              <a:gd name="connsiteX69" fmla="*/ 103116 w 740699"/>
              <a:gd name="connsiteY69" fmla="*/ 95899 h 191096"/>
              <a:gd name="connsiteX70" fmla="*/ 99081 w 740699"/>
              <a:gd name="connsiteY70" fmla="*/ 94821 h 191096"/>
              <a:gd name="connsiteX71" fmla="*/ 58439 w 740699"/>
              <a:gd name="connsiteY71" fmla="*/ 82708 h 191096"/>
              <a:gd name="connsiteX72" fmla="*/ 35833 w 740699"/>
              <a:gd name="connsiteY72" fmla="*/ 96166 h 191096"/>
              <a:gd name="connsiteX73" fmla="*/ 122497 w 740699"/>
              <a:gd name="connsiteY73" fmla="*/ 167759 h 191096"/>
              <a:gd name="connsiteX74" fmla="*/ 234191 w 740699"/>
              <a:gd name="connsiteY74" fmla="*/ 149189 h 191096"/>
              <a:gd name="connsiteX75" fmla="*/ 227466 w 740699"/>
              <a:gd name="connsiteY75" fmla="*/ 156456 h 191096"/>
              <a:gd name="connsiteX76" fmla="*/ 209162 w 740699"/>
              <a:gd name="connsiteY76" fmla="*/ 158879 h 191096"/>
              <a:gd name="connsiteX77" fmla="*/ 175788 w 740699"/>
              <a:gd name="connsiteY77" fmla="*/ 121195 h 191096"/>
              <a:gd name="connsiteX78" fmla="*/ 209162 w 740699"/>
              <a:gd name="connsiteY78" fmla="*/ 83518 h 191096"/>
              <a:gd name="connsiteX79" fmla="*/ 227466 w 740699"/>
              <a:gd name="connsiteY79" fmla="*/ 85941 h 191096"/>
              <a:gd name="connsiteX80" fmla="*/ 234191 w 740699"/>
              <a:gd name="connsiteY80" fmla="*/ 93201 h 191096"/>
              <a:gd name="connsiteX81" fmla="*/ 234191 w 740699"/>
              <a:gd name="connsiteY81" fmla="*/ 149189 h 191096"/>
              <a:gd name="connsiteX82" fmla="*/ 262452 w 740699"/>
              <a:gd name="connsiteY82" fmla="*/ 61179 h 191096"/>
              <a:gd name="connsiteX83" fmla="*/ 209430 w 740699"/>
              <a:gd name="connsiteY83" fmla="*/ 51221 h 191096"/>
              <a:gd name="connsiteX84" fmla="*/ 140258 w 740699"/>
              <a:gd name="connsiteY84" fmla="*/ 121195 h 191096"/>
              <a:gd name="connsiteX85" fmla="*/ 208895 w 740699"/>
              <a:gd name="connsiteY85" fmla="*/ 191176 h 191096"/>
              <a:gd name="connsiteX86" fmla="*/ 262452 w 740699"/>
              <a:gd name="connsiteY86" fmla="*/ 180407 h 191096"/>
              <a:gd name="connsiteX87" fmla="*/ 269185 w 740699"/>
              <a:gd name="connsiteY87" fmla="*/ 169639 h 191096"/>
              <a:gd name="connsiteX88" fmla="*/ 269185 w 740699"/>
              <a:gd name="connsiteY88" fmla="*/ 71940 h 191096"/>
              <a:gd name="connsiteX89" fmla="*/ 262452 w 740699"/>
              <a:gd name="connsiteY89" fmla="*/ 61179 h 191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740699" h="191096">
                <a:moveTo>
                  <a:pt x="689325" y="7347"/>
                </a:moveTo>
                <a:cubicBezTo>
                  <a:pt x="689325" y="8511"/>
                  <a:pt x="689026" y="9604"/>
                  <a:pt x="688790" y="10847"/>
                </a:cubicBezTo>
                <a:lnTo>
                  <a:pt x="686092" y="24840"/>
                </a:lnTo>
                <a:cubicBezTo>
                  <a:pt x="685558" y="28073"/>
                  <a:pt x="684213" y="29953"/>
                  <a:pt x="680980" y="29953"/>
                </a:cubicBezTo>
                <a:cubicBezTo>
                  <a:pt x="678974" y="29953"/>
                  <a:pt x="673177" y="28608"/>
                  <a:pt x="667797" y="28608"/>
                </a:cubicBezTo>
                <a:cubicBezTo>
                  <a:pt x="652993" y="28608"/>
                  <a:pt x="646528" y="36143"/>
                  <a:pt x="646528" y="50946"/>
                </a:cubicBezTo>
                <a:lnTo>
                  <a:pt x="646528" y="53911"/>
                </a:lnTo>
                <a:lnTo>
                  <a:pt x="680712" y="53911"/>
                </a:lnTo>
                <a:cubicBezTo>
                  <a:pt x="684213" y="53911"/>
                  <a:pt x="686092" y="56059"/>
                  <a:pt x="686092" y="59559"/>
                </a:cubicBezTo>
                <a:lnTo>
                  <a:pt x="686092" y="78130"/>
                </a:lnTo>
                <a:cubicBezTo>
                  <a:pt x="686092" y="81363"/>
                  <a:pt x="684213" y="83518"/>
                  <a:pt x="680712" y="83518"/>
                </a:cubicBezTo>
                <a:lnTo>
                  <a:pt x="646528" y="83518"/>
                </a:lnTo>
                <a:lnTo>
                  <a:pt x="646528" y="183097"/>
                </a:lnTo>
                <a:cubicBezTo>
                  <a:pt x="646528" y="186330"/>
                  <a:pt x="644380" y="188485"/>
                  <a:pt x="641148" y="188485"/>
                </a:cubicBezTo>
                <a:lnTo>
                  <a:pt x="617197" y="188485"/>
                </a:lnTo>
                <a:cubicBezTo>
                  <a:pt x="613964" y="188485"/>
                  <a:pt x="611809" y="186330"/>
                  <a:pt x="611809" y="183097"/>
                </a:cubicBezTo>
                <a:lnTo>
                  <a:pt x="611809" y="56602"/>
                </a:lnTo>
                <a:cubicBezTo>
                  <a:pt x="611809" y="17839"/>
                  <a:pt x="633612" y="79"/>
                  <a:pt x="666987" y="79"/>
                </a:cubicBezTo>
                <a:cubicBezTo>
                  <a:pt x="672729" y="79"/>
                  <a:pt x="678557" y="621"/>
                  <a:pt x="683945" y="1966"/>
                </a:cubicBezTo>
                <a:cubicBezTo>
                  <a:pt x="687713" y="2769"/>
                  <a:pt x="689325" y="4358"/>
                  <a:pt x="689325" y="7347"/>
                </a:cubicBezTo>
                <a:moveTo>
                  <a:pt x="741003" y="59292"/>
                </a:moveTo>
                <a:lnTo>
                  <a:pt x="741003" y="183097"/>
                </a:lnTo>
                <a:cubicBezTo>
                  <a:pt x="741003" y="186330"/>
                  <a:pt x="738848" y="188485"/>
                  <a:pt x="735615" y="188485"/>
                </a:cubicBezTo>
                <a:lnTo>
                  <a:pt x="711396" y="188485"/>
                </a:lnTo>
                <a:cubicBezTo>
                  <a:pt x="708164" y="188485"/>
                  <a:pt x="706008" y="186330"/>
                  <a:pt x="706008" y="183097"/>
                </a:cubicBezTo>
                <a:lnTo>
                  <a:pt x="706008" y="59292"/>
                </a:lnTo>
                <a:cubicBezTo>
                  <a:pt x="706008" y="56059"/>
                  <a:pt x="708164" y="53911"/>
                  <a:pt x="711396" y="53911"/>
                </a:cubicBezTo>
                <a:lnTo>
                  <a:pt x="735615" y="53911"/>
                </a:lnTo>
                <a:cubicBezTo>
                  <a:pt x="738848" y="53911"/>
                  <a:pt x="741003" y="56059"/>
                  <a:pt x="741003" y="59292"/>
                </a:cubicBezTo>
                <a:moveTo>
                  <a:pt x="518954" y="158879"/>
                </a:moveTo>
                <a:cubicBezTo>
                  <a:pt x="499038" y="158879"/>
                  <a:pt x="485847" y="145956"/>
                  <a:pt x="485847" y="121195"/>
                </a:cubicBezTo>
                <a:cubicBezTo>
                  <a:pt x="485847" y="96433"/>
                  <a:pt x="499038" y="83518"/>
                  <a:pt x="517074" y="83518"/>
                </a:cubicBezTo>
                <a:cubicBezTo>
                  <a:pt x="536990" y="83518"/>
                  <a:pt x="550173" y="96433"/>
                  <a:pt x="550173" y="121195"/>
                </a:cubicBezTo>
                <a:cubicBezTo>
                  <a:pt x="550173" y="145956"/>
                  <a:pt x="536990" y="158879"/>
                  <a:pt x="518954" y="158879"/>
                </a:cubicBezTo>
                <a:moveTo>
                  <a:pt x="517074" y="51221"/>
                </a:moveTo>
                <a:cubicBezTo>
                  <a:pt x="476699" y="51221"/>
                  <a:pt x="450317" y="80553"/>
                  <a:pt x="450317" y="121195"/>
                </a:cubicBezTo>
                <a:cubicBezTo>
                  <a:pt x="450317" y="161837"/>
                  <a:pt x="476699" y="191176"/>
                  <a:pt x="518954" y="191176"/>
                </a:cubicBezTo>
                <a:cubicBezTo>
                  <a:pt x="559328" y="191176"/>
                  <a:pt x="585702" y="161837"/>
                  <a:pt x="585702" y="121195"/>
                </a:cubicBezTo>
                <a:cubicBezTo>
                  <a:pt x="585702" y="80553"/>
                  <a:pt x="559328" y="51221"/>
                  <a:pt x="517074" y="51221"/>
                </a:cubicBezTo>
                <a:moveTo>
                  <a:pt x="424486" y="101813"/>
                </a:moveTo>
                <a:lnTo>
                  <a:pt x="424486" y="183097"/>
                </a:lnTo>
                <a:cubicBezTo>
                  <a:pt x="424486" y="186330"/>
                  <a:pt x="422331" y="188485"/>
                  <a:pt x="419098" y="188485"/>
                </a:cubicBezTo>
                <a:lnTo>
                  <a:pt x="394880" y="188485"/>
                </a:lnTo>
                <a:cubicBezTo>
                  <a:pt x="391647" y="188485"/>
                  <a:pt x="389492" y="186330"/>
                  <a:pt x="389492" y="183097"/>
                </a:cubicBezTo>
                <a:lnTo>
                  <a:pt x="389492" y="106391"/>
                </a:lnTo>
                <a:cubicBezTo>
                  <a:pt x="389492" y="90243"/>
                  <a:pt x="377921" y="83518"/>
                  <a:pt x="363385" y="83518"/>
                </a:cubicBezTo>
                <a:cubicBezTo>
                  <a:pt x="355040" y="83518"/>
                  <a:pt x="350470" y="84053"/>
                  <a:pt x="343469" y="85665"/>
                </a:cubicBezTo>
                <a:cubicBezTo>
                  <a:pt x="339159" y="86743"/>
                  <a:pt x="337012" y="88631"/>
                  <a:pt x="337012" y="92666"/>
                </a:cubicBezTo>
                <a:lnTo>
                  <a:pt x="337012" y="183097"/>
                </a:lnTo>
                <a:cubicBezTo>
                  <a:pt x="337012" y="186330"/>
                  <a:pt x="334856" y="188485"/>
                  <a:pt x="331624" y="188485"/>
                </a:cubicBezTo>
                <a:lnTo>
                  <a:pt x="307405" y="188485"/>
                </a:lnTo>
                <a:cubicBezTo>
                  <a:pt x="304172" y="188485"/>
                  <a:pt x="302017" y="186330"/>
                  <a:pt x="302017" y="183097"/>
                </a:cubicBezTo>
                <a:lnTo>
                  <a:pt x="302017" y="71672"/>
                </a:lnTo>
                <a:cubicBezTo>
                  <a:pt x="302017" y="65482"/>
                  <a:pt x="304982" y="62249"/>
                  <a:pt x="308750" y="60904"/>
                </a:cubicBezTo>
                <a:cubicBezTo>
                  <a:pt x="328399" y="53911"/>
                  <a:pt x="346970" y="51221"/>
                  <a:pt x="362850" y="51221"/>
                </a:cubicBezTo>
                <a:cubicBezTo>
                  <a:pt x="404295" y="51221"/>
                  <a:pt x="424486" y="68982"/>
                  <a:pt x="424486" y="101813"/>
                </a:cubicBezTo>
                <a:moveTo>
                  <a:pt x="122497" y="167759"/>
                </a:moveTo>
                <a:cubicBezTo>
                  <a:pt x="122497" y="172337"/>
                  <a:pt x="121963" y="178528"/>
                  <a:pt x="120342" y="183097"/>
                </a:cubicBezTo>
                <a:cubicBezTo>
                  <a:pt x="118997" y="187140"/>
                  <a:pt x="117385" y="188485"/>
                  <a:pt x="113350" y="188485"/>
                </a:cubicBezTo>
                <a:lnTo>
                  <a:pt x="89123" y="188485"/>
                </a:lnTo>
                <a:cubicBezTo>
                  <a:pt x="86433" y="188485"/>
                  <a:pt x="85088" y="186865"/>
                  <a:pt x="85088" y="184718"/>
                </a:cubicBezTo>
                <a:cubicBezTo>
                  <a:pt x="85088" y="184175"/>
                  <a:pt x="85088" y="183640"/>
                  <a:pt x="85356" y="183097"/>
                </a:cubicBezTo>
                <a:cubicBezTo>
                  <a:pt x="86433" y="179597"/>
                  <a:pt x="86968" y="177175"/>
                  <a:pt x="86968" y="173140"/>
                </a:cubicBezTo>
                <a:cubicBezTo>
                  <a:pt x="86968" y="133559"/>
                  <a:pt x="303" y="155646"/>
                  <a:pt x="303" y="98589"/>
                </a:cubicBezTo>
                <a:cubicBezTo>
                  <a:pt x="303" y="69517"/>
                  <a:pt x="23452" y="50144"/>
                  <a:pt x="59517" y="50144"/>
                </a:cubicBezTo>
                <a:cubicBezTo>
                  <a:pt x="78623" y="50144"/>
                  <a:pt x="98546" y="54714"/>
                  <a:pt x="115230" y="64404"/>
                </a:cubicBezTo>
                <a:cubicBezTo>
                  <a:pt x="117393" y="65490"/>
                  <a:pt x="118462" y="67637"/>
                  <a:pt x="118462" y="69792"/>
                </a:cubicBezTo>
                <a:cubicBezTo>
                  <a:pt x="118462" y="71137"/>
                  <a:pt x="118164" y="72710"/>
                  <a:pt x="117385" y="74362"/>
                </a:cubicBezTo>
                <a:lnTo>
                  <a:pt x="109039" y="92131"/>
                </a:lnTo>
                <a:cubicBezTo>
                  <a:pt x="107962" y="94553"/>
                  <a:pt x="105539" y="95899"/>
                  <a:pt x="103116" y="95899"/>
                </a:cubicBezTo>
                <a:cubicBezTo>
                  <a:pt x="101771" y="95899"/>
                  <a:pt x="100426" y="95623"/>
                  <a:pt x="99081" y="94821"/>
                </a:cubicBezTo>
                <a:cubicBezTo>
                  <a:pt x="85356" y="87286"/>
                  <a:pt x="72165" y="82708"/>
                  <a:pt x="58439" y="82708"/>
                </a:cubicBezTo>
                <a:cubicBezTo>
                  <a:pt x="44179" y="82708"/>
                  <a:pt x="35833" y="87923"/>
                  <a:pt x="35833" y="96166"/>
                </a:cubicBezTo>
                <a:cubicBezTo>
                  <a:pt x="35833" y="121368"/>
                  <a:pt x="122497" y="106659"/>
                  <a:pt x="122497" y="167759"/>
                </a:cubicBezTo>
                <a:moveTo>
                  <a:pt x="234191" y="149189"/>
                </a:moveTo>
                <a:cubicBezTo>
                  <a:pt x="234191" y="153224"/>
                  <a:pt x="232043" y="155111"/>
                  <a:pt x="227466" y="156456"/>
                </a:cubicBezTo>
                <a:cubicBezTo>
                  <a:pt x="221543" y="158069"/>
                  <a:pt x="216430" y="158879"/>
                  <a:pt x="209162" y="158879"/>
                </a:cubicBezTo>
                <a:cubicBezTo>
                  <a:pt x="191936" y="158879"/>
                  <a:pt x="175788" y="148646"/>
                  <a:pt x="175788" y="121195"/>
                </a:cubicBezTo>
                <a:cubicBezTo>
                  <a:pt x="175788" y="93743"/>
                  <a:pt x="191936" y="83518"/>
                  <a:pt x="209162" y="83518"/>
                </a:cubicBezTo>
                <a:cubicBezTo>
                  <a:pt x="216430" y="83518"/>
                  <a:pt x="221543" y="84320"/>
                  <a:pt x="227466" y="85941"/>
                </a:cubicBezTo>
                <a:cubicBezTo>
                  <a:pt x="232043" y="87286"/>
                  <a:pt x="234191" y="89165"/>
                  <a:pt x="234191" y="93201"/>
                </a:cubicBezTo>
                <a:lnTo>
                  <a:pt x="234191" y="149189"/>
                </a:lnTo>
                <a:close/>
                <a:moveTo>
                  <a:pt x="262452" y="61179"/>
                </a:moveTo>
                <a:cubicBezTo>
                  <a:pt x="244692" y="54446"/>
                  <a:pt x="228000" y="51221"/>
                  <a:pt x="209430" y="51221"/>
                </a:cubicBezTo>
                <a:cubicBezTo>
                  <a:pt x="168795" y="51221"/>
                  <a:pt x="140258" y="78405"/>
                  <a:pt x="140258" y="121195"/>
                </a:cubicBezTo>
                <a:cubicBezTo>
                  <a:pt x="140258" y="164527"/>
                  <a:pt x="165020" y="191176"/>
                  <a:pt x="208895" y="191176"/>
                </a:cubicBezTo>
                <a:cubicBezTo>
                  <a:pt x="226655" y="191176"/>
                  <a:pt x="243881" y="188210"/>
                  <a:pt x="262452" y="180407"/>
                </a:cubicBezTo>
                <a:cubicBezTo>
                  <a:pt x="266763" y="178528"/>
                  <a:pt x="269185" y="175562"/>
                  <a:pt x="269185" y="169639"/>
                </a:cubicBezTo>
                <a:lnTo>
                  <a:pt x="269185" y="71940"/>
                </a:lnTo>
                <a:cubicBezTo>
                  <a:pt x="269185" y="65749"/>
                  <a:pt x="266763" y="62792"/>
                  <a:pt x="262452" y="61179"/>
                </a:cubicBezTo>
              </a:path>
            </a:pathLst>
          </a:custGeom>
          <a:solidFill>
            <a:schemeClr val="bg1"/>
          </a:solidFill>
          <a:ln w="7833" cap="flat">
            <a:noFill/>
            <a:prstDash val="solid"/>
            <a:round/>
          </a:ln>
        </p:spPr>
        <p:txBody>
          <a:bodyPr rtlCol="0" anchor="ctr"/>
          <a:lstStyle/>
          <a:p>
            <a:endParaRPr lang="en-US" sz="2400" noProof="0"/>
          </a:p>
        </p:txBody>
      </p:sp>
      <p:grpSp>
        <p:nvGrpSpPr>
          <p:cNvPr id="21" name="Graphique 7">
            <a:extLst>
              <a:ext uri="{FF2B5EF4-FFF2-40B4-BE49-F238E27FC236}">
                <a16:creationId xmlns:a16="http://schemas.microsoft.com/office/drawing/2014/main" id="{CCF15C7E-6A99-4286-A9D8-5CFB7F6C2F2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5560063" y="6013890"/>
            <a:ext cx="1071853" cy="275084"/>
            <a:chOff x="4768103" y="-471733"/>
            <a:chExt cx="744723" cy="191124"/>
          </a:xfrm>
          <a:solidFill>
            <a:schemeClr val="bg1"/>
          </a:solidFill>
        </p:grpSpPr>
        <p:sp>
          <p:nvSpPr>
            <p:cNvPr id="22" name="Forme libre : forme 9">
              <a:extLst>
                <a:ext uri="{FF2B5EF4-FFF2-40B4-BE49-F238E27FC236}">
                  <a16:creationId xmlns:a16="http://schemas.microsoft.com/office/drawing/2014/main" id="{6694094C-70CE-4AC8-A396-70F4CAC44E42}"/>
                </a:ext>
              </a:extLst>
            </p:cNvPr>
            <p:cNvSpPr/>
            <p:nvPr userDrawn="1"/>
          </p:nvSpPr>
          <p:spPr>
            <a:xfrm>
              <a:off x="4770087" y="-471716"/>
              <a:ext cx="740699" cy="191096"/>
            </a:xfrm>
            <a:custGeom>
              <a:avLst/>
              <a:gdLst>
                <a:gd name="connsiteX0" fmla="*/ 689325 w 740699"/>
                <a:gd name="connsiteY0" fmla="*/ 7347 h 191096"/>
                <a:gd name="connsiteX1" fmla="*/ 688790 w 740699"/>
                <a:gd name="connsiteY1" fmla="*/ 10847 h 191096"/>
                <a:gd name="connsiteX2" fmla="*/ 686092 w 740699"/>
                <a:gd name="connsiteY2" fmla="*/ 24840 h 191096"/>
                <a:gd name="connsiteX3" fmla="*/ 680980 w 740699"/>
                <a:gd name="connsiteY3" fmla="*/ 29953 h 191096"/>
                <a:gd name="connsiteX4" fmla="*/ 667797 w 740699"/>
                <a:gd name="connsiteY4" fmla="*/ 28608 h 191096"/>
                <a:gd name="connsiteX5" fmla="*/ 646528 w 740699"/>
                <a:gd name="connsiteY5" fmla="*/ 50946 h 191096"/>
                <a:gd name="connsiteX6" fmla="*/ 646528 w 740699"/>
                <a:gd name="connsiteY6" fmla="*/ 53911 h 191096"/>
                <a:gd name="connsiteX7" fmla="*/ 680712 w 740699"/>
                <a:gd name="connsiteY7" fmla="*/ 53911 h 191096"/>
                <a:gd name="connsiteX8" fmla="*/ 686092 w 740699"/>
                <a:gd name="connsiteY8" fmla="*/ 59559 h 191096"/>
                <a:gd name="connsiteX9" fmla="*/ 686092 w 740699"/>
                <a:gd name="connsiteY9" fmla="*/ 78130 h 191096"/>
                <a:gd name="connsiteX10" fmla="*/ 680712 w 740699"/>
                <a:gd name="connsiteY10" fmla="*/ 83518 h 191096"/>
                <a:gd name="connsiteX11" fmla="*/ 646528 w 740699"/>
                <a:gd name="connsiteY11" fmla="*/ 83518 h 191096"/>
                <a:gd name="connsiteX12" fmla="*/ 646528 w 740699"/>
                <a:gd name="connsiteY12" fmla="*/ 183097 h 191096"/>
                <a:gd name="connsiteX13" fmla="*/ 641148 w 740699"/>
                <a:gd name="connsiteY13" fmla="*/ 188485 h 191096"/>
                <a:gd name="connsiteX14" fmla="*/ 617197 w 740699"/>
                <a:gd name="connsiteY14" fmla="*/ 188485 h 191096"/>
                <a:gd name="connsiteX15" fmla="*/ 611809 w 740699"/>
                <a:gd name="connsiteY15" fmla="*/ 183097 h 191096"/>
                <a:gd name="connsiteX16" fmla="*/ 611809 w 740699"/>
                <a:gd name="connsiteY16" fmla="*/ 56602 h 191096"/>
                <a:gd name="connsiteX17" fmla="*/ 666987 w 740699"/>
                <a:gd name="connsiteY17" fmla="*/ 79 h 191096"/>
                <a:gd name="connsiteX18" fmla="*/ 683945 w 740699"/>
                <a:gd name="connsiteY18" fmla="*/ 1966 h 191096"/>
                <a:gd name="connsiteX19" fmla="*/ 689325 w 740699"/>
                <a:gd name="connsiteY19" fmla="*/ 7347 h 191096"/>
                <a:gd name="connsiteX20" fmla="*/ 741003 w 740699"/>
                <a:gd name="connsiteY20" fmla="*/ 59292 h 191096"/>
                <a:gd name="connsiteX21" fmla="*/ 741003 w 740699"/>
                <a:gd name="connsiteY21" fmla="*/ 183097 h 191096"/>
                <a:gd name="connsiteX22" fmla="*/ 735615 w 740699"/>
                <a:gd name="connsiteY22" fmla="*/ 188485 h 191096"/>
                <a:gd name="connsiteX23" fmla="*/ 711396 w 740699"/>
                <a:gd name="connsiteY23" fmla="*/ 188485 h 191096"/>
                <a:gd name="connsiteX24" fmla="*/ 706008 w 740699"/>
                <a:gd name="connsiteY24" fmla="*/ 183097 h 191096"/>
                <a:gd name="connsiteX25" fmla="*/ 706008 w 740699"/>
                <a:gd name="connsiteY25" fmla="*/ 59292 h 191096"/>
                <a:gd name="connsiteX26" fmla="*/ 711396 w 740699"/>
                <a:gd name="connsiteY26" fmla="*/ 53911 h 191096"/>
                <a:gd name="connsiteX27" fmla="*/ 735615 w 740699"/>
                <a:gd name="connsiteY27" fmla="*/ 53911 h 191096"/>
                <a:gd name="connsiteX28" fmla="*/ 741003 w 740699"/>
                <a:gd name="connsiteY28" fmla="*/ 59292 h 191096"/>
                <a:gd name="connsiteX29" fmla="*/ 518954 w 740699"/>
                <a:gd name="connsiteY29" fmla="*/ 158879 h 191096"/>
                <a:gd name="connsiteX30" fmla="*/ 485847 w 740699"/>
                <a:gd name="connsiteY30" fmla="*/ 121195 h 191096"/>
                <a:gd name="connsiteX31" fmla="*/ 517074 w 740699"/>
                <a:gd name="connsiteY31" fmla="*/ 83518 h 191096"/>
                <a:gd name="connsiteX32" fmla="*/ 550173 w 740699"/>
                <a:gd name="connsiteY32" fmla="*/ 121195 h 191096"/>
                <a:gd name="connsiteX33" fmla="*/ 518954 w 740699"/>
                <a:gd name="connsiteY33" fmla="*/ 158879 h 191096"/>
                <a:gd name="connsiteX34" fmla="*/ 517074 w 740699"/>
                <a:gd name="connsiteY34" fmla="*/ 51221 h 191096"/>
                <a:gd name="connsiteX35" fmla="*/ 450317 w 740699"/>
                <a:gd name="connsiteY35" fmla="*/ 121195 h 191096"/>
                <a:gd name="connsiteX36" fmla="*/ 518954 w 740699"/>
                <a:gd name="connsiteY36" fmla="*/ 191176 h 191096"/>
                <a:gd name="connsiteX37" fmla="*/ 585702 w 740699"/>
                <a:gd name="connsiteY37" fmla="*/ 121195 h 191096"/>
                <a:gd name="connsiteX38" fmla="*/ 517074 w 740699"/>
                <a:gd name="connsiteY38" fmla="*/ 51221 h 191096"/>
                <a:gd name="connsiteX39" fmla="*/ 424486 w 740699"/>
                <a:gd name="connsiteY39" fmla="*/ 101813 h 191096"/>
                <a:gd name="connsiteX40" fmla="*/ 424486 w 740699"/>
                <a:gd name="connsiteY40" fmla="*/ 183097 h 191096"/>
                <a:gd name="connsiteX41" fmla="*/ 419098 w 740699"/>
                <a:gd name="connsiteY41" fmla="*/ 188485 h 191096"/>
                <a:gd name="connsiteX42" fmla="*/ 394880 w 740699"/>
                <a:gd name="connsiteY42" fmla="*/ 188485 h 191096"/>
                <a:gd name="connsiteX43" fmla="*/ 389492 w 740699"/>
                <a:gd name="connsiteY43" fmla="*/ 183097 h 191096"/>
                <a:gd name="connsiteX44" fmla="*/ 389492 w 740699"/>
                <a:gd name="connsiteY44" fmla="*/ 106391 h 191096"/>
                <a:gd name="connsiteX45" fmla="*/ 363385 w 740699"/>
                <a:gd name="connsiteY45" fmla="*/ 83518 h 191096"/>
                <a:gd name="connsiteX46" fmla="*/ 343469 w 740699"/>
                <a:gd name="connsiteY46" fmla="*/ 85665 h 191096"/>
                <a:gd name="connsiteX47" fmla="*/ 337012 w 740699"/>
                <a:gd name="connsiteY47" fmla="*/ 92666 h 191096"/>
                <a:gd name="connsiteX48" fmla="*/ 337012 w 740699"/>
                <a:gd name="connsiteY48" fmla="*/ 183097 h 191096"/>
                <a:gd name="connsiteX49" fmla="*/ 331624 w 740699"/>
                <a:gd name="connsiteY49" fmla="*/ 188485 h 191096"/>
                <a:gd name="connsiteX50" fmla="*/ 307405 w 740699"/>
                <a:gd name="connsiteY50" fmla="*/ 188485 h 191096"/>
                <a:gd name="connsiteX51" fmla="*/ 302017 w 740699"/>
                <a:gd name="connsiteY51" fmla="*/ 183097 h 191096"/>
                <a:gd name="connsiteX52" fmla="*/ 302017 w 740699"/>
                <a:gd name="connsiteY52" fmla="*/ 71672 h 191096"/>
                <a:gd name="connsiteX53" fmla="*/ 308750 w 740699"/>
                <a:gd name="connsiteY53" fmla="*/ 60904 h 191096"/>
                <a:gd name="connsiteX54" fmla="*/ 362850 w 740699"/>
                <a:gd name="connsiteY54" fmla="*/ 51221 h 191096"/>
                <a:gd name="connsiteX55" fmla="*/ 424486 w 740699"/>
                <a:gd name="connsiteY55" fmla="*/ 101813 h 191096"/>
                <a:gd name="connsiteX56" fmla="*/ 122497 w 740699"/>
                <a:gd name="connsiteY56" fmla="*/ 167759 h 191096"/>
                <a:gd name="connsiteX57" fmla="*/ 120342 w 740699"/>
                <a:gd name="connsiteY57" fmla="*/ 183097 h 191096"/>
                <a:gd name="connsiteX58" fmla="*/ 113350 w 740699"/>
                <a:gd name="connsiteY58" fmla="*/ 188485 h 191096"/>
                <a:gd name="connsiteX59" fmla="*/ 89123 w 740699"/>
                <a:gd name="connsiteY59" fmla="*/ 188485 h 191096"/>
                <a:gd name="connsiteX60" fmla="*/ 85088 w 740699"/>
                <a:gd name="connsiteY60" fmla="*/ 184718 h 191096"/>
                <a:gd name="connsiteX61" fmla="*/ 85356 w 740699"/>
                <a:gd name="connsiteY61" fmla="*/ 183097 h 191096"/>
                <a:gd name="connsiteX62" fmla="*/ 86968 w 740699"/>
                <a:gd name="connsiteY62" fmla="*/ 173140 h 191096"/>
                <a:gd name="connsiteX63" fmla="*/ 303 w 740699"/>
                <a:gd name="connsiteY63" fmla="*/ 98589 h 191096"/>
                <a:gd name="connsiteX64" fmla="*/ 59517 w 740699"/>
                <a:gd name="connsiteY64" fmla="*/ 50144 h 191096"/>
                <a:gd name="connsiteX65" fmla="*/ 115230 w 740699"/>
                <a:gd name="connsiteY65" fmla="*/ 64404 h 191096"/>
                <a:gd name="connsiteX66" fmla="*/ 118462 w 740699"/>
                <a:gd name="connsiteY66" fmla="*/ 69792 h 191096"/>
                <a:gd name="connsiteX67" fmla="*/ 117385 w 740699"/>
                <a:gd name="connsiteY67" fmla="*/ 74362 h 191096"/>
                <a:gd name="connsiteX68" fmla="*/ 109039 w 740699"/>
                <a:gd name="connsiteY68" fmla="*/ 92131 h 191096"/>
                <a:gd name="connsiteX69" fmla="*/ 103116 w 740699"/>
                <a:gd name="connsiteY69" fmla="*/ 95899 h 191096"/>
                <a:gd name="connsiteX70" fmla="*/ 99081 w 740699"/>
                <a:gd name="connsiteY70" fmla="*/ 94821 h 191096"/>
                <a:gd name="connsiteX71" fmla="*/ 58439 w 740699"/>
                <a:gd name="connsiteY71" fmla="*/ 82708 h 191096"/>
                <a:gd name="connsiteX72" fmla="*/ 35833 w 740699"/>
                <a:gd name="connsiteY72" fmla="*/ 96166 h 191096"/>
                <a:gd name="connsiteX73" fmla="*/ 122497 w 740699"/>
                <a:gd name="connsiteY73" fmla="*/ 167759 h 191096"/>
                <a:gd name="connsiteX74" fmla="*/ 234191 w 740699"/>
                <a:gd name="connsiteY74" fmla="*/ 149189 h 191096"/>
                <a:gd name="connsiteX75" fmla="*/ 227466 w 740699"/>
                <a:gd name="connsiteY75" fmla="*/ 156456 h 191096"/>
                <a:gd name="connsiteX76" fmla="*/ 209162 w 740699"/>
                <a:gd name="connsiteY76" fmla="*/ 158879 h 191096"/>
                <a:gd name="connsiteX77" fmla="*/ 175788 w 740699"/>
                <a:gd name="connsiteY77" fmla="*/ 121195 h 191096"/>
                <a:gd name="connsiteX78" fmla="*/ 209162 w 740699"/>
                <a:gd name="connsiteY78" fmla="*/ 83518 h 191096"/>
                <a:gd name="connsiteX79" fmla="*/ 227466 w 740699"/>
                <a:gd name="connsiteY79" fmla="*/ 85941 h 191096"/>
                <a:gd name="connsiteX80" fmla="*/ 234191 w 740699"/>
                <a:gd name="connsiteY80" fmla="*/ 93201 h 191096"/>
                <a:gd name="connsiteX81" fmla="*/ 234191 w 740699"/>
                <a:gd name="connsiteY81" fmla="*/ 149189 h 191096"/>
                <a:gd name="connsiteX82" fmla="*/ 262452 w 740699"/>
                <a:gd name="connsiteY82" fmla="*/ 61179 h 191096"/>
                <a:gd name="connsiteX83" fmla="*/ 209430 w 740699"/>
                <a:gd name="connsiteY83" fmla="*/ 51221 h 191096"/>
                <a:gd name="connsiteX84" fmla="*/ 140258 w 740699"/>
                <a:gd name="connsiteY84" fmla="*/ 121195 h 191096"/>
                <a:gd name="connsiteX85" fmla="*/ 208895 w 740699"/>
                <a:gd name="connsiteY85" fmla="*/ 191176 h 191096"/>
                <a:gd name="connsiteX86" fmla="*/ 262452 w 740699"/>
                <a:gd name="connsiteY86" fmla="*/ 180407 h 191096"/>
                <a:gd name="connsiteX87" fmla="*/ 269185 w 740699"/>
                <a:gd name="connsiteY87" fmla="*/ 169639 h 191096"/>
                <a:gd name="connsiteX88" fmla="*/ 269185 w 740699"/>
                <a:gd name="connsiteY88" fmla="*/ 71940 h 191096"/>
                <a:gd name="connsiteX89" fmla="*/ 262452 w 740699"/>
                <a:gd name="connsiteY89" fmla="*/ 61179 h 191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740699" h="191096">
                  <a:moveTo>
                    <a:pt x="689325" y="7347"/>
                  </a:moveTo>
                  <a:cubicBezTo>
                    <a:pt x="689325" y="8511"/>
                    <a:pt x="689026" y="9604"/>
                    <a:pt x="688790" y="10847"/>
                  </a:cubicBezTo>
                  <a:lnTo>
                    <a:pt x="686092" y="24840"/>
                  </a:lnTo>
                  <a:cubicBezTo>
                    <a:pt x="685558" y="28073"/>
                    <a:pt x="684213" y="29953"/>
                    <a:pt x="680980" y="29953"/>
                  </a:cubicBezTo>
                  <a:cubicBezTo>
                    <a:pt x="678974" y="29953"/>
                    <a:pt x="673177" y="28608"/>
                    <a:pt x="667797" y="28608"/>
                  </a:cubicBezTo>
                  <a:cubicBezTo>
                    <a:pt x="652993" y="28608"/>
                    <a:pt x="646528" y="36143"/>
                    <a:pt x="646528" y="50946"/>
                  </a:cubicBezTo>
                  <a:lnTo>
                    <a:pt x="646528" y="53911"/>
                  </a:lnTo>
                  <a:lnTo>
                    <a:pt x="680712" y="53911"/>
                  </a:lnTo>
                  <a:cubicBezTo>
                    <a:pt x="684213" y="53911"/>
                    <a:pt x="686092" y="56059"/>
                    <a:pt x="686092" y="59559"/>
                  </a:cubicBezTo>
                  <a:lnTo>
                    <a:pt x="686092" y="78130"/>
                  </a:lnTo>
                  <a:cubicBezTo>
                    <a:pt x="686092" y="81363"/>
                    <a:pt x="684213" y="83518"/>
                    <a:pt x="680712" y="83518"/>
                  </a:cubicBezTo>
                  <a:lnTo>
                    <a:pt x="646528" y="83518"/>
                  </a:lnTo>
                  <a:lnTo>
                    <a:pt x="646528" y="183097"/>
                  </a:lnTo>
                  <a:cubicBezTo>
                    <a:pt x="646528" y="186330"/>
                    <a:pt x="644380" y="188485"/>
                    <a:pt x="641148" y="188485"/>
                  </a:cubicBezTo>
                  <a:lnTo>
                    <a:pt x="617197" y="188485"/>
                  </a:lnTo>
                  <a:cubicBezTo>
                    <a:pt x="613964" y="188485"/>
                    <a:pt x="611809" y="186330"/>
                    <a:pt x="611809" y="183097"/>
                  </a:cubicBezTo>
                  <a:lnTo>
                    <a:pt x="611809" y="56602"/>
                  </a:lnTo>
                  <a:cubicBezTo>
                    <a:pt x="611809" y="17839"/>
                    <a:pt x="633612" y="79"/>
                    <a:pt x="666987" y="79"/>
                  </a:cubicBezTo>
                  <a:cubicBezTo>
                    <a:pt x="672729" y="79"/>
                    <a:pt x="678557" y="621"/>
                    <a:pt x="683945" y="1966"/>
                  </a:cubicBezTo>
                  <a:cubicBezTo>
                    <a:pt x="687713" y="2769"/>
                    <a:pt x="689325" y="4358"/>
                    <a:pt x="689325" y="7347"/>
                  </a:cubicBezTo>
                  <a:moveTo>
                    <a:pt x="741003" y="59292"/>
                  </a:moveTo>
                  <a:lnTo>
                    <a:pt x="741003" y="183097"/>
                  </a:lnTo>
                  <a:cubicBezTo>
                    <a:pt x="741003" y="186330"/>
                    <a:pt x="738848" y="188485"/>
                    <a:pt x="735615" y="188485"/>
                  </a:cubicBezTo>
                  <a:lnTo>
                    <a:pt x="711396" y="188485"/>
                  </a:lnTo>
                  <a:cubicBezTo>
                    <a:pt x="708164" y="188485"/>
                    <a:pt x="706008" y="186330"/>
                    <a:pt x="706008" y="183097"/>
                  </a:cubicBezTo>
                  <a:lnTo>
                    <a:pt x="706008" y="59292"/>
                  </a:lnTo>
                  <a:cubicBezTo>
                    <a:pt x="706008" y="56059"/>
                    <a:pt x="708164" y="53911"/>
                    <a:pt x="711396" y="53911"/>
                  </a:cubicBezTo>
                  <a:lnTo>
                    <a:pt x="735615" y="53911"/>
                  </a:lnTo>
                  <a:cubicBezTo>
                    <a:pt x="738848" y="53911"/>
                    <a:pt x="741003" y="56059"/>
                    <a:pt x="741003" y="59292"/>
                  </a:cubicBezTo>
                  <a:moveTo>
                    <a:pt x="518954" y="158879"/>
                  </a:moveTo>
                  <a:cubicBezTo>
                    <a:pt x="499038" y="158879"/>
                    <a:pt x="485847" y="145956"/>
                    <a:pt x="485847" y="121195"/>
                  </a:cubicBezTo>
                  <a:cubicBezTo>
                    <a:pt x="485847" y="96433"/>
                    <a:pt x="499038" y="83518"/>
                    <a:pt x="517074" y="83518"/>
                  </a:cubicBezTo>
                  <a:cubicBezTo>
                    <a:pt x="536990" y="83518"/>
                    <a:pt x="550173" y="96433"/>
                    <a:pt x="550173" y="121195"/>
                  </a:cubicBezTo>
                  <a:cubicBezTo>
                    <a:pt x="550173" y="145956"/>
                    <a:pt x="536990" y="158879"/>
                    <a:pt x="518954" y="158879"/>
                  </a:cubicBezTo>
                  <a:moveTo>
                    <a:pt x="517074" y="51221"/>
                  </a:moveTo>
                  <a:cubicBezTo>
                    <a:pt x="476699" y="51221"/>
                    <a:pt x="450317" y="80553"/>
                    <a:pt x="450317" y="121195"/>
                  </a:cubicBezTo>
                  <a:cubicBezTo>
                    <a:pt x="450317" y="161837"/>
                    <a:pt x="476699" y="191176"/>
                    <a:pt x="518954" y="191176"/>
                  </a:cubicBezTo>
                  <a:cubicBezTo>
                    <a:pt x="559328" y="191176"/>
                    <a:pt x="585702" y="161837"/>
                    <a:pt x="585702" y="121195"/>
                  </a:cubicBezTo>
                  <a:cubicBezTo>
                    <a:pt x="585702" y="80553"/>
                    <a:pt x="559328" y="51221"/>
                    <a:pt x="517074" y="51221"/>
                  </a:cubicBezTo>
                  <a:moveTo>
                    <a:pt x="424486" y="101813"/>
                  </a:moveTo>
                  <a:lnTo>
                    <a:pt x="424486" y="183097"/>
                  </a:lnTo>
                  <a:cubicBezTo>
                    <a:pt x="424486" y="186330"/>
                    <a:pt x="422331" y="188485"/>
                    <a:pt x="419098" y="188485"/>
                  </a:cubicBezTo>
                  <a:lnTo>
                    <a:pt x="394880" y="188485"/>
                  </a:lnTo>
                  <a:cubicBezTo>
                    <a:pt x="391647" y="188485"/>
                    <a:pt x="389492" y="186330"/>
                    <a:pt x="389492" y="183097"/>
                  </a:cubicBezTo>
                  <a:lnTo>
                    <a:pt x="389492" y="106391"/>
                  </a:lnTo>
                  <a:cubicBezTo>
                    <a:pt x="389492" y="90243"/>
                    <a:pt x="377921" y="83518"/>
                    <a:pt x="363385" y="83518"/>
                  </a:cubicBezTo>
                  <a:cubicBezTo>
                    <a:pt x="355040" y="83518"/>
                    <a:pt x="350470" y="84053"/>
                    <a:pt x="343469" y="85665"/>
                  </a:cubicBezTo>
                  <a:cubicBezTo>
                    <a:pt x="339159" y="86743"/>
                    <a:pt x="337012" y="88631"/>
                    <a:pt x="337012" y="92666"/>
                  </a:cubicBezTo>
                  <a:lnTo>
                    <a:pt x="337012" y="183097"/>
                  </a:lnTo>
                  <a:cubicBezTo>
                    <a:pt x="337012" y="186330"/>
                    <a:pt x="334856" y="188485"/>
                    <a:pt x="331624" y="188485"/>
                  </a:cubicBezTo>
                  <a:lnTo>
                    <a:pt x="307405" y="188485"/>
                  </a:lnTo>
                  <a:cubicBezTo>
                    <a:pt x="304172" y="188485"/>
                    <a:pt x="302017" y="186330"/>
                    <a:pt x="302017" y="183097"/>
                  </a:cubicBezTo>
                  <a:lnTo>
                    <a:pt x="302017" y="71672"/>
                  </a:lnTo>
                  <a:cubicBezTo>
                    <a:pt x="302017" y="65482"/>
                    <a:pt x="304982" y="62249"/>
                    <a:pt x="308750" y="60904"/>
                  </a:cubicBezTo>
                  <a:cubicBezTo>
                    <a:pt x="328399" y="53911"/>
                    <a:pt x="346970" y="51221"/>
                    <a:pt x="362850" y="51221"/>
                  </a:cubicBezTo>
                  <a:cubicBezTo>
                    <a:pt x="404295" y="51221"/>
                    <a:pt x="424486" y="68982"/>
                    <a:pt x="424486" y="101813"/>
                  </a:cubicBezTo>
                  <a:moveTo>
                    <a:pt x="122497" y="167759"/>
                  </a:moveTo>
                  <a:cubicBezTo>
                    <a:pt x="122497" y="172337"/>
                    <a:pt x="121963" y="178528"/>
                    <a:pt x="120342" y="183097"/>
                  </a:cubicBezTo>
                  <a:cubicBezTo>
                    <a:pt x="118997" y="187140"/>
                    <a:pt x="117385" y="188485"/>
                    <a:pt x="113350" y="188485"/>
                  </a:cubicBezTo>
                  <a:lnTo>
                    <a:pt x="89123" y="188485"/>
                  </a:lnTo>
                  <a:cubicBezTo>
                    <a:pt x="86433" y="188485"/>
                    <a:pt x="85088" y="186865"/>
                    <a:pt x="85088" y="184718"/>
                  </a:cubicBezTo>
                  <a:cubicBezTo>
                    <a:pt x="85088" y="184175"/>
                    <a:pt x="85088" y="183640"/>
                    <a:pt x="85356" y="183097"/>
                  </a:cubicBezTo>
                  <a:cubicBezTo>
                    <a:pt x="86433" y="179597"/>
                    <a:pt x="86968" y="177175"/>
                    <a:pt x="86968" y="173140"/>
                  </a:cubicBezTo>
                  <a:cubicBezTo>
                    <a:pt x="86968" y="133559"/>
                    <a:pt x="303" y="155646"/>
                    <a:pt x="303" y="98589"/>
                  </a:cubicBezTo>
                  <a:cubicBezTo>
                    <a:pt x="303" y="69517"/>
                    <a:pt x="23452" y="50144"/>
                    <a:pt x="59517" y="50144"/>
                  </a:cubicBezTo>
                  <a:cubicBezTo>
                    <a:pt x="78623" y="50144"/>
                    <a:pt x="98546" y="54714"/>
                    <a:pt x="115230" y="64404"/>
                  </a:cubicBezTo>
                  <a:cubicBezTo>
                    <a:pt x="117393" y="65490"/>
                    <a:pt x="118462" y="67637"/>
                    <a:pt x="118462" y="69792"/>
                  </a:cubicBezTo>
                  <a:cubicBezTo>
                    <a:pt x="118462" y="71137"/>
                    <a:pt x="118164" y="72710"/>
                    <a:pt x="117385" y="74362"/>
                  </a:cubicBezTo>
                  <a:lnTo>
                    <a:pt x="109039" y="92131"/>
                  </a:lnTo>
                  <a:cubicBezTo>
                    <a:pt x="107962" y="94553"/>
                    <a:pt x="105539" y="95899"/>
                    <a:pt x="103116" y="95899"/>
                  </a:cubicBezTo>
                  <a:cubicBezTo>
                    <a:pt x="101771" y="95899"/>
                    <a:pt x="100426" y="95623"/>
                    <a:pt x="99081" y="94821"/>
                  </a:cubicBezTo>
                  <a:cubicBezTo>
                    <a:pt x="85356" y="87286"/>
                    <a:pt x="72165" y="82708"/>
                    <a:pt x="58439" y="82708"/>
                  </a:cubicBezTo>
                  <a:cubicBezTo>
                    <a:pt x="44179" y="82708"/>
                    <a:pt x="35833" y="87923"/>
                    <a:pt x="35833" y="96166"/>
                  </a:cubicBezTo>
                  <a:cubicBezTo>
                    <a:pt x="35833" y="121368"/>
                    <a:pt x="122497" y="106659"/>
                    <a:pt x="122497" y="167759"/>
                  </a:cubicBezTo>
                  <a:moveTo>
                    <a:pt x="234191" y="149189"/>
                  </a:moveTo>
                  <a:cubicBezTo>
                    <a:pt x="234191" y="153224"/>
                    <a:pt x="232043" y="155111"/>
                    <a:pt x="227466" y="156456"/>
                  </a:cubicBezTo>
                  <a:cubicBezTo>
                    <a:pt x="221543" y="158069"/>
                    <a:pt x="216430" y="158879"/>
                    <a:pt x="209162" y="158879"/>
                  </a:cubicBezTo>
                  <a:cubicBezTo>
                    <a:pt x="191936" y="158879"/>
                    <a:pt x="175788" y="148646"/>
                    <a:pt x="175788" y="121195"/>
                  </a:cubicBezTo>
                  <a:cubicBezTo>
                    <a:pt x="175788" y="93743"/>
                    <a:pt x="191936" y="83518"/>
                    <a:pt x="209162" y="83518"/>
                  </a:cubicBezTo>
                  <a:cubicBezTo>
                    <a:pt x="216430" y="83518"/>
                    <a:pt x="221543" y="84320"/>
                    <a:pt x="227466" y="85941"/>
                  </a:cubicBezTo>
                  <a:cubicBezTo>
                    <a:pt x="232043" y="87286"/>
                    <a:pt x="234191" y="89165"/>
                    <a:pt x="234191" y="93201"/>
                  </a:cubicBezTo>
                  <a:lnTo>
                    <a:pt x="234191" y="149189"/>
                  </a:lnTo>
                  <a:close/>
                  <a:moveTo>
                    <a:pt x="262452" y="61179"/>
                  </a:moveTo>
                  <a:cubicBezTo>
                    <a:pt x="244692" y="54446"/>
                    <a:pt x="228000" y="51221"/>
                    <a:pt x="209430" y="51221"/>
                  </a:cubicBezTo>
                  <a:cubicBezTo>
                    <a:pt x="168795" y="51221"/>
                    <a:pt x="140258" y="78405"/>
                    <a:pt x="140258" y="121195"/>
                  </a:cubicBezTo>
                  <a:cubicBezTo>
                    <a:pt x="140258" y="164527"/>
                    <a:pt x="165020" y="191176"/>
                    <a:pt x="208895" y="191176"/>
                  </a:cubicBezTo>
                  <a:cubicBezTo>
                    <a:pt x="226655" y="191176"/>
                    <a:pt x="243881" y="188210"/>
                    <a:pt x="262452" y="180407"/>
                  </a:cubicBezTo>
                  <a:cubicBezTo>
                    <a:pt x="266763" y="178528"/>
                    <a:pt x="269185" y="175562"/>
                    <a:pt x="269185" y="169639"/>
                  </a:cubicBezTo>
                  <a:lnTo>
                    <a:pt x="269185" y="71940"/>
                  </a:lnTo>
                  <a:cubicBezTo>
                    <a:pt x="269185" y="65749"/>
                    <a:pt x="266763" y="62792"/>
                    <a:pt x="262452" y="61179"/>
                  </a:cubicBezTo>
                </a:path>
              </a:pathLst>
            </a:custGeom>
            <a:grpFill/>
            <a:ln w="78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23" name="Forme libre : forme 10">
              <a:extLst>
                <a:ext uri="{FF2B5EF4-FFF2-40B4-BE49-F238E27FC236}">
                  <a16:creationId xmlns:a16="http://schemas.microsoft.com/office/drawing/2014/main" id="{F0CC9C0D-B090-476A-A414-384A1818254E}"/>
                </a:ext>
              </a:extLst>
            </p:cNvPr>
            <p:cNvSpPr/>
            <p:nvPr/>
          </p:nvSpPr>
          <p:spPr>
            <a:xfrm rot="-73896" flipV="1">
              <a:off x="5474877" y="-471733"/>
              <a:ext cx="37949" cy="37711"/>
            </a:xfrm>
            <a:custGeom>
              <a:avLst/>
              <a:gdLst>
                <a:gd name="connsiteX0" fmla="*/ 19483 w 37949"/>
                <a:gd name="connsiteY0" fmla="*/ 17 h 37711"/>
                <a:gd name="connsiteX1" fmla="*/ 38456 w 37949"/>
                <a:gd name="connsiteY1" fmla="*/ 18454 h 37711"/>
                <a:gd name="connsiteX2" fmla="*/ 19491 w 37949"/>
                <a:gd name="connsiteY2" fmla="*/ 37717 h 37711"/>
                <a:gd name="connsiteX3" fmla="*/ 519 w 37949"/>
                <a:gd name="connsiteY3" fmla="*/ 19272 h 37711"/>
                <a:gd name="connsiteX4" fmla="*/ 19483 w 37949"/>
                <a:gd name="connsiteY4" fmla="*/ 17 h 37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49" h="37711">
                  <a:moveTo>
                    <a:pt x="19483" y="17"/>
                  </a:moveTo>
                  <a:cubicBezTo>
                    <a:pt x="30519" y="-219"/>
                    <a:pt x="38212" y="6883"/>
                    <a:pt x="38456" y="18454"/>
                  </a:cubicBezTo>
                  <a:cubicBezTo>
                    <a:pt x="38715" y="30300"/>
                    <a:pt x="31329" y="37457"/>
                    <a:pt x="19491" y="37717"/>
                  </a:cubicBezTo>
                  <a:cubicBezTo>
                    <a:pt x="8188" y="37953"/>
                    <a:pt x="771" y="31118"/>
                    <a:pt x="519" y="19272"/>
                  </a:cubicBezTo>
                  <a:cubicBezTo>
                    <a:pt x="267" y="7701"/>
                    <a:pt x="7378" y="284"/>
                    <a:pt x="19483" y="17"/>
                  </a:cubicBezTo>
                </a:path>
              </a:pathLst>
            </a:custGeom>
            <a:grpFill/>
            <a:ln w="78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fr-FR" sz="2400">
                <a:solidFill>
                  <a:schemeClr val="accent2"/>
                </a:solidFill>
              </a:endParaRPr>
            </a:p>
          </p:txBody>
        </p:sp>
        <p:sp>
          <p:nvSpPr>
            <p:cNvPr id="24" name="Forme libre : forme 11">
              <a:extLst>
                <a:ext uri="{FF2B5EF4-FFF2-40B4-BE49-F238E27FC236}">
                  <a16:creationId xmlns:a16="http://schemas.microsoft.com/office/drawing/2014/main" id="{6DE4ADDB-0CA9-4651-BF0C-18EF0C881B3A}"/>
                </a:ext>
              </a:extLst>
            </p:cNvPr>
            <p:cNvSpPr/>
            <p:nvPr userDrawn="1"/>
          </p:nvSpPr>
          <p:spPr>
            <a:xfrm rot="10725025" flipV="1">
              <a:off x="4768103" y="-317778"/>
              <a:ext cx="37406" cy="37169"/>
            </a:xfrm>
            <a:custGeom>
              <a:avLst/>
              <a:gdLst>
                <a:gd name="connsiteX0" fmla="*/ 18717 w 37406"/>
                <a:gd name="connsiteY0" fmla="*/ 130 h 37169"/>
                <a:gd name="connsiteX1" fmla="*/ 37414 w 37406"/>
                <a:gd name="connsiteY1" fmla="*/ 18300 h 37169"/>
                <a:gd name="connsiteX2" fmla="*/ 18717 w 37406"/>
                <a:gd name="connsiteY2" fmla="*/ 37288 h 37169"/>
                <a:gd name="connsiteX3" fmla="*/ 20 w 37406"/>
                <a:gd name="connsiteY3" fmla="*/ 19118 h 37169"/>
                <a:gd name="connsiteX4" fmla="*/ 18717 w 37406"/>
                <a:gd name="connsiteY4" fmla="*/ 130 h 37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406" h="37169">
                  <a:moveTo>
                    <a:pt x="18717" y="130"/>
                  </a:moveTo>
                  <a:cubicBezTo>
                    <a:pt x="29745" y="-106"/>
                    <a:pt x="37162" y="6729"/>
                    <a:pt x="37414" y="18300"/>
                  </a:cubicBezTo>
                  <a:cubicBezTo>
                    <a:pt x="37665" y="29603"/>
                    <a:pt x="30555" y="37028"/>
                    <a:pt x="18717" y="37288"/>
                  </a:cubicBezTo>
                  <a:cubicBezTo>
                    <a:pt x="7681" y="37524"/>
                    <a:pt x="264" y="30421"/>
                    <a:pt x="20" y="19118"/>
                  </a:cubicBezTo>
                  <a:cubicBezTo>
                    <a:pt x="-240" y="7547"/>
                    <a:pt x="6871" y="390"/>
                    <a:pt x="18717" y="130"/>
                  </a:cubicBezTo>
                </a:path>
              </a:pathLst>
            </a:custGeom>
            <a:grpFill/>
            <a:ln w="78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fr-FR" sz="2400"/>
            </a:p>
          </p:txBody>
        </p:sp>
      </p:grpSp>
    </p:spTree>
    <p:extLst>
      <p:ext uri="{BB962C8B-B14F-4D97-AF65-F5344CB8AC3E}">
        <p14:creationId xmlns:p14="http://schemas.microsoft.com/office/powerpoint/2010/main" val="2127313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3335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Cover Title with Image (Dark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061F378-E818-498E-989A-601A8E73F31E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7886700" y="6046107"/>
            <a:ext cx="2743200" cy="366183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XX . XX . XXXX</a:t>
            </a:r>
          </a:p>
        </p:txBody>
      </p:sp>
      <p:grpSp>
        <p:nvGrpSpPr>
          <p:cNvPr id="13" name="Graphique 7">
            <a:extLst>
              <a:ext uri="{FF2B5EF4-FFF2-40B4-BE49-F238E27FC236}">
                <a16:creationId xmlns:a16="http://schemas.microsoft.com/office/drawing/2014/main" id="{9EDD880A-DFFE-4F0B-ACE0-49E81EAC5C57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8690962" y="516249"/>
            <a:ext cx="1134681" cy="292121"/>
            <a:chOff x="4767702" y="-472136"/>
            <a:chExt cx="745525" cy="191931"/>
          </a:xfrm>
          <a:solidFill>
            <a:schemeClr val="bg1"/>
          </a:solidFill>
        </p:grpSpPr>
        <p:sp>
          <p:nvSpPr>
            <p:cNvPr id="14" name="Forme libre : forme 13">
              <a:extLst>
                <a:ext uri="{FF2B5EF4-FFF2-40B4-BE49-F238E27FC236}">
                  <a16:creationId xmlns:a16="http://schemas.microsoft.com/office/drawing/2014/main" id="{23232CF7-6A63-4E62-9BB3-AEC2E2985622}"/>
                </a:ext>
              </a:extLst>
            </p:cNvPr>
            <p:cNvSpPr/>
            <p:nvPr/>
          </p:nvSpPr>
          <p:spPr>
            <a:xfrm>
              <a:off x="4770087" y="-471716"/>
              <a:ext cx="740699" cy="191096"/>
            </a:xfrm>
            <a:custGeom>
              <a:avLst/>
              <a:gdLst>
                <a:gd name="connsiteX0" fmla="*/ 689325 w 740699"/>
                <a:gd name="connsiteY0" fmla="*/ 7347 h 191096"/>
                <a:gd name="connsiteX1" fmla="*/ 688790 w 740699"/>
                <a:gd name="connsiteY1" fmla="*/ 10847 h 191096"/>
                <a:gd name="connsiteX2" fmla="*/ 686092 w 740699"/>
                <a:gd name="connsiteY2" fmla="*/ 24840 h 191096"/>
                <a:gd name="connsiteX3" fmla="*/ 680980 w 740699"/>
                <a:gd name="connsiteY3" fmla="*/ 29953 h 191096"/>
                <a:gd name="connsiteX4" fmla="*/ 667797 w 740699"/>
                <a:gd name="connsiteY4" fmla="*/ 28608 h 191096"/>
                <a:gd name="connsiteX5" fmla="*/ 646528 w 740699"/>
                <a:gd name="connsiteY5" fmla="*/ 50946 h 191096"/>
                <a:gd name="connsiteX6" fmla="*/ 646528 w 740699"/>
                <a:gd name="connsiteY6" fmla="*/ 53911 h 191096"/>
                <a:gd name="connsiteX7" fmla="*/ 680712 w 740699"/>
                <a:gd name="connsiteY7" fmla="*/ 53911 h 191096"/>
                <a:gd name="connsiteX8" fmla="*/ 686092 w 740699"/>
                <a:gd name="connsiteY8" fmla="*/ 59559 h 191096"/>
                <a:gd name="connsiteX9" fmla="*/ 686092 w 740699"/>
                <a:gd name="connsiteY9" fmla="*/ 78130 h 191096"/>
                <a:gd name="connsiteX10" fmla="*/ 680712 w 740699"/>
                <a:gd name="connsiteY10" fmla="*/ 83518 h 191096"/>
                <a:gd name="connsiteX11" fmla="*/ 646528 w 740699"/>
                <a:gd name="connsiteY11" fmla="*/ 83518 h 191096"/>
                <a:gd name="connsiteX12" fmla="*/ 646528 w 740699"/>
                <a:gd name="connsiteY12" fmla="*/ 183097 h 191096"/>
                <a:gd name="connsiteX13" fmla="*/ 641148 w 740699"/>
                <a:gd name="connsiteY13" fmla="*/ 188485 h 191096"/>
                <a:gd name="connsiteX14" fmla="*/ 617197 w 740699"/>
                <a:gd name="connsiteY14" fmla="*/ 188485 h 191096"/>
                <a:gd name="connsiteX15" fmla="*/ 611809 w 740699"/>
                <a:gd name="connsiteY15" fmla="*/ 183097 h 191096"/>
                <a:gd name="connsiteX16" fmla="*/ 611809 w 740699"/>
                <a:gd name="connsiteY16" fmla="*/ 56602 h 191096"/>
                <a:gd name="connsiteX17" fmla="*/ 666987 w 740699"/>
                <a:gd name="connsiteY17" fmla="*/ 79 h 191096"/>
                <a:gd name="connsiteX18" fmla="*/ 683945 w 740699"/>
                <a:gd name="connsiteY18" fmla="*/ 1966 h 191096"/>
                <a:gd name="connsiteX19" fmla="*/ 689325 w 740699"/>
                <a:gd name="connsiteY19" fmla="*/ 7347 h 191096"/>
                <a:gd name="connsiteX20" fmla="*/ 741003 w 740699"/>
                <a:gd name="connsiteY20" fmla="*/ 59292 h 191096"/>
                <a:gd name="connsiteX21" fmla="*/ 741003 w 740699"/>
                <a:gd name="connsiteY21" fmla="*/ 183097 h 191096"/>
                <a:gd name="connsiteX22" fmla="*/ 735615 w 740699"/>
                <a:gd name="connsiteY22" fmla="*/ 188485 h 191096"/>
                <a:gd name="connsiteX23" fmla="*/ 711396 w 740699"/>
                <a:gd name="connsiteY23" fmla="*/ 188485 h 191096"/>
                <a:gd name="connsiteX24" fmla="*/ 706008 w 740699"/>
                <a:gd name="connsiteY24" fmla="*/ 183097 h 191096"/>
                <a:gd name="connsiteX25" fmla="*/ 706008 w 740699"/>
                <a:gd name="connsiteY25" fmla="*/ 59292 h 191096"/>
                <a:gd name="connsiteX26" fmla="*/ 711396 w 740699"/>
                <a:gd name="connsiteY26" fmla="*/ 53911 h 191096"/>
                <a:gd name="connsiteX27" fmla="*/ 735615 w 740699"/>
                <a:gd name="connsiteY27" fmla="*/ 53911 h 191096"/>
                <a:gd name="connsiteX28" fmla="*/ 741003 w 740699"/>
                <a:gd name="connsiteY28" fmla="*/ 59292 h 191096"/>
                <a:gd name="connsiteX29" fmla="*/ 518954 w 740699"/>
                <a:gd name="connsiteY29" fmla="*/ 158879 h 191096"/>
                <a:gd name="connsiteX30" fmla="*/ 485847 w 740699"/>
                <a:gd name="connsiteY30" fmla="*/ 121195 h 191096"/>
                <a:gd name="connsiteX31" fmla="*/ 517074 w 740699"/>
                <a:gd name="connsiteY31" fmla="*/ 83518 h 191096"/>
                <a:gd name="connsiteX32" fmla="*/ 550173 w 740699"/>
                <a:gd name="connsiteY32" fmla="*/ 121195 h 191096"/>
                <a:gd name="connsiteX33" fmla="*/ 518954 w 740699"/>
                <a:gd name="connsiteY33" fmla="*/ 158879 h 191096"/>
                <a:gd name="connsiteX34" fmla="*/ 517074 w 740699"/>
                <a:gd name="connsiteY34" fmla="*/ 51221 h 191096"/>
                <a:gd name="connsiteX35" fmla="*/ 450317 w 740699"/>
                <a:gd name="connsiteY35" fmla="*/ 121195 h 191096"/>
                <a:gd name="connsiteX36" fmla="*/ 518954 w 740699"/>
                <a:gd name="connsiteY36" fmla="*/ 191176 h 191096"/>
                <a:gd name="connsiteX37" fmla="*/ 585702 w 740699"/>
                <a:gd name="connsiteY37" fmla="*/ 121195 h 191096"/>
                <a:gd name="connsiteX38" fmla="*/ 517074 w 740699"/>
                <a:gd name="connsiteY38" fmla="*/ 51221 h 191096"/>
                <a:gd name="connsiteX39" fmla="*/ 424486 w 740699"/>
                <a:gd name="connsiteY39" fmla="*/ 101813 h 191096"/>
                <a:gd name="connsiteX40" fmla="*/ 424486 w 740699"/>
                <a:gd name="connsiteY40" fmla="*/ 183097 h 191096"/>
                <a:gd name="connsiteX41" fmla="*/ 419098 w 740699"/>
                <a:gd name="connsiteY41" fmla="*/ 188485 h 191096"/>
                <a:gd name="connsiteX42" fmla="*/ 394880 w 740699"/>
                <a:gd name="connsiteY42" fmla="*/ 188485 h 191096"/>
                <a:gd name="connsiteX43" fmla="*/ 389492 w 740699"/>
                <a:gd name="connsiteY43" fmla="*/ 183097 h 191096"/>
                <a:gd name="connsiteX44" fmla="*/ 389492 w 740699"/>
                <a:gd name="connsiteY44" fmla="*/ 106391 h 191096"/>
                <a:gd name="connsiteX45" fmla="*/ 363385 w 740699"/>
                <a:gd name="connsiteY45" fmla="*/ 83518 h 191096"/>
                <a:gd name="connsiteX46" fmla="*/ 343469 w 740699"/>
                <a:gd name="connsiteY46" fmla="*/ 85665 h 191096"/>
                <a:gd name="connsiteX47" fmla="*/ 337012 w 740699"/>
                <a:gd name="connsiteY47" fmla="*/ 92666 h 191096"/>
                <a:gd name="connsiteX48" fmla="*/ 337012 w 740699"/>
                <a:gd name="connsiteY48" fmla="*/ 183097 h 191096"/>
                <a:gd name="connsiteX49" fmla="*/ 331624 w 740699"/>
                <a:gd name="connsiteY49" fmla="*/ 188485 h 191096"/>
                <a:gd name="connsiteX50" fmla="*/ 307405 w 740699"/>
                <a:gd name="connsiteY50" fmla="*/ 188485 h 191096"/>
                <a:gd name="connsiteX51" fmla="*/ 302017 w 740699"/>
                <a:gd name="connsiteY51" fmla="*/ 183097 h 191096"/>
                <a:gd name="connsiteX52" fmla="*/ 302017 w 740699"/>
                <a:gd name="connsiteY52" fmla="*/ 71672 h 191096"/>
                <a:gd name="connsiteX53" fmla="*/ 308750 w 740699"/>
                <a:gd name="connsiteY53" fmla="*/ 60904 h 191096"/>
                <a:gd name="connsiteX54" fmla="*/ 362850 w 740699"/>
                <a:gd name="connsiteY54" fmla="*/ 51221 h 191096"/>
                <a:gd name="connsiteX55" fmla="*/ 424486 w 740699"/>
                <a:gd name="connsiteY55" fmla="*/ 101813 h 191096"/>
                <a:gd name="connsiteX56" fmla="*/ 122497 w 740699"/>
                <a:gd name="connsiteY56" fmla="*/ 167759 h 191096"/>
                <a:gd name="connsiteX57" fmla="*/ 120342 w 740699"/>
                <a:gd name="connsiteY57" fmla="*/ 183097 h 191096"/>
                <a:gd name="connsiteX58" fmla="*/ 113350 w 740699"/>
                <a:gd name="connsiteY58" fmla="*/ 188485 h 191096"/>
                <a:gd name="connsiteX59" fmla="*/ 89123 w 740699"/>
                <a:gd name="connsiteY59" fmla="*/ 188485 h 191096"/>
                <a:gd name="connsiteX60" fmla="*/ 85088 w 740699"/>
                <a:gd name="connsiteY60" fmla="*/ 184718 h 191096"/>
                <a:gd name="connsiteX61" fmla="*/ 85356 w 740699"/>
                <a:gd name="connsiteY61" fmla="*/ 183097 h 191096"/>
                <a:gd name="connsiteX62" fmla="*/ 86968 w 740699"/>
                <a:gd name="connsiteY62" fmla="*/ 173140 h 191096"/>
                <a:gd name="connsiteX63" fmla="*/ 303 w 740699"/>
                <a:gd name="connsiteY63" fmla="*/ 98589 h 191096"/>
                <a:gd name="connsiteX64" fmla="*/ 59517 w 740699"/>
                <a:gd name="connsiteY64" fmla="*/ 50144 h 191096"/>
                <a:gd name="connsiteX65" fmla="*/ 115230 w 740699"/>
                <a:gd name="connsiteY65" fmla="*/ 64404 h 191096"/>
                <a:gd name="connsiteX66" fmla="*/ 118462 w 740699"/>
                <a:gd name="connsiteY66" fmla="*/ 69792 h 191096"/>
                <a:gd name="connsiteX67" fmla="*/ 117385 w 740699"/>
                <a:gd name="connsiteY67" fmla="*/ 74362 h 191096"/>
                <a:gd name="connsiteX68" fmla="*/ 109039 w 740699"/>
                <a:gd name="connsiteY68" fmla="*/ 92131 h 191096"/>
                <a:gd name="connsiteX69" fmla="*/ 103116 w 740699"/>
                <a:gd name="connsiteY69" fmla="*/ 95899 h 191096"/>
                <a:gd name="connsiteX70" fmla="*/ 99081 w 740699"/>
                <a:gd name="connsiteY70" fmla="*/ 94821 h 191096"/>
                <a:gd name="connsiteX71" fmla="*/ 58439 w 740699"/>
                <a:gd name="connsiteY71" fmla="*/ 82708 h 191096"/>
                <a:gd name="connsiteX72" fmla="*/ 35833 w 740699"/>
                <a:gd name="connsiteY72" fmla="*/ 96166 h 191096"/>
                <a:gd name="connsiteX73" fmla="*/ 122497 w 740699"/>
                <a:gd name="connsiteY73" fmla="*/ 167759 h 191096"/>
                <a:gd name="connsiteX74" fmla="*/ 234191 w 740699"/>
                <a:gd name="connsiteY74" fmla="*/ 149189 h 191096"/>
                <a:gd name="connsiteX75" fmla="*/ 227466 w 740699"/>
                <a:gd name="connsiteY75" fmla="*/ 156456 h 191096"/>
                <a:gd name="connsiteX76" fmla="*/ 209162 w 740699"/>
                <a:gd name="connsiteY76" fmla="*/ 158879 h 191096"/>
                <a:gd name="connsiteX77" fmla="*/ 175788 w 740699"/>
                <a:gd name="connsiteY77" fmla="*/ 121195 h 191096"/>
                <a:gd name="connsiteX78" fmla="*/ 209162 w 740699"/>
                <a:gd name="connsiteY78" fmla="*/ 83518 h 191096"/>
                <a:gd name="connsiteX79" fmla="*/ 227466 w 740699"/>
                <a:gd name="connsiteY79" fmla="*/ 85941 h 191096"/>
                <a:gd name="connsiteX80" fmla="*/ 234191 w 740699"/>
                <a:gd name="connsiteY80" fmla="*/ 93201 h 191096"/>
                <a:gd name="connsiteX81" fmla="*/ 234191 w 740699"/>
                <a:gd name="connsiteY81" fmla="*/ 149189 h 191096"/>
                <a:gd name="connsiteX82" fmla="*/ 262452 w 740699"/>
                <a:gd name="connsiteY82" fmla="*/ 61179 h 191096"/>
                <a:gd name="connsiteX83" fmla="*/ 209430 w 740699"/>
                <a:gd name="connsiteY83" fmla="*/ 51221 h 191096"/>
                <a:gd name="connsiteX84" fmla="*/ 140258 w 740699"/>
                <a:gd name="connsiteY84" fmla="*/ 121195 h 191096"/>
                <a:gd name="connsiteX85" fmla="*/ 208895 w 740699"/>
                <a:gd name="connsiteY85" fmla="*/ 191176 h 191096"/>
                <a:gd name="connsiteX86" fmla="*/ 262452 w 740699"/>
                <a:gd name="connsiteY86" fmla="*/ 180407 h 191096"/>
                <a:gd name="connsiteX87" fmla="*/ 269185 w 740699"/>
                <a:gd name="connsiteY87" fmla="*/ 169639 h 191096"/>
                <a:gd name="connsiteX88" fmla="*/ 269185 w 740699"/>
                <a:gd name="connsiteY88" fmla="*/ 71940 h 191096"/>
                <a:gd name="connsiteX89" fmla="*/ 262452 w 740699"/>
                <a:gd name="connsiteY89" fmla="*/ 61179 h 191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740699" h="191096">
                  <a:moveTo>
                    <a:pt x="689325" y="7347"/>
                  </a:moveTo>
                  <a:cubicBezTo>
                    <a:pt x="689325" y="8511"/>
                    <a:pt x="689026" y="9604"/>
                    <a:pt x="688790" y="10847"/>
                  </a:cubicBezTo>
                  <a:lnTo>
                    <a:pt x="686092" y="24840"/>
                  </a:lnTo>
                  <a:cubicBezTo>
                    <a:pt x="685558" y="28073"/>
                    <a:pt x="684213" y="29953"/>
                    <a:pt x="680980" y="29953"/>
                  </a:cubicBezTo>
                  <a:cubicBezTo>
                    <a:pt x="678974" y="29953"/>
                    <a:pt x="673177" y="28608"/>
                    <a:pt x="667797" y="28608"/>
                  </a:cubicBezTo>
                  <a:cubicBezTo>
                    <a:pt x="652993" y="28608"/>
                    <a:pt x="646528" y="36143"/>
                    <a:pt x="646528" y="50946"/>
                  </a:cubicBezTo>
                  <a:lnTo>
                    <a:pt x="646528" y="53911"/>
                  </a:lnTo>
                  <a:lnTo>
                    <a:pt x="680712" y="53911"/>
                  </a:lnTo>
                  <a:cubicBezTo>
                    <a:pt x="684213" y="53911"/>
                    <a:pt x="686092" y="56059"/>
                    <a:pt x="686092" y="59559"/>
                  </a:cubicBezTo>
                  <a:lnTo>
                    <a:pt x="686092" y="78130"/>
                  </a:lnTo>
                  <a:cubicBezTo>
                    <a:pt x="686092" y="81363"/>
                    <a:pt x="684213" y="83518"/>
                    <a:pt x="680712" y="83518"/>
                  </a:cubicBezTo>
                  <a:lnTo>
                    <a:pt x="646528" y="83518"/>
                  </a:lnTo>
                  <a:lnTo>
                    <a:pt x="646528" y="183097"/>
                  </a:lnTo>
                  <a:cubicBezTo>
                    <a:pt x="646528" y="186330"/>
                    <a:pt x="644380" y="188485"/>
                    <a:pt x="641148" y="188485"/>
                  </a:cubicBezTo>
                  <a:lnTo>
                    <a:pt x="617197" y="188485"/>
                  </a:lnTo>
                  <a:cubicBezTo>
                    <a:pt x="613964" y="188485"/>
                    <a:pt x="611809" y="186330"/>
                    <a:pt x="611809" y="183097"/>
                  </a:cubicBezTo>
                  <a:lnTo>
                    <a:pt x="611809" y="56602"/>
                  </a:lnTo>
                  <a:cubicBezTo>
                    <a:pt x="611809" y="17839"/>
                    <a:pt x="633612" y="79"/>
                    <a:pt x="666987" y="79"/>
                  </a:cubicBezTo>
                  <a:cubicBezTo>
                    <a:pt x="672729" y="79"/>
                    <a:pt x="678557" y="621"/>
                    <a:pt x="683945" y="1966"/>
                  </a:cubicBezTo>
                  <a:cubicBezTo>
                    <a:pt x="687713" y="2769"/>
                    <a:pt x="689325" y="4358"/>
                    <a:pt x="689325" y="7347"/>
                  </a:cubicBezTo>
                  <a:moveTo>
                    <a:pt x="741003" y="59292"/>
                  </a:moveTo>
                  <a:lnTo>
                    <a:pt x="741003" y="183097"/>
                  </a:lnTo>
                  <a:cubicBezTo>
                    <a:pt x="741003" y="186330"/>
                    <a:pt x="738848" y="188485"/>
                    <a:pt x="735615" y="188485"/>
                  </a:cubicBezTo>
                  <a:lnTo>
                    <a:pt x="711396" y="188485"/>
                  </a:lnTo>
                  <a:cubicBezTo>
                    <a:pt x="708164" y="188485"/>
                    <a:pt x="706008" y="186330"/>
                    <a:pt x="706008" y="183097"/>
                  </a:cubicBezTo>
                  <a:lnTo>
                    <a:pt x="706008" y="59292"/>
                  </a:lnTo>
                  <a:cubicBezTo>
                    <a:pt x="706008" y="56059"/>
                    <a:pt x="708164" y="53911"/>
                    <a:pt x="711396" y="53911"/>
                  </a:cubicBezTo>
                  <a:lnTo>
                    <a:pt x="735615" y="53911"/>
                  </a:lnTo>
                  <a:cubicBezTo>
                    <a:pt x="738848" y="53911"/>
                    <a:pt x="741003" y="56059"/>
                    <a:pt x="741003" y="59292"/>
                  </a:cubicBezTo>
                  <a:moveTo>
                    <a:pt x="518954" y="158879"/>
                  </a:moveTo>
                  <a:cubicBezTo>
                    <a:pt x="499038" y="158879"/>
                    <a:pt x="485847" y="145956"/>
                    <a:pt x="485847" y="121195"/>
                  </a:cubicBezTo>
                  <a:cubicBezTo>
                    <a:pt x="485847" y="96433"/>
                    <a:pt x="499038" y="83518"/>
                    <a:pt x="517074" y="83518"/>
                  </a:cubicBezTo>
                  <a:cubicBezTo>
                    <a:pt x="536990" y="83518"/>
                    <a:pt x="550173" y="96433"/>
                    <a:pt x="550173" y="121195"/>
                  </a:cubicBezTo>
                  <a:cubicBezTo>
                    <a:pt x="550173" y="145956"/>
                    <a:pt x="536990" y="158879"/>
                    <a:pt x="518954" y="158879"/>
                  </a:cubicBezTo>
                  <a:moveTo>
                    <a:pt x="517074" y="51221"/>
                  </a:moveTo>
                  <a:cubicBezTo>
                    <a:pt x="476699" y="51221"/>
                    <a:pt x="450317" y="80553"/>
                    <a:pt x="450317" y="121195"/>
                  </a:cubicBezTo>
                  <a:cubicBezTo>
                    <a:pt x="450317" y="161837"/>
                    <a:pt x="476699" y="191176"/>
                    <a:pt x="518954" y="191176"/>
                  </a:cubicBezTo>
                  <a:cubicBezTo>
                    <a:pt x="559328" y="191176"/>
                    <a:pt x="585702" y="161837"/>
                    <a:pt x="585702" y="121195"/>
                  </a:cubicBezTo>
                  <a:cubicBezTo>
                    <a:pt x="585702" y="80553"/>
                    <a:pt x="559328" y="51221"/>
                    <a:pt x="517074" y="51221"/>
                  </a:cubicBezTo>
                  <a:moveTo>
                    <a:pt x="424486" y="101813"/>
                  </a:moveTo>
                  <a:lnTo>
                    <a:pt x="424486" y="183097"/>
                  </a:lnTo>
                  <a:cubicBezTo>
                    <a:pt x="424486" y="186330"/>
                    <a:pt x="422331" y="188485"/>
                    <a:pt x="419098" y="188485"/>
                  </a:cubicBezTo>
                  <a:lnTo>
                    <a:pt x="394880" y="188485"/>
                  </a:lnTo>
                  <a:cubicBezTo>
                    <a:pt x="391647" y="188485"/>
                    <a:pt x="389492" y="186330"/>
                    <a:pt x="389492" y="183097"/>
                  </a:cubicBezTo>
                  <a:lnTo>
                    <a:pt x="389492" y="106391"/>
                  </a:lnTo>
                  <a:cubicBezTo>
                    <a:pt x="389492" y="90243"/>
                    <a:pt x="377921" y="83518"/>
                    <a:pt x="363385" y="83518"/>
                  </a:cubicBezTo>
                  <a:cubicBezTo>
                    <a:pt x="355040" y="83518"/>
                    <a:pt x="350470" y="84053"/>
                    <a:pt x="343469" y="85665"/>
                  </a:cubicBezTo>
                  <a:cubicBezTo>
                    <a:pt x="339159" y="86743"/>
                    <a:pt x="337012" y="88631"/>
                    <a:pt x="337012" y="92666"/>
                  </a:cubicBezTo>
                  <a:lnTo>
                    <a:pt x="337012" y="183097"/>
                  </a:lnTo>
                  <a:cubicBezTo>
                    <a:pt x="337012" y="186330"/>
                    <a:pt x="334856" y="188485"/>
                    <a:pt x="331624" y="188485"/>
                  </a:cubicBezTo>
                  <a:lnTo>
                    <a:pt x="307405" y="188485"/>
                  </a:lnTo>
                  <a:cubicBezTo>
                    <a:pt x="304172" y="188485"/>
                    <a:pt x="302017" y="186330"/>
                    <a:pt x="302017" y="183097"/>
                  </a:cubicBezTo>
                  <a:lnTo>
                    <a:pt x="302017" y="71672"/>
                  </a:lnTo>
                  <a:cubicBezTo>
                    <a:pt x="302017" y="65482"/>
                    <a:pt x="304982" y="62249"/>
                    <a:pt x="308750" y="60904"/>
                  </a:cubicBezTo>
                  <a:cubicBezTo>
                    <a:pt x="328399" y="53911"/>
                    <a:pt x="346970" y="51221"/>
                    <a:pt x="362850" y="51221"/>
                  </a:cubicBezTo>
                  <a:cubicBezTo>
                    <a:pt x="404295" y="51221"/>
                    <a:pt x="424486" y="68982"/>
                    <a:pt x="424486" y="101813"/>
                  </a:cubicBezTo>
                  <a:moveTo>
                    <a:pt x="122497" y="167759"/>
                  </a:moveTo>
                  <a:cubicBezTo>
                    <a:pt x="122497" y="172337"/>
                    <a:pt x="121963" y="178528"/>
                    <a:pt x="120342" y="183097"/>
                  </a:cubicBezTo>
                  <a:cubicBezTo>
                    <a:pt x="118997" y="187140"/>
                    <a:pt x="117385" y="188485"/>
                    <a:pt x="113350" y="188485"/>
                  </a:cubicBezTo>
                  <a:lnTo>
                    <a:pt x="89123" y="188485"/>
                  </a:lnTo>
                  <a:cubicBezTo>
                    <a:pt x="86433" y="188485"/>
                    <a:pt x="85088" y="186865"/>
                    <a:pt x="85088" y="184718"/>
                  </a:cubicBezTo>
                  <a:cubicBezTo>
                    <a:pt x="85088" y="184175"/>
                    <a:pt x="85088" y="183640"/>
                    <a:pt x="85356" y="183097"/>
                  </a:cubicBezTo>
                  <a:cubicBezTo>
                    <a:pt x="86433" y="179597"/>
                    <a:pt x="86968" y="177175"/>
                    <a:pt x="86968" y="173140"/>
                  </a:cubicBezTo>
                  <a:cubicBezTo>
                    <a:pt x="86968" y="133559"/>
                    <a:pt x="303" y="155646"/>
                    <a:pt x="303" y="98589"/>
                  </a:cubicBezTo>
                  <a:cubicBezTo>
                    <a:pt x="303" y="69517"/>
                    <a:pt x="23452" y="50144"/>
                    <a:pt x="59517" y="50144"/>
                  </a:cubicBezTo>
                  <a:cubicBezTo>
                    <a:pt x="78623" y="50144"/>
                    <a:pt x="98546" y="54714"/>
                    <a:pt x="115230" y="64404"/>
                  </a:cubicBezTo>
                  <a:cubicBezTo>
                    <a:pt x="117393" y="65490"/>
                    <a:pt x="118462" y="67637"/>
                    <a:pt x="118462" y="69792"/>
                  </a:cubicBezTo>
                  <a:cubicBezTo>
                    <a:pt x="118462" y="71137"/>
                    <a:pt x="118164" y="72710"/>
                    <a:pt x="117385" y="74362"/>
                  </a:cubicBezTo>
                  <a:lnTo>
                    <a:pt x="109039" y="92131"/>
                  </a:lnTo>
                  <a:cubicBezTo>
                    <a:pt x="107962" y="94553"/>
                    <a:pt x="105539" y="95899"/>
                    <a:pt x="103116" y="95899"/>
                  </a:cubicBezTo>
                  <a:cubicBezTo>
                    <a:pt x="101771" y="95899"/>
                    <a:pt x="100426" y="95623"/>
                    <a:pt x="99081" y="94821"/>
                  </a:cubicBezTo>
                  <a:cubicBezTo>
                    <a:pt x="85356" y="87286"/>
                    <a:pt x="72165" y="82708"/>
                    <a:pt x="58439" y="82708"/>
                  </a:cubicBezTo>
                  <a:cubicBezTo>
                    <a:pt x="44179" y="82708"/>
                    <a:pt x="35833" y="87923"/>
                    <a:pt x="35833" y="96166"/>
                  </a:cubicBezTo>
                  <a:cubicBezTo>
                    <a:pt x="35833" y="121368"/>
                    <a:pt x="122497" y="106659"/>
                    <a:pt x="122497" y="167759"/>
                  </a:cubicBezTo>
                  <a:moveTo>
                    <a:pt x="234191" y="149189"/>
                  </a:moveTo>
                  <a:cubicBezTo>
                    <a:pt x="234191" y="153224"/>
                    <a:pt x="232043" y="155111"/>
                    <a:pt x="227466" y="156456"/>
                  </a:cubicBezTo>
                  <a:cubicBezTo>
                    <a:pt x="221543" y="158069"/>
                    <a:pt x="216430" y="158879"/>
                    <a:pt x="209162" y="158879"/>
                  </a:cubicBezTo>
                  <a:cubicBezTo>
                    <a:pt x="191936" y="158879"/>
                    <a:pt x="175788" y="148646"/>
                    <a:pt x="175788" y="121195"/>
                  </a:cubicBezTo>
                  <a:cubicBezTo>
                    <a:pt x="175788" y="93743"/>
                    <a:pt x="191936" y="83518"/>
                    <a:pt x="209162" y="83518"/>
                  </a:cubicBezTo>
                  <a:cubicBezTo>
                    <a:pt x="216430" y="83518"/>
                    <a:pt x="221543" y="84320"/>
                    <a:pt x="227466" y="85941"/>
                  </a:cubicBezTo>
                  <a:cubicBezTo>
                    <a:pt x="232043" y="87286"/>
                    <a:pt x="234191" y="89165"/>
                    <a:pt x="234191" y="93201"/>
                  </a:cubicBezTo>
                  <a:lnTo>
                    <a:pt x="234191" y="149189"/>
                  </a:lnTo>
                  <a:close/>
                  <a:moveTo>
                    <a:pt x="262452" y="61179"/>
                  </a:moveTo>
                  <a:cubicBezTo>
                    <a:pt x="244692" y="54446"/>
                    <a:pt x="228000" y="51221"/>
                    <a:pt x="209430" y="51221"/>
                  </a:cubicBezTo>
                  <a:cubicBezTo>
                    <a:pt x="168795" y="51221"/>
                    <a:pt x="140258" y="78405"/>
                    <a:pt x="140258" y="121195"/>
                  </a:cubicBezTo>
                  <a:cubicBezTo>
                    <a:pt x="140258" y="164527"/>
                    <a:pt x="165020" y="191176"/>
                    <a:pt x="208895" y="191176"/>
                  </a:cubicBezTo>
                  <a:cubicBezTo>
                    <a:pt x="226655" y="191176"/>
                    <a:pt x="243881" y="188210"/>
                    <a:pt x="262452" y="180407"/>
                  </a:cubicBezTo>
                  <a:cubicBezTo>
                    <a:pt x="266763" y="178528"/>
                    <a:pt x="269185" y="175562"/>
                    <a:pt x="269185" y="169639"/>
                  </a:cubicBezTo>
                  <a:lnTo>
                    <a:pt x="269185" y="71940"/>
                  </a:lnTo>
                  <a:cubicBezTo>
                    <a:pt x="269185" y="65749"/>
                    <a:pt x="266763" y="62792"/>
                    <a:pt x="262452" y="61179"/>
                  </a:cubicBezTo>
                </a:path>
              </a:pathLst>
            </a:custGeom>
            <a:grpFill/>
            <a:ln w="78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US" sz="2400" noProof="0"/>
            </a:p>
          </p:txBody>
        </p:sp>
        <p:sp>
          <p:nvSpPr>
            <p:cNvPr id="15" name="Forme libre : forme 14">
              <a:extLst>
                <a:ext uri="{FF2B5EF4-FFF2-40B4-BE49-F238E27FC236}">
                  <a16:creationId xmlns:a16="http://schemas.microsoft.com/office/drawing/2014/main" id="{57EF7850-35A6-4B4B-BC7E-9FC7583FB3C6}"/>
                </a:ext>
              </a:extLst>
            </p:cNvPr>
            <p:cNvSpPr/>
            <p:nvPr/>
          </p:nvSpPr>
          <p:spPr>
            <a:xfrm rot="-73896" flipV="1">
              <a:off x="5474877" y="-471733"/>
              <a:ext cx="37949" cy="37711"/>
            </a:xfrm>
            <a:custGeom>
              <a:avLst/>
              <a:gdLst>
                <a:gd name="connsiteX0" fmla="*/ 19483 w 37949"/>
                <a:gd name="connsiteY0" fmla="*/ 17 h 37711"/>
                <a:gd name="connsiteX1" fmla="*/ 38456 w 37949"/>
                <a:gd name="connsiteY1" fmla="*/ 18454 h 37711"/>
                <a:gd name="connsiteX2" fmla="*/ 19491 w 37949"/>
                <a:gd name="connsiteY2" fmla="*/ 37717 h 37711"/>
                <a:gd name="connsiteX3" fmla="*/ 519 w 37949"/>
                <a:gd name="connsiteY3" fmla="*/ 19272 h 37711"/>
                <a:gd name="connsiteX4" fmla="*/ 19483 w 37949"/>
                <a:gd name="connsiteY4" fmla="*/ 17 h 37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49" h="37711">
                  <a:moveTo>
                    <a:pt x="19483" y="17"/>
                  </a:moveTo>
                  <a:cubicBezTo>
                    <a:pt x="30519" y="-219"/>
                    <a:pt x="38212" y="6883"/>
                    <a:pt x="38456" y="18454"/>
                  </a:cubicBezTo>
                  <a:cubicBezTo>
                    <a:pt x="38715" y="30300"/>
                    <a:pt x="31329" y="37457"/>
                    <a:pt x="19491" y="37717"/>
                  </a:cubicBezTo>
                  <a:cubicBezTo>
                    <a:pt x="8188" y="37953"/>
                    <a:pt x="771" y="31118"/>
                    <a:pt x="519" y="19272"/>
                  </a:cubicBezTo>
                  <a:cubicBezTo>
                    <a:pt x="267" y="7701"/>
                    <a:pt x="7378" y="284"/>
                    <a:pt x="19483" y="17"/>
                  </a:cubicBezTo>
                </a:path>
              </a:pathLst>
            </a:custGeom>
            <a:grpFill/>
            <a:ln w="78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US" sz="2400" noProof="0">
                <a:solidFill>
                  <a:schemeClr val="accent2"/>
                </a:solidFill>
              </a:endParaRPr>
            </a:p>
          </p:txBody>
        </p:sp>
        <p:sp>
          <p:nvSpPr>
            <p:cNvPr id="18" name="Forme libre : forme 17">
              <a:extLst>
                <a:ext uri="{FF2B5EF4-FFF2-40B4-BE49-F238E27FC236}">
                  <a16:creationId xmlns:a16="http://schemas.microsoft.com/office/drawing/2014/main" id="{2E436654-D7D3-4BBB-9470-2F10DA8514EE}"/>
                </a:ext>
              </a:extLst>
            </p:cNvPr>
            <p:cNvSpPr/>
            <p:nvPr/>
          </p:nvSpPr>
          <p:spPr>
            <a:xfrm rot="10725025" flipV="1">
              <a:off x="4768103" y="-317778"/>
              <a:ext cx="37406" cy="37169"/>
            </a:xfrm>
            <a:custGeom>
              <a:avLst/>
              <a:gdLst>
                <a:gd name="connsiteX0" fmla="*/ 18717 w 37406"/>
                <a:gd name="connsiteY0" fmla="*/ 130 h 37169"/>
                <a:gd name="connsiteX1" fmla="*/ 37414 w 37406"/>
                <a:gd name="connsiteY1" fmla="*/ 18300 h 37169"/>
                <a:gd name="connsiteX2" fmla="*/ 18717 w 37406"/>
                <a:gd name="connsiteY2" fmla="*/ 37288 h 37169"/>
                <a:gd name="connsiteX3" fmla="*/ 20 w 37406"/>
                <a:gd name="connsiteY3" fmla="*/ 19118 h 37169"/>
                <a:gd name="connsiteX4" fmla="*/ 18717 w 37406"/>
                <a:gd name="connsiteY4" fmla="*/ 130 h 37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406" h="37169">
                  <a:moveTo>
                    <a:pt x="18717" y="130"/>
                  </a:moveTo>
                  <a:cubicBezTo>
                    <a:pt x="29745" y="-106"/>
                    <a:pt x="37162" y="6729"/>
                    <a:pt x="37414" y="18300"/>
                  </a:cubicBezTo>
                  <a:cubicBezTo>
                    <a:pt x="37665" y="29603"/>
                    <a:pt x="30555" y="37028"/>
                    <a:pt x="18717" y="37288"/>
                  </a:cubicBezTo>
                  <a:cubicBezTo>
                    <a:pt x="7681" y="37524"/>
                    <a:pt x="264" y="30421"/>
                    <a:pt x="20" y="19118"/>
                  </a:cubicBezTo>
                  <a:cubicBezTo>
                    <a:pt x="-240" y="7547"/>
                    <a:pt x="6871" y="390"/>
                    <a:pt x="18717" y="130"/>
                  </a:cubicBezTo>
                </a:path>
              </a:pathLst>
            </a:custGeom>
            <a:grpFill/>
            <a:ln w="78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US" sz="2400" noProof="0"/>
            </a:p>
          </p:txBody>
        </p:sp>
      </p:grpSp>
      <p:sp>
        <p:nvSpPr>
          <p:cNvPr id="37" name="Espace réservé pour une image  36">
            <a:extLst>
              <a:ext uri="{FF2B5EF4-FFF2-40B4-BE49-F238E27FC236}">
                <a16:creationId xmlns:a16="http://schemas.microsoft.com/office/drawing/2014/main" id="{B393D89D-0FFD-4664-8FAD-EE45D64CF7A7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" y="0"/>
            <a:ext cx="6374847" cy="6858000"/>
          </a:xfrm>
          <a:custGeom>
            <a:avLst/>
            <a:gdLst>
              <a:gd name="connsiteX0" fmla="*/ 0 w 4781135"/>
              <a:gd name="connsiteY0" fmla="*/ 0 h 5143500"/>
              <a:gd name="connsiteX1" fmla="*/ 3673235 w 4781135"/>
              <a:gd name="connsiteY1" fmla="*/ 0 h 5143500"/>
              <a:gd name="connsiteX2" fmla="*/ 3843349 w 4781135"/>
              <a:gd name="connsiteY2" fmla="*/ 145970 h 5143500"/>
              <a:gd name="connsiteX3" fmla="*/ 4781135 w 4781135"/>
              <a:gd name="connsiteY3" fmla="*/ 2622891 h 5143500"/>
              <a:gd name="connsiteX4" fmla="*/ 3861453 w 4781135"/>
              <a:gd name="connsiteY4" fmla="*/ 5081299 h 5143500"/>
              <a:gd name="connsiteX5" fmla="*/ 3792118 w 4781135"/>
              <a:gd name="connsiteY5" fmla="*/ 5143500 h 5143500"/>
              <a:gd name="connsiteX6" fmla="*/ 0 w 4781135"/>
              <a:gd name="connsiteY6" fmla="*/ 514350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781135" h="5143500">
                <a:moveTo>
                  <a:pt x="0" y="0"/>
                </a:moveTo>
                <a:lnTo>
                  <a:pt x="3673235" y="0"/>
                </a:lnTo>
                <a:lnTo>
                  <a:pt x="3843349" y="145970"/>
                </a:lnTo>
                <a:cubicBezTo>
                  <a:pt x="4444478" y="723140"/>
                  <a:pt x="4781135" y="1564827"/>
                  <a:pt x="4781135" y="2622891"/>
                </a:cubicBezTo>
                <a:cubicBezTo>
                  <a:pt x="4781257" y="3656845"/>
                  <a:pt x="4444586" y="4498301"/>
                  <a:pt x="3861453" y="5081299"/>
                </a:cubicBezTo>
                <a:lnTo>
                  <a:pt x="3792118" y="5143500"/>
                </a:lnTo>
                <a:lnTo>
                  <a:pt x="0" y="51435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r>
              <a:rPr lang="fr-FR" noProof="0"/>
              <a:t>Cliquez sur l'icône pour ajouter une image</a:t>
            </a:r>
            <a:endParaRPr lang="en-US" noProof="0"/>
          </a:p>
        </p:txBody>
      </p:sp>
      <p:sp>
        <p:nvSpPr>
          <p:cNvPr id="11" name="Espace réservé du graphique SmartArt 11">
            <a:extLst>
              <a:ext uri="{FF2B5EF4-FFF2-40B4-BE49-F238E27FC236}">
                <a16:creationId xmlns:a16="http://schemas.microsoft.com/office/drawing/2014/main" id="{540F3744-EAB0-48D1-B7AE-720C8628C071}"/>
              </a:ext>
            </a:extLst>
          </p:cNvPr>
          <p:cNvSpPr>
            <a:spLocks noGrp="1" noChangeAspect="1"/>
          </p:cNvSpPr>
          <p:nvPr>
            <p:ph type="dgm" sz="quarter" idx="14"/>
          </p:nvPr>
        </p:nvSpPr>
        <p:spPr>
          <a:xfrm>
            <a:off x="9190080" y="1763754"/>
            <a:ext cx="136443" cy="135473"/>
          </a:xfrm>
          <a:custGeom>
            <a:avLst/>
            <a:gdLst>
              <a:gd name="connsiteX0" fmla="*/ 122355 w 250013"/>
              <a:gd name="connsiteY0" fmla="*/ 0 h 248243"/>
              <a:gd name="connsiteX1" fmla="*/ 250013 w 250013"/>
              <a:gd name="connsiteY1" fmla="*/ 124134 h 248243"/>
              <a:gd name="connsiteX2" fmla="*/ 127674 w 250013"/>
              <a:gd name="connsiteY2" fmla="*/ 248243 h 248243"/>
              <a:gd name="connsiteX3" fmla="*/ 1 w 250013"/>
              <a:gd name="connsiteY3" fmla="*/ 124125 h 248243"/>
              <a:gd name="connsiteX4" fmla="*/ 122355 w 250013"/>
              <a:gd name="connsiteY4" fmla="*/ 0 h 248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0013" h="248243">
                <a:moveTo>
                  <a:pt x="122355" y="0"/>
                </a:moveTo>
                <a:cubicBezTo>
                  <a:pt x="200363" y="0"/>
                  <a:pt x="250013" y="46111"/>
                  <a:pt x="250013" y="124134"/>
                </a:cubicBezTo>
                <a:cubicBezTo>
                  <a:pt x="250022" y="200379"/>
                  <a:pt x="200361" y="248234"/>
                  <a:pt x="127674" y="248243"/>
                </a:cubicBezTo>
                <a:cubicBezTo>
                  <a:pt x="47872" y="248236"/>
                  <a:pt x="-6" y="200370"/>
                  <a:pt x="1" y="124125"/>
                </a:cubicBezTo>
                <a:cubicBezTo>
                  <a:pt x="0" y="46103"/>
                  <a:pt x="47874" y="2"/>
                  <a:pt x="122355" y="0"/>
                </a:cubicBezTo>
                <a:close/>
              </a:path>
            </a:pathLst>
          </a:custGeom>
          <a:solidFill>
            <a:schemeClr val="bg1"/>
          </a:solidFill>
          <a:ln w="22225">
            <a:noFill/>
          </a:ln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r>
              <a:rPr lang="fr-FR" noProof="0"/>
              <a:t>Cliquez sur l'icône pour ajouter un graphique SmartArt</a:t>
            </a:r>
            <a:endParaRPr lang="en-US" noProof="0"/>
          </a:p>
        </p:txBody>
      </p:sp>
      <p:sp>
        <p:nvSpPr>
          <p:cNvPr id="16" name="Espace réservé du graphique SmartArt 11">
            <a:extLst>
              <a:ext uri="{FF2B5EF4-FFF2-40B4-BE49-F238E27FC236}">
                <a16:creationId xmlns:a16="http://schemas.microsoft.com/office/drawing/2014/main" id="{E04644FF-725F-4770-81BC-F016774228AE}"/>
              </a:ext>
            </a:extLst>
          </p:cNvPr>
          <p:cNvSpPr>
            <a:spLocks noGrp="1" noChangeAspect="1"/>
          </p:cNvSpPr>
          <p:nvPr>
            <p:ph type="dgm" sz="quarter" idx="19"/>
          </p:nvPr>
        </p:nvSpPr>
        <p:spPr>
          <a:xfrm>
            <a:off x="9190080" y="5169753"/>
            <a:ext cx="136443" cy="135473"/>
          </a:xfrm>
          <a:custGeom>
            <a:avLst/>
            <a:gdLst>
              <a:gd name="connsiteX0" fmla="*/ 122355 w 250013"/>
              <a:gd name="connsiteY0" fmla="*/ 0 h 248243"/>
              <a:gd name="connsiteX1" fmla="*/ 250013 w 250013"/>
              <a:gd name="connsiteY1" fmla="*/ 124134 h 248243"/>
              <a:gd name="connsiteX2" fmla="*/ 127674 w 250013"/>
              <a:gd name="connsiteY2" fmla="*/ 248243 h 248243"/>
              <a:gd name="connsiteX3" fmla="*/ 1 w 250013"/>
              <a:gd name="connsiteY3" fmla="*/ 124125 h 248243"/>
              <a:gd name="connsiteX4" fmla="*/ 122355 w 250013"/>
              <a:gd name="connsiteY4" fmla="*/ 0 h 248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0013" h="248243">
                <a:moveTo>
                  <a:pt x="122355" y="0"/>
                </a:moveTo>
                <a:cubicBezTo>
                  <a:pt x="200363" y="0"/>
                  <a:pt x="250013" y="46111"/>
                  <a:pt x="250013" y="124134"/>
                </a:cubicBezTo>
                <a:cubicBezTo>
                  <a:pt x="250022" y="200379"/>
                  <a:pt x="200361" y="248234"/>
                  <a:pt x="127674" y="248243"/>
                </a:cubicBezTo>
                <a:cubicBezTo>
                  <a:pt x="47872" y="248236"/>
                  <a:pt x="-6" y="200370"/>
                  <a:pt x="1" y="124125"/>
                </a:cubicBezTo>
                <a:cubicBezTo>
                  <a:pt x="0" y="46103"/>
                  <a:pt x="47874" y="2"/>
                  <a:pt x="122355" y="0"/>
                </a:cubicBezTo>
                <a:close/>
              </a:path>
            </a:pathLst>
          </a:custGeom>
          <a:solidFill>
            <a:schemeClr val="bg1"/>
          </a:solidFill>
          <a:ln w="22225">
            <a:noFill/>
          </a:ln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r>
              <a:rPr lang="fr-FR" noProof="0"/>
              <a:t>Cliquez sur l'icône pour ajouter un graphique SmartArt</a:t>
            </a:r>
            <a:endParaRPr lang="en-US" noProof="0"/>
          </a:p>
        </p:txBody>
      </p:sp>
      <p:sp>
        <p:nvSpPr>
          <p:cNvPr id="21" name="Espace réservé du texte 5">
            <a:extLst>
              <a:ext uri="{FF2B5EF4-FFF2-40B4-BE49-F238E27FC236}">
                <a16:creationId xmlns:a16="http://schemas.microsoft.com/office/drawing/2014/main" id="{008D4AEF-2960-4B86-98AA-A0ABA6675BC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783431" y="1926302"/>
            <a:ext cx="4949741" cy="1658148"/>
          </a:xfrm>
        </p:spPr>
        <p:txBody>
          <a:bodyPr anchor="b">
            <a:noAutofit/>
          </a:bodyPr>
          <a:lstStyle>
            <a:lvl1pPr algn="ctr">
              <a:lnSpc>
                <a:spcPct val="96000"/>
              </a:lnSpc>
              <a:spcAft>
                <a:spcPts val="1333"/>
              </a:spcAft>
              <a:defRPr lang="fr-FR" sz="4000" b="0" i="0" kern="1200" dirty="0" err="1" smtClean="0">
                <a:solidFill>
                  <a:schemeClr val="bg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algn="ctr">
              <a:lnSpc>
                <a:spcPct val="100000"/>
              </a:lnSpc>
              <a:defRPr sz="2667" b="0" i="1">
                <a:solidFill>
                  <a:schemeClr val="accent2"/>
                </a:solidFill>
                <a:latin typeface="Georgia" panose="02040502050405020303" pitchFamily="18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algn="ctr">
              <a:lnSpc>
                <a:spcPct val="100000"/>
              </a:lnSpc>
              <a:spcBef>
                <a:spcPts val="1333"/>
              </a:spcBef>
              <a:defRPr/>
            </a:lvl3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2" name="Espace réservé du texte 5">
            <a:extLst>
              <a:ext uri="{FF2B5EF4-FFF2-40B4-BE49-F238E27FC236}">
                <a16:creationId xmlns:a16="http://schemas.microsoft.com/office/drawing/2014/main" id="{C4763866-3F61-4A13-9CE8-9A542B41F4F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783431" y="3758158"/>
            <a:ext cx="4949741" cy="537959"/>
          </a:xfrm>
        </p:spPr>
        <p:txBody>
          <a:bodyPr anchor="t">
            <a:noAutofit/>
          </a:bodyPr>
          <a:lstStyle>
            <a:lvl1pPr algn="ctr">
              <a:lnSpc>
                <a:spcPct val="96000"/>
              </a:lnSpc>
              <a:spcAft>
                <a:spcPts val="1333"/>
              </a:spcAft>
              <a:defRPr lang="en-US" sz="2667" b="0" i="1" kern="1200" dirty="0">
                <a:solidFill>
                  <a:schemeClr val="bg2"/>
                </a:solidFill>
                <a:latin typeface="Georgia" panose="02040502050405020303" pitchFamily="18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371381" indent="0" algn="ctr">
              <a:lnSpc>
                <a:spcPct val="100000"/>
              </a:lnSpc>
              <a:buFont typeface="Arial" panose="020B0604020202020204" pitchFamily="34" charset="0"/>
              <a:buNone/>
              <a:defRPr sz="2667" b="0" i="1">
                <a:solidFill>
                  <a:schemeClr val="bg1"/>
                </a:solidFill>
                <a:latin typeface="Georgia" panose="02040502050405020303" pitchFamily="18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algn="ctr">
              <a:lnSpc>
                <a:spcPct val="100000"/>
              </a:lnSpc>
              <a:spcBef>
                <a:spcPts val="1333"/>
              </a:spcBef>
              <a:defRPr/>
            </a:lvl3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3" name="Espace réservé du texte 5">
            <a:extLst>
              <a:ext uri="{FF2B5EF4-FFF2-40B4-BE49-F238E27FC236}">
                <a16:creationId xmlns:a16="http://schemas.microsoft.com/office/drawing/2014/main" id="{7A2D6EFB-94B5-487C-A9CF-03E9B187D67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783431" y="4320499"/>
            <a:ext cx="4949741" cy="770660"/>
          </a:xfrm>
        </p:spPr>
        <p:txBody>
          <a:bodyPr anchor="t">
            <a:noAutofit/>
          </a:bodyPr>
          <a:lstStyle>
            <a:lvl1pPr algn="ctr">
              <a:lnSpc>
                <a:spcPct val="96000"/>
              </a:lnSpc>
              <a:spcAft>
                <a:spcPts val="1333"/>
              </a:spcAft>
              <a:defRPr lang="en-US" sz="1600" b="0" i="0" kern="1200" dirty="0">
                <a:solidFill>
                  <a:schemeClr val="bg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algn="l">
              <a:lnSpc>
                <a:spcPct val="100000"/>
              </a:lnSpc>
              <a:defRPr lang="en-US" sz="1600" b="0" i="0" kern="1200" noProof="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algn="ctr">
              <a:lnSpc>
                <a:spcPct val="100000"/>
              </a:lnSpc>
              <a:spcBef>
                <a:spcPts val="1333"/>
              </a:spcBef>
              <a:defRPr/>
            </a:lvl3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063610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 userDrawn="1"/>
        </p:nvSpPr>
        <p:spPr>
          <a:xfrm>
            <a:off x="0" y="2"/>
            <a:ext cx="12192000" cy="685367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091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8" name="bk object 48"/>
          <p:cNvSpPr/>
          <p:nvPr/>
        </p:nvSpPr>
        <p:spPr>
          <a:xfrm>
            <a:off x="1955800" y="683787"/>
            <a:ext cx="10236200" cy="0"/>
          </a:xfrm>
          <a:custGeom>
            <a:avLst/>
            <a:gdLst/>
            <a:ahLst/>
            <a:cxnLst/>
            <a:rect l="l" t="t" r="r" b="b"/>
            <a:pathLst>
              <a:path w="16879067">
                <a:moveTo>
                  <a:pt x="0" y="0"/>
                </a:moveTo>
                <a:lnTo>
                  <a:pt x="16879067" y="0"/>
                </a:lnTo>
              </a:path>
            </a:pathLst>
          </a:custGeom>
          <a:ln w="5235">
            <a:solidFill>
              <a:srgbClr val="231F20"/>
            </a:solidFill>
          </a:ln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091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9" name="bk object 49"/>
          <p:cNvSpPr/>
          <p:nvPr/>
        </p:nvSpPr>
        <p:spPr>
          <a:xfrm>
            <a:off x="645294" y="896933"/>
            <a:ext cx="147377" cy="2264433"/>
          </a:xfrm>
          <a:custGeom>
            <a:avLst/>
            <a:gdLst/>
            <a:ahLst/>
            <a:cxnLst/>
            <a:rect l="l" t="t" r="r" b="b"/>
            <a:pathLst>
              <a:path w="243018" h="3736315">
                <a:moveTo>
                  <a:pt x="243018" y="3736315"/>
                </a:moveTo>
                <a:lnTo>
                  <a:pt x="0" y="3736315"/>
                </a:lnTo>
                <a:lnTo>
                  <a:pt x="0" y="0"/>
                </a:lnTo>
                <a:lnTo>
                  <a:pt x="243018" y="0"/>
                </a:lnTo>
                <a:lnTo>
                  <a:pt x="243018" y="3736315"/>
                </a:lnTo>
                <a:close/>
              </a:path>
            </a:pathLst>
          </a:custGeom>
          <a:solidFill>
            <a:srgbClr val="874E9E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091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140"/>
            <a:fld id="{86C020A9-E5E8-4A11-98F8-C2039ACA0F65}" type="datetime1">
              <a:rPr lang="en-US" sz="2400" smtClean="0">
                <a:solidFill>
                  <a:prstClr val="black">
                    <a:tint val="75000"/>
                  </a:prstClr>
                </a:solidFill>
              </a:rPr>
              <a:pPr defTabSz="1219140"/>
              <a:t>6/1/2026</a:t>
            </a:fld>
            <a:endParaRPr lang="en-US" sz="240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140"/>
            <a:fld id="{B6F15528-21DE-4FAA-801E-634DDDAF4B2B}" type="slidenum">
              <a:rPr lang="en-US" sz="2400" smtClean="0">
                <a:solidFill>
                  <a:prstClr val="black">
                    <a:tint val="75000"/>
                  </a:prstClr>
                </a:solidFill>
              </a:rPr>
              <a:pPr defTabSz="1219140"/>
              <a:t>‹#›</a:t>
            </a:fld>
            <a:endParaRPr lang="en-US" sz="240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785253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able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80002" y="364800"/>
            <a:ext cx="11225167" cy="517064"/>
          </a:xfrm>
        </p:spPr>
        <p:txBody>
          <a:bodyPr/>
          <a:lstStyle>
            <a:lvl1pPr>
              <a:defRPr/>
            </a:lvl1pPr>
          </a:lstStyle>
          <a:p>
            <a:r>
              <a:rPr lang="fr-FR" dirty="0"/>
              <a:t>Conclusion, corps 28</a:t>
            </a:r>
            <a:endParaRPr lang="en-US" dirty="0"/>
          </a:p>
        </p:txBody>
      </p:sp>
      <p:sp>
        <p:nvSpPr>
          <p:cNvPr id="26" name="Espace réservé du numéro de diapositive 2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CC19534-8082-42C0-8F4D-FAE2C4EA7B07}" type="slidenum">
              <a:rPr lang="en-US" smtClean="0"/>
              <a:t>‹#›</a:t>
            </a:fld>
            <a:endParaRPr lang="en-US"/>
          </a:p>
        </p:txBody>
      </p:sp>
      <p:sp>
        <p:nvSpPr>
          <p:cNvPr id="31" name="Content Placeholder 2"/>
          <p:cNvSpPr>
            <a:spLocks noGrp="1"/>
          </p:cNvSpPr>
          <p:nvPr>
            <p:ph idx="17" hasCustomPrompt="1"/>
          </p:nvPr>
        </p:nvSpPr>
        <p:spPr>
          <a:xfrm>
            <a:off x="480002" y="950402"/>
            <a:ext cx="11225167" cy="465508"/>
          </a:xfrm>
        </p:spPr>
        <p:txBody>
          <a:bodyPr/>
          <a:lstStyle>
            <a:lvl1pPr marL="0" indent="0">
              <a:buNone/>
              <a:defRPr sz="2933" b="0" baseline="0">
                <a:solidFill>
                  <a:schemeClr val="tx1"/>
                </a:solidFill>
              </a:defRPr>
            </a:lvl1pPr>
            <a:lvl2pPr marL="355582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fr-FR" dirty="0"/>
              <a:t>Sous-titre, corps 22</a:t>
            </a:r>
            <a:endParaRPr lang="en-US" dirty="0"/>
          </a:p>
        </p:txBody>
      </p:sp>
      <p:sp>
        <p:nvSpPr>
          <p:cNvPr id="5" name="Espace réservé du tableau 4"/>
          <p:cNvSpPr>
            <a:spLocks noGrp="1"/>
          </p:cNvSpPr>
          <p:nvPr>
            <p:ph type="tbl" sz="quarter" idx="18"/>
          </p:nvPr>
        </p:nvSpPr>
        <p:spPr>
          <a:xfrm>
            <a:off x="478368" y="1653117"/>
            <a:ext cx="11226801" cy="4428067"/>
          </a:xfrm>
          <a:noFill/>
          <a:ln>
            <a:noFill/>
          </a:ln>
        </p:spPr>
        <p:txBody>
          <a:bodyPr/>
          <a:lstStyle/>
          <a:p>
            <a:r>
              <a:rPr lang="en-US"/>
              <a:t>Click icon to add table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4101728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Sommaire_1 colon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Espace réservé de la date 23"/>
          <p:cNvSpPr>
            <a:spLocks noGrp="1"/>
          </p:cNvSpPr>
          <p:nvPr>
            <p:ph type="dt" sz="half" idx="14"/>
          </p:nvPr>
        </p:nvSpPr>
        <p:spPr>
          <a:xfrm>
            <a:off x="10284665" y="6441571"/>
            <a:ext cx="1035587" cy="164148"/>
          </a:xfrm>
          <a:prstGeom prst="rect">
            <a:avLst/>
          </a:prstGeom>
        </p:spPr>
        <p:txBody>
          <a:bodyPr/>
          <a:lstStyle/>
          <a:p>
            <a:r>
              <a:rPr lang="en-US">
                <a:solidFill>
                  <a:srgbClr val="6B747B"/>
                </a:solidFill>
              </a:rPr>
              <a:t>XX . XX . XXXX</a:t>
            </a:r>
            <a:endParaRPr lang="fr-FR">
              <a:solidFill>
                <a:srgbClr val="6B747B"/>
              </a:solidFill>
            </a:endParaRPr>
          </a:p>
        </p:txBody>
      </p:sp>
      <p:sp>
        <p:nvSpPr>
          <p:cNvPr id="26" name="Espace réservé du numéro de diapositive 2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980E94A8-0648-D043-B8F7-3AFA110B04BE}" type="slidenum">
              <a:rPr lang="fr-FR" smtClean="0">
                <a:solidFill>
                  <a:srgbClr val="6B747B"/>
                </a:solidFill>
              </a:rPr>
              <a:pPr/>
              <a:t>‹#›</a:t>
            </a:fld>
            <a:endParaRPr lang="fr-FR">
              <a:solidFill>
                <a:srgbClr val="6B747B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3E1FD64-E21D-42FE-9DF0-B5348E75FA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8367" y="207581"/>
            <a:ext cx="9561600" cy="279051"/>
          </a:xfrm>
        </p:spPr>
        <p:txBody>
          <a:bodyPr/>
          <a:lstStyle>
            <a:lvl1pPr>
              <a:lnSpc>
                <a:spcPct val="85000"/>
              </a:lnSpc>
              <a:defRPr sz="2133" b="1">
                <a:solidFill>
                  <a:schemeClr val="tx1"/>
                </a:solidFill>
              </a:defRPr>
            </a:lvl1pPr>
          </a:lstStyle>
          <a:p>
            <a:r>
              <a:rPr lang="fr-FR"/>
              <a:t>key message</a:t>
            </a:r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7CBE107-3957-4D2C-A2C4-82EFD7F13940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478367" y="660609"/>
            <a:ext cx="9561600" cy="233475"/>
          </a:xfrm>
        </p:spPr>
        <p:txBody>
          <a:bodyPr/>
          <a:lstStyle>
            <a:lvl1pPr marL="0" indent="0">
              <a:buNone/>
              <a:defRPr sz="1600" b="0" baseline="0">
                <a:solidFill>
                  <a:schemeClr val="tx1"/>
                </a:solidFill>
              </a:defRPr>
            </a:lvl1pPr>
            <a:lvl2pPr marL="266667" indent="0">
              <a:buNone/>
              <a:defRPr/>
            </a:lvl2pPr>
            <a:lvl3pPr marL="685718" indent="0">
              <a:buNone/>
              <a:defRPr/>
            </a:lvl3pPr>
            <a:lvl4pPr marL="1028573" indent="0">
              <a:buNone/>
              <a:defRPr/>
            </a:lvl4pPr>
            <a:lvl5pPr marL="1371430" indent="0">
              <a:buNone/>
              <a:defRPr/>
            </a:lvl5pPr>
          </a:lstStyle>
          <a:p>
            <a:pPr lvl="0"/>
            <a:r>
              <a:rPr lang="fr-FR"/>
              <a:t>slide </a:t>
            </a:r>
            <a:r>
              <a:rPr lang="fr-FR" err="1"/>
              <a:t>title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1979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A61A10B-B0C2-7E5D-06CB-685CD784EB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2301" y="1807244"/>
            <a:ext cx="11277443" cy="4028643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>
              <a:defRPr sz="1800">
                <a:solidFill>
                  <a:srgbClr val="15365A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sz="1800">
                <a:solidFill>
                  <a:srgbClr val="15365A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sz="1800">
                <a:solidFill>
                  <a:srgbClr val="15365A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sz="1800">
                <a:solidFill>
                  <a:srgbClr val="15365A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>
              <a:defRPr sz="1800">
                <a:solidFill>
                  <a:srgbClr val="15375A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271E22B-678B-057C-D2C2-27FFE8C06545}"/>
              </a:ext>
            </a:extLst>
          </p:cNvPr>
          <p:cNvSpPr/>
          <p:nvPr userDrawn="1"/>
        </p:nvSpPr>
        <p:spPr>
          <a:xfrm>
            <a:off x="312301" y="449195"/>
            <a:ext cx="11879699" cy="3635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FA14E51D-CB96-FF3E-3D23-B875032D1C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301" y="267454"/>
            <a:ext cx="11277443" cy="1090596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2800" b="1">
                <a:solidFill>
                  <a:srgbClr val="15375A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GB"/>
              <a:t>Content Title</a:t>
            </a:r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29408725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, Content and Numbers (Alternativ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7276DEF-3CBF-476F-8A84-C6760A5FE884}"/>
              </a:ext>
            </a:extLst>
          </p:cNvPr>
          <p:cNvSpPr/>
          <p:nvPr/>
        </p:nvSpPr>
        <p:spPr>
          <a:xfrm>
            <a:off x="0" y="0"/>
            <a:ext cx="37296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noProof="0"/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323D7EBE-BC7D-4AC5-AD6B-FCD5D270E1C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AD8CF2D-8C6A-4A01-B744-59F09388191E}" type="slidenum">
              <a:rPr lang="en-US" smtClean="0"/>
              <a:t>‹#›</a:t>
            </a:fld>
            <a:endParaRPr lang="en-US"/>
          </a:p>
        </p:txBody>
      </p:sp>
      <p:sp>
        <p:nvSpPr>
          <p:cNvPr id="29" name="Espace réservé du texte 4">
            <a:extLst>
              <a:ext uri="{FF2B5EF4-FFF2-40B4-BE49-F238E27FC236}">
                <a16:creationId xmlns:a16="http://schemas.microsoft.com/office/drawing/2014/main" id="{EFA975DA-1F61-4E92-847F-881A6B959F1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352281" y="2220016"/>
            <a:ext cx="1091851" cy="921277"/>
          </a:xfrm>
        </p:spPr>
        <p:txBody>
          <a:bodyPr wrap="square">
            <a:spAutoFit/>
          </a:bodyPr>
          <a:lstStyle>
            <a:lvl1pPr algn="l">
              <a:lnSpc>
                <a:spcPct val="110000"/>
              </a:lnSpc>
              <a:defRPr sz="6000" b="0" i="0" cap="all"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>
              <a:buFont typeface="Arial" panose="020B0604020202020204" pitchFamily="34" charset="0"/>
              <a:buNone/>
              <a:defRPr sz="1067"/>
            </a:lvl2pPr>
            <a:lvl3pPr marL="307176" indent="0">
              <a:lnSpc>
                <a:spcPct val="110000"/>
              </a:lnSpc>
              <a:buFont typeface="Arial" panose="020B0604020202020204" pitchFamily="34" charset="0"/>
              <a:buNone/>
              <a:defRPr sz="1067">
                <a:latin typeface="+mj-lt"/>
              </a:defRPr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noProof="0"/>
              <a:t>01</a:t>
            </a:r>
          </a:p>
        </p:txBody>
      </p:sp>
      <p:sp>
        <p:nvSpPr>
          <p:cNvPr id="30" name="Espace réservé du texte 4">
            <a:extLst>
              <a:ext uri="{FF2B5EF4-FFF2-40B4-BE49-F238E27FC236}">
                <a16:creationId xmlns:a16="http://schemas.microsoft.com/office/drawing/2014/main" id="{F6E50AC3-1EA3-493F-A0D3-634DA300E23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352280" y="1577579"/>
            <a:ext cx="6459117" cy="245708"/>
          </a:xfrm>
        </p:spPr>
        <p:txBody>
          <a:bodyPr wrap="square">
            <a:spAutoFit/>
          </a:bodyPr>
          <a:lstStyle>
            <a:lvl1pPr algn="l">
              <a:lnSpc>
                <a:spcPct val="110000"/>
              </a:lnSpc>
              <a:defRPr sz="1600">
                <a:solidFill>
                  <a:schemeClr val="tx1"/>
                </a:solidFill>
              </a:defRPr>
            </a:lvl1pPr>
            <a:lvl2pPr marL="228584" indent="-228584"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067"/>
            </a:lvl2pPr>
            <a:lvl3pPr>
              <a:lnSpc>
                <a:spcPct val="110000"/>
              </a:lnSpc>
              <a:defRPr sz="1067">
                <a:latin typeface="+mj-lt"/>
              </a:defRPr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1" name="Espace réservé du texte 4">
            <a:extLst>
              <a:ext uri="{FF2B5EF4-FFF2-40B4-BE49-F238E27FC236}">
                <a16:creationId xmlns:a16="http://schemas.microsoft.com/office/drawing/2014/main" id="{0E2314AF-F33D-4B84-8412-DF73ECC51E6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53081" y="2220016"/>
            <a:ext cx="1091851" cy="921277"/>
          </a:xfrm>
        </p:spPr>
        <p:txBody>
          <a:bodyPr wrap="square">
            <a:spAutoFit/>
          </a:bodyPr>
          <a:lstStyle>
            <a:lvl1pPr algn="l">
              <a:lnSpc>
                <a:spcPct val="110000"/>
              </a:lnSpc>
              <a:defRPr sz="6000" b="0" i="0" cap="all"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>
              <a:buFont typeface="Arial" panose="020B0604020202020204" pitchFamily="34" charset="0"/>
              <a:buNone/>
              <a:defRPr sz="1067"/>
            </a:lvl2pPr>
            <a:lvl3pPr marL="307176" indent="0">
              <a:lnSpc>
                <a:spcPct val="110000"/>
              </a:lnSpc>
              <a:buFont typeface="Arial" panose="020B0604020202020204" pitchFamily="34" charset="0"/>
              <a:buNone/>
              <a:defRPr sz="1067">
                <a:latin typeface="+mj-lt"/>
              </a:defRPr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noProof="0"/>
              <a:t>02</a:t>
            </a:r>
          </a:p>
        </p:txBody>
      </p:sp>
      <p:sp>
        <p:nvSpPr>
          <p:cNvPr id="32" name="Espace réservé du texte 4">
            <a:extLst>
              <a:ext uri="{FF2B5EF4-FFF2-40B4-BE49-F238E27FC236}">
                <a16:creationId xmlns:a16="http://schemas.microsoft.com/office/drawing/2014/main" id="{8444AA6E-9EC0-4895-8FC6-4351D2BEE03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153885" y="2220016"/>
            <a:ext cx="1091851" cy="921277"/>
          </a:xfrm>
        </p:spPr>
        <p:txBody>
          <a:bodyPr wrap="square">
            <a:spAutoFit/>
          </a:bodyPr>
          <a:lstStyle>
            <a:lvl1pPr algn="l">
              <a:lnSpc>
                <a:spcPct val="110000"/>
              </a:lnSpc>
              <a:defRPr sz="6000" b="0" i="0" cap="all"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>
              <a:buFont typeface="Arial" panose="020B0604020202020204" pitchFamily="34" charset="0"/>
              <a:buNone/>
              <a:defRPr sz="1067"/>
            </a:lvl2pPr>
            <a:lvl3pPr marL="307176" indent="0">
              <a:lnSpc>
                <a:spcPct val="110000"/>
              </a:lnSpc>
              <a:buFont typeface="Arial" panose="020B0604020202020204" pitchFamily="34" charset="0"/>
              <a:buNone/>
              <a:defRPr sz="1067">
                <a:latin typeface="+mj-lt"/>
              </a:defRPr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noProof="0"/>
              <a:t>03</a:t>
            </a:r>
          </a:p>
        </p:txBody>
      </p:sp>
      <p:sp>
        <p:nvSpPr>
          <p:cNvPr id="33" name="Espace réservé du texte 4">
            <a:extLst>
              <a:ext uri="{FF2B5EF4-FFF2-40B4-BE49-F238E27FC236}">
                <a16:creationId xmlns:a16="http://schemas.microsoft.com/office/drawing/2014/main" id="{E3BC2BD0-41C8-4C7A-BC1B-E444A392D03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0054689" y="2220016"/>
            <a:ext cx="1091851" cy="921277"/>
          </a:xfrm>
        </p:spPr>
        <p:txBody>
          <a:bodyPr wrap="square">
            <a:spAutoFit/>
          </a:bodyPr>
          <a:lstStyle>
            <a:lvl1pPr algn="l">
              <a:lnSpc>
                <a:spcPct val="110000"/>
              </a:lnSpc>
              <a:defRPr sz="6000" b="0" i="0" cap="all"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>
              <a:buFont typeface="Arial" panose="020B0604020202020204" pitchFamily="34" charset="0"/>
              <a:buNone/>
              <a:defRPr sz="1067"/>
            </a:lvl2pPr>
            <a:lvl3pPr marL="307176" indent="0">
              <a:lnSpc>
                <a:spcPct val="110000"/>
              </a:lnSpc>
              <a:buFont typeface="Arial" panose="020B0604020202020204" pitchFamily="34" charset="0"/>
              <a:buNone/>
              <a:defRPr sz="1067">
                <a:latin typeface="+mj-lt"/>
              </a:defRPr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noProof="0"/>
              <a:t>04</a:t>
            </a:r>
          </a:p>
        </p:txBody>
      </p:sp>
      <p:sp>
        <p:nvSpPr>
          <p:cNvPr id="38" name="Espace réservé du texte 4">
            <a:extLst>
              <a:ext uri="{FF2B5EF4-FFF2-40B4-BE49-F238E27FC236}">
                <a16:creationId xmlns:a16="http://schemas.microsoft.com/office/drawing/2014/main" id="{E6118210-A598-4833-8C53-BBA66CF5796F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4352279" y="3269351"/>
            <a:ext cx="1694284" cy="419247"/>
          </a:xfrm>
        </p:spPr>
        <p:txBody>
          <a:bodyPr/>
          <a:lstStyle>
            <a:lvl1pPr algn="l">
              <a:lnSpc>
                <a:spcPct val="125000"/>
              </a:lnSpc>
              <a:defRPr sz="1600">
                <a:solidFill>
                  <a:schemeClr val="accent2"/>
                </a:solidFill>
              </a:defRPr>
            </a:lvl1pPr>
            <a:lvl2pPr marL="0" indent="0">
              <a:lnSpc>
                <a:spcPts val="1600"/>
              </a:lnSpc>
              <a:spcAft>
                <a:spcPts val="533"/>
              </a:spcAft>
              <a:buFont typeface="Arial" panose="020B0604020202020204" pitchFamily="34" charset="0"/>
              <a:buNone/>
              <a:defRPr sz="1467">
                <a:solidFill>
                  <a:schemeClr val="accent2"/>
                </a:solidFill>
              </a:defRPr>
            </a:lvl2pPr>
            <a:lvl3pPr marL="307176" indent="0">
              <a:lnSpc>
                <a:spcPct val="110000"/>
              </a:lnSpc>
              <a:buFont typeface="Arial" panose="020B0604020202020204" pitchFamily="34" charset="0"/>
              <a:buNone/>
              <a:defRPr sz="1067">
                <a:latin typeface="+mj-lt"/>
              </a:defRPr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9" name="Espace réservé du texte 4">
            <a:extLst>
              <a:ext uri="{FF2B5EF4-FFF2-40B4-BE49-F238E27FC236}">
                <a16:creationId xmlns:a16="http://schemas.microsoft.com/office/drawing/2014/main" id="{140FC0A1-6231-4649-9573-C6772F9B84BC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4352279" y="3721785"/>
            <a:ext cx="1694284" cy="419247"/>
          </a:xfrm>
        </p:spPr>
        <p:txBody>
          <a:bodyPr/>
          <a:lstStyle>
            <a:lvl1pPr algn="l">
              <a:lnSpc>
                <a:spcPct val="125000"/>
              </a:lnSpc>
              <a:defRPr sz="1067">
                <a:solidFill>
                  <a:schemeClr val="tx1"/>
                </a:solidFill>
              </a:defRPr>
            </a:lvl1pPr>
            <a:lvl2pPr marL="0" indent="0">
              <a:lnSpc>
                <a:spcPts val="1600"/>
              </a:lnSpc>
              <a:spcAft>
                <a:spcPts val="533"/>
              </a:spcAft>
              <a:buFont typeface="Arial" panose="020B0604020202020204" pitchFamily="34" charset="0"/>
              <a:buNone/>
              <a:defRPr sz="933">
                <a:solidFill>
                  <a:schemeClr val="tx1"/>
                </a:solidFill>
              </a:defRPr>
            </a:lvl2pPr>
            <a:lvl3pPr marL="307176" indent="0">
              <a:lnSpc>
                <a:spcPct val="110000"/>
              </a:lnSpc>
              <a:buFont typeface="Arial" panose="020B0604020202020204" pitchFamily="34" charset="0"/>
              <a:buNone/>
              <a:defRPr sz="1067">
                <a:latin typeface="+mj-lt"/>
              </a:defRPr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0" name="Espace réservé du texte 4">
            <a:extLst>
              <a:ext uri="{FF2B5EF4-FFF2-40B4-BE49-F238E27FC236}">
                <a16:creationId xmlns:a16="http://schemas.microsoft.com/office/drawing/2014/main" id="{2DAC1528-CEDA-41B5-AAAF-B8FF60A576A9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6253083" y="3269351"/>
            <a:ext cx="1694284" cy="419247"/>
          </a:xfrm>
        </p:spPr>
        <p:txBody>
          <a:bodyPr/>
          <a:lstStyle>
            <a:lvl1pPr algn="l">
              <a:lnSpc>
                <a:spcPct val="125000"/>
              </a:lnSpc>
              <a:defRPr sz="1600">
                <a:solidFill>
                  <a:schemeClr val="accent2"/>
                </a:solidFill>
              </a:defRPr>
            </a:lvl1pPr>
            <a:lvl2pPr marL="0" indent="0">
              <a:lnSpc>
                <a:spcPts val="1600"/>
              </a:lnSpc>
              <a:spcAft>
                <a:spcPts val="533"/>
              </a:spcAft>
              <a:buFont typeface="Arial" panose="020B0604020202020204" pitchFamily="34" charset="0"/>
              <a:buNone/>
              <a:defRPr sz="1467">
                <a:solidFill>
                  <a:schemeClr val="accent2"/>
                </a:solidFill>
              </a:defRPr>
            </a:lvl2pPr>
            <a:lvl3pPr marL="307176" indent="0">
              <a:lnSpc>
                <a:spcPct val="110000"/>
              </a:lnSpc>
              <a:buFont typeface="Arial" panose="020B0604020202020204" pitchFamily="34" charset="0"/>
              <a:buNone/>
              <a:defRPr sz="1067">
                <a:latin typeface="+mj-lt"/>
              </a:defRPr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1" name="Espace réservé du texte 4">
            <a:extLst>
              <a:ext uri="{FF2B5EF4-FFF2-40B4-BE49-F238E27FC236}">
                <a16:creationId xmlns:a16="http://schemas.microsoft.com/office/drawing/2014/main" id="{5FFDA929-E8A8-4AC0-99CE-44C3C6910AE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253083" y="3721785"/>
            <a:ext cx="1694284" cy="419247"/>
          </a:xfrm>
        </p:spPr>
        <p:txBody>
          <a:bodyPr/>
          <a:lstStyle>
            <a:lvl1pPr algn="l">
              <a:lnSpc>
                <a:spcPct val="125000"/>
              </a:lnSpc>
              <a:defRPr sz="1067">
                <a:solidFill>
                  <a:schemeClr val="tx1"/>
                </a:solidFill>
              </a:defRPr>
            </a:lvl1pPr>
            <a:lvl2pPr marL="0" indent="0">
              <a:lnSpc>
                <a:spcPts val="1600"/>
              </a:lnSpc>
              <a:spcAft>
                <a:spcPts val="533"/>
              </a:spcAft>
              <a:buFont typeface="Arial" panose="020B0604020202020204" pitchFamily="34" charset="0"/>
              <a:buNone/>
              <a:defRPr sz="933">
                <a:solidFill>
                  <a:schemeClr val="tx1"/>
                </a:solidFill>
              </a:defRPr>
            </a:lvl2pPr>
            <a:lvl3pPr marL="307176" indent="0">
              <a:lnSpc>
                <a:spcPct val="110000"/>
              </a:lnSpc>
              <a:buFont typeface="Arial" panose="020B0604020202020204" pitchFamily="34" charset="0"/>
              <a:buNone/>
              <a:defRPr sz="1067">
                <a:latin typeface="+mj-lt"/>
              </a:defRPr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2" name="Espace réservé du texte 4">
            <a:extLst>
              <a:ext uri="{FF2B5EF4-FFF2-40B4-BE49-F238E27FC236}">
                <a16:creationId xmlns:a16="http://schemas.microsoft.com/office/drawing/2014/main" id="{9709CCCA-F00B-45D4-9788-1FBC4F09AA09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153887" y="3269351"/>
            <a:ext cx="1694284" cy="419247"/>
          </a:xfrm>
        </p:spPr>
        <p:txBody>
          <a:bodyPr/>
          <a:lstStyle>
            <a:lvl1pPr algn="l">
              <a:lnSpc>
                <a:spcPct val="125000"/>
              </a:lnSpc>
              <a:defRPr sz="1600">
                <a:solidFill>
                  <a:schemeClr val="accent2"/>
                </a:solidFill>
              </a:defRPr>
            </a:lvl1pPr>
            <a:lvl2pPr marL="0" indent="0">
              <a:lnSpc>
                <a:spcPts val="1600"/>
              </a:lnSpc>
              <a:spcAft>
                <a:spcPts val="533"/>
              </a:spcAft>
              <a:buFont typeface="Arial" panose="020B0604020202020204" pitchFamily="34" charset="0"/>
              <a:buNone/>
              <a:defRPr sz="1467">
                <a:solidFill>
                  <a:schemeClr val="accent2"/>
                </a:solidFill>
              </a:defRPr>
            </a:lvl2pPr>
            <a:lvl3pPr marL="307176" indent="0">
              <a:lnSpc>
                <a:spcPct val="110000"/>
              </a:lnSpc>
              <a:buFont typeface="Arial" panose="020B0604020202020204" pitchFamily="34" charset="0"/>
              <a:buNone/>
              <a:defRPr sz="1067">
                <a:latin typeface="+mj-lt"/>
              </a:defRPr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3" name="Espace réservé du texte 4">
            <a:extLst>
              <a:ext uri="{FF2B5EF4-FFF2-40B4-BE49-F238E27FC236}">
                <a16:creationId xmlns:a16="http://schemas.microsoft.com/office/drawing/2014/main" id="{B5E93FAA-61CE-40AC-8738-0DE2C5E1F42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8153887" y="3721785"/>
            <a:ext cx="1694284" cy="419247"/>
          </a:xfrm>
        </p:spPr>
        <p:txBody>
          <a:bodyPr/>
          <a:lstStyle>
            <a:lvl1pPr algn="l">
              <a:lnSpc>
                <a:spcPct val="125000"/>
              </a:lnSpc>
              <a:defRPr sz="1067">
                <a:solidFill>
                  <a:schemeClr val="tx1"/>
                </a:solidFill>
              </a:defRPr>
            </a:lvl1pPr>
            <a:lvl2pPr marL="0" indent="0">
              <a:lnSpc>
                <a:spcPts val="1600"/>
              </a:lnSpc>
              <a:spcAft>
                <a:spcPts val="533"/>
              </a:spcAft>
              <a:buFont typeface="Arial" panose="020B0604020202020204" pitchFamily="34" charset="0"/>
              <a:buNone/>
              <a:defRPr sz="933">
                <a:solidFill>
                  <a:schemeClr val="tx1"/>
                </a:solidFill>
              </a:defRPr>
            </a:lvl2pPr>
            <a:lvl3pPr marL="307176" indent="0">
              <a:lnSpc>
                <a:spcPct val="110000"/>
              </a:lnSpc>
              <a:buFont typeface="Arial" panose="020B0604020202020204" pitchFamily="34" charset="0"/>
              <a:buNone/>
              <a:defRPr sz="1067">
                <a:latin typeface="+mj-lt"/>
              </a:defRPr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4" name="Espace réservé du texte 4">
            <a:extLst>
              <a:ext uri="{FF2B5EF4-FFF2-40B4-BE49-F238E27FC236}">
                <a16:creationId xmlns:a16="http://schemas.microsoft.com/office/drawing/2014/main" id="{14A4C1F7-829A-4567-999B-287472F1F401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054691" y="3269351"/>
            <a:ext cx="1694284" cy="419247"/>
          </a:xfrm>
        </p:spPr>
        <p:txBody>
          <a:bodyPr/>
          <a:lstStyle>
            <a:lvl1pPr algn="l">
              <a:lnSpc>
                <a:spcPct val="125000"/>
              </a:lnSpc>
              <a:defRPr sz="1600">
                <a:solidFill>
                  <a:schemeClr val="accent2"/>
                </a:solidFill>
              </a:defRPr>
            </a:lvl1pPr>
            <a:lvl2pPr marL="0" indent="0">
              <a:lnSpc>
                <a:spcPts val="1600"/>
              </a:lnSpc>
              <a:spcAft>
                <a:spcPts val="533"/>
              </a:spcAft>
              <a:buFont typeface="Arial" panose="020B0604020202020204" pitchFamily="34" charset="0"/>
              <a:buNone/>
              <a:defRPr sz="1467">
                <a:solidFill>
                  <a:schemeClr val="accent2"/>
                </a:solidFill>
              </a:defRPr>
            </a:lvl2pPr>
            <a:lvl3pPr marL="307176" indent="0">
              <a:lnSpc>
                <a:spcPct val="110000"/>
              </a:lnSpc>
              <a:buFont typeface="Arial" panose="020B0604020202020204" pitchFamily="34" charset="0"/>
              <a:buNone/>
              <a:defRPr sz="1067">
                <a:latin typeface="+mj-lt"/>
              </a:defRPr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5" name="Espace réservé du texte 4">
            <a:extLst>
              <a:ext uri="{FF2B5EF4-FFF2-40B4-BE49-F238E27FC236}">
                <a16:creationId xmlns:a16="http://schemas.microsoft.com/office/drawing/2014/main" id="{A4030E47-E75C-4A3D-9FAD-95FD358BD57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0054691" y="3721785"/>
            <a:ext cx="1694284" cy="419247"/>
          </a:xfrm>
        </p:spPr>
        <p:txBody>
          <a:bodyPr/>
          <a:lstStyle>
            <a:lvl1pPr algn="l">
              <a:lnSpc>
                <a:spcPct val="125000"/>
              </a:lnSpc>
              <a:defRPr sz="1067">
                <a:solidFill>
                  <a:schemeClr val="tx1"/>
                </a:solidFill>
              </a:defRPr>
            </a:lvl1pPr>
            <a:lvl2pPr marL="0" indent="0">
              <a:lnSpc>
                <a:spcPts val="1600"/>
              </a:lnSpc>
              <a:spcAft>
                <a:spcPts val="533"/>
              </a:spcAft>
              <a:buFont typeface="Arial" panose="020B0604020202020204" pitchFamily="34" charset="0"/>
              <a:buNone/>
              <a:defRPr sz="933">
                <a:solidFill>
                  <a:schemeClr val="tx1"/>
                </a:solidFill>
              </a:defRPr>
            </a:lvl2pPr>
            <a:lvl3pPr marL="307176" indent="0">
              <a:lnSpc>
                <a:spcPct val="110000"/>
              </a:lnSpc>
              <a:buFont typeface="Arial" panose="020B0604020202020204" pitchFamily="34" charset="0"/>
              <a:buNone/>
              <a:defRPr sz="1067">
                <a:latin typeface="+mj-lt"/>
              </a:defRPr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4" name="Espace réservé du texte 4">
            <a:extLst>
              <a:ext uri="{FF2B5EF4-FFF2-40B4-BE49-F238E27FC236}">
                <a16:creationId xmlns:a16="http://schemas.microsoft.com/office/drawing/2014/main" id="{CBC1E183-B986-4005-B87A-30E837CB27F1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444975" y="1577577"/>
            <a:ext cx="2824073" cy="492443"/>
          </a:xfr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160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>
              <a:spcBef>
                <a:spcPts val="533"/>
              </a:spcBef>
              <a:buFont typeface="Arial" panose="020B0604020202020204" pitchFamily="34" charset="0"/>
              <a:buNone/>
              <a:defRPr sz="1600"/>
            </a:lvl2pPr>
            <a:lvl3pPr>
              <a:lnSpc>
                <a:spcPct val="110000"/>
              </a:lnSpc>
              <a:defRPr lang="en-US" sz="1333" kern="1200" dirty="0" smtClean="0">
                <a:solidFill>
                  <a:schemeClr val="tx1"/>
                </a:solidFill>
                <a:latin typeface="Sanofi Sans 3 Regular"/>
                <a:ea typeface="+mn-ea"/>
                <a:cs typeface="+mn-cs"/>
              </a:defRPr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61183799-5968-4FC4-B6D2-F8DDF1F8685C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442037" y="1943802"/>
            <a:ext cx="2827447" cy="429522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 marL="302376" indent="-302376">
              <a:buFontTx/>
              <a:buBlip>
                <a:blip r:embed="rId3"/>
              </a:buBlip>
              <a:defRPr>
                <a:solidFill>
                  <a:schemeClr val="bg1"/>
                </a:solidFill>
              </a:defRPr>
            </a:lvl2pPr>
            <a:lvl3pPr marL="609555" indent="-302376">
              <a:buFontTx/>
              <a:buBlip>
                <a:blip r:embed="rId3"/>
              </a:buBlip>
              <a:defRPr>
                <a:solidFill>
                  <a:schemeClr val="bg1"/>
                </a:solidFill>
              </a:defRPr>
            </a:lvl3pPr>
            <a:lvl4pPr marL="911932" indent="-302376">
              <a:buFontTx/>
              <a:buBlip>
                <a:blip r:embed="rId3"/>
              </a:buBlip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60C5BA-4E6C-49B9-BC13-AE34B754C3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600" y="710403"/>
            <a:ext cx="2827447" cy="74824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6" name="Forme libre : forme 9">
            <a:extLst>
              <a:ext uri="{FF2B5EF4-FFF2-40B4-BE49-F238E27FC236}">
                <a16:creationId xmlns:a16="http://schemas.microsoft.com/office/drawing/2014/main" id="{A9C36C71-038F-4436-BBC3-96ADAFADF4C5}"/>
              </a:ext>
            </a:extLst>
          </p:cNvPr>
          <p:cNvSpPr>
            <a:spLocks noChangeAspect="1"/>
          </p:cNvSpPr>
          <p:nvPr/>
        </p:nvSpPr>
        <p:spPr>
          <a:xfrm>
            <a:off x="441599" y="6330316"/>
            <a:ext cx="1073008" cy="273600"/>
          </a:xfrm>
          <a:custGeom>
            <a:avLst/>
            <a:gdLst>
              <a:gd name="connsiteX0" fmla="*/ 689325 w 740699"/>
              <a:gd name="connsiteY0" fmla="*/ 7347 h 191096"/>
              <a:gd name="connsiteX1" fmla="*/ 688790 w 740699"/>
              <a:gd name="connsiteY1" fmla="*/ 10847 h 191096"/>
              <a:gd name="connsiteX2" fmla="*/ 686092 w 740699"/>
              <a:gd name="connsiteY2" fmla="*/ 24840 h 191096"/>
              <a:gd name="connsiteX3" fmla="*/ 680980 w 740699"/>
              <a:gd name="connsiteY3" fmla="*/ 29953 h 191096"/>
              <a:gd name="connsiteX4" fmla="*/ 667797 w 740699"/>
              <a:gd name="connsiteY4" fmla="*/ 28608 h 191096"/>
              <a:gd name="connsiteX5" fmla="*/ 646528 w 740699"/>
              <a:gd name="connsiteY5" fmla="*/ 50946 h 191096"/>
              <a:gd name="connsiteX6" fmla="*/ 646528 w 740699"/>
              <a:gd name="connsiteY6" fmla="*/ 53911 h 191096"/>
              <a:gd name="connsiteX7" fmla="*/ 680712 w 740699"/>
              <a:gd name="connsiteY7" fmla="*/ 53911 h 191096"/>
              <a:gd name="connsiteX8" fmla="*/ 686092 w 740699"/>
              <a:gd name="connsiteY8" fmla="*/ 59559 h 191096"/>
              <a:gd name="connsiteX9" fmla="*/ 686092 w 740699"/>
              <a:gd name="connsiteY9" fmla="*/ 78130 h 191096"/>
              <a:gd name="connsiteX10" fmla="*/ 680712 w 740699"/>
              <a:gd name="connsiteY10" fmla="*/ 83518 h 191096"/>
              <a:gd name="connsiteX11" fmla="*/ 646528 w 740699"/>
              <a:gd name="connsiteY11" fmla="*/ 83518 h 191096"/>
              <a:gd name="connsiteX12" fmla="*/ 646528 w 740699"/>
              <a:gd name="connsiteY12" fmla="*/ 183097 h 191096"/>
              <a:gd name="connsiteX13" fmla="*/ 641148 w 740699"/>
              <a:gd name="connsiteY13" fmla="*/ 188485 h 191096"/>
              <a:gd name="connsiteX14" fmla="*/ 617197 w 740699"/>
              <a:gd name="connsiteY14" fmla="*/ 188485 h 191096"/>
              <a:gd name="connsiteX15" fmla="*/ 611809 w 740699"/>
              <a:gd name="connsiteY15" fmla="*/ 183097 h 191096"/>
              <a:gd name="connsiteX16" fmla="*/ 611809 w 740699"/>
              <a:gd name="connsiteY16" fmla="*/ 56602 h 191096"/>
              <a:gd name="connsiteX17" fmla="*/ 666987 w 740699"/>
              <a:gd name="connsiteY17" fmla="*/ 79 h 191096"/>
              <a:gd name="connsiteX18" fmla="*/ 683945 w 740699"/>
              <a:gd name="connsiteY18" fmla="*/ 1966 h 191096"/>
              <a:gd name="connsiteX19" fmla="*/ 689325 w 740699"/>
              <a:gd name="connsiteY19" fmla="*/ 7347 h 191096"/>
              <a:gd name="connsiteX20" fmla="*/ 741003 w 740699"/>
              <a:gd name="connsiteY20" fmla="*/ 59292 h 191096"/>
              <a:gd name="connsiteX21" fmla="*/ 741003 w 740699"/>
              <a:gd name="connsiteY21" fmla="*/ 183097 h 191096"/>
              <a:gd name="connsiteX22" fmla="*/ 735615 w 740699"/>
              <a:gd name="connsiteY22" fmla="*/ 188485 h 191096"/>
              <a:gd name="connsiteX23" fmla="*/ 711396 w 740699"/>
              <a:gd name="connsiteY23" fmla="*/ 188485 h 191096"/>
              <a:gd name="connsiteX24" fmla="*/ 706008 w 740699"/>
              <a:gd name="connsiteY24" fmla="*/ 183097 h 191096"/>
              <a:gd name="connsiteX25" fmla="*/ 706008 w 740699"/>
              <a:gd name="connsiteY25" fmla="*/ 59292 h 191096"/>
              <a:gd name="connsiteX26" fmla="*/ 711396 w 740699"/>
              <a:gd name="connsiteY26" fmla="*/ 53911 h 191096"/>
              <a:gd name="connsiteX27" fmla="*/ 735615 w 740699"/>
              <a:gd name="connsiteY27" fmla="*/ 53911 h 191096"/>
              <a:gd name="connsiteX28" fmla="*/ 741003 w 740699"/>
              <a:gd name="connsiteY28" fmla="*/ 59292 h 191096"/>
              <a:gd name="connsiteX29" fmla="*/ 518954 w 740699"/>
              <a:gd name="connsiteY29" fmla="*/ 158879 h 191096"/>
              <a:gd name="connsiteX30" fmla="*/ 485847 w 740699"/>
              <a:gd name="connsiteY30" fmla="*/ 121195 h 191096"/>
              <a:gd name="connsiteX31" fmla="*/ 517074 w 740699"/>
              <a:gd name="connsiteY31" fmla="*/ 83518 h 191096"/>
              <a:gd name="connsiteX32" fmla="*/ 550173 w 740699"/>
              <a:gd name="connsiteY32" fmla="*/ 121195 h 191096"/>
              <a:gd name="connsiteX33" fmla="*/ 518954 w 740699"/>
              <a:gd name="connsiteY33" fmla="*/ 158879 h 191096"/>
              <a:gd name="connsiteX34" fmla="*/ 517074 w 740699"/>
              <a:gd name="connsiteY34" fmla="*/ 51221 h 191096"/>
              <a:gd name="connsiteX35" fmla="*/ 450317 w 740699"/>
              <a:gd name="connsiteY35" fmla="*/ 121195 h 191096"/>
              <a:gd name="connsiteX36" fmla="*/ 518954 w 740699"/>
              <a:gd name="connsiteY36" fmla="*/ 191176 h 191096"/>
              <a:gd name="connsiteX37" fmla="*/ 585702 w 740699"/>
              <a:gd name="connsiteY37" fmla="*/ 121195 h 191096"/>
              <a:gd name="connsiteX38" fmla="*/ 517074 w 740699"/>
              <a:gd name="connsiteY38" fmla="*/ 51221 h 191096"/>
              <a:gd name="connsiteX39" fmla="*/ 424486 w 740699"/>
              <a:gd name="connsiteY39" fmla="*/ 101813 h 191096"/>
              <a:gd name="connsiteX40" fmla="*/ 424486 w 740699"/>
              <a:gd name="connsiteY40" fmla="*/ 183097 h 191096"/>
              <a:gd name="connsiteX41" fmla="*/ 419098 w 740699"/>
              <a:gd name="connsiteY41" fmla="*/ 188485 h 191096"/>
              <a:gd name="connsiteX42" fmla="*/ 394880 w 740699"/>
              <a:gd name="connsiteY42" fmla="*/ 188485 h 191096"/>
              <a:gd name="connsiteX43" fmla="*/ 389492 w 740699"/>
              <a:gd name="connsiteY43" fmla="*/ 183097 h 191096"/>
              <a:gd name="connsiteX44" fmla="*/ 389492 w 740699"/>
              <a:gd name="connsiteY44" fmla="*/ 106391 h 191096"/>
              <a:gd name="connsiteX45" fmla="*/ 363385 w 740699"/>
              <a:gd name="connsiteY45" fmla="*/ 83518 h 191096"/>
              <a:gd name="connsiteX46" fmla="*/ 343469 w 740699"/>
              <a:gd name="connsiteY46" fmla="*/ 85665 h 191096"/>
              <a:gd name="connsiteX47" fmla="*/ 337012 w 740699"/>
              <a:gd name="connsiteY47" fmla="*/ 92666 h 191096"/>
              <a:gd name="connsiteX48" fmla="*/ 337012 w 740699"/>
              <a:gd name="connsiteY48" fmla="*/ 183097 h 191096"/>
              <a:gd name="connsiteX49" fmla="*/ 331624 w 740699"/>
              <a:gd name="connsiteY49" fmla="*/ 188485 h 191096"/>
              <a:gd name="connsiteX50" fmla="*/ 307405 w 740699"/>
              <a:gd name="connsiteY50" fmla="*/ 188485 h 191096"/>
              <a:gd name="connsiteX51" fmla="*/ 302017 w 740699"/>
              <a:gd name="connsiteY51" fmla="*/ 183097 h 191096"/>
              <a:gd name="connsiteX52" fmla="*/ 302017 w 740699"/>
              <a:gd name="connsiteY52" fmla="*/ 71672 h 191096"/>
              <a:gd name="connsiteX53" fmla="*/ 308750 w 740699"/>
              <a:gd name="connsiteY53" fmla="*/ 60904 h 191096"/>
              <a:gd name="connsiteX54" fmla="*/ 362850 w 740699"/>
              <a:gd name="connsiteY54" fmla="*/ 51221 h 191096"/>
              <a:gd name="connsiteX55" fmla="*/ 424486 w 740699"/>
              <a:gd name="connsiteY55" fmla="*/ 101813 h 191096"/>
              <a:gd name="connsiteX56" fmla="*/ 122497 w 740699"/>
              <a:gd name="connsiteY56" fmla="*/ 167759 h 191096"/>
              <a:gd name="connsiteX57" fmla="*/ 120342 w 740699"/>
              <a:gd name="connsiteY57" fmla="*/ 183097 h 191096"/>
              <a:gd name="connsiteX58" fmla="*/ 113350 w 740699"/>
              <a:gd name="connsiteY58" fmla="*/ 188485 h 191096"/>
              <a:gd name="connsiteX59" fmla="*/ 89123 w 740699"/>
              <a:gd name="connsiteY59" fmla="*/ 188485 h 191096"/>
              <a:gd name="connsiteX60" fmla="*/ 85088 w 740699"/>
              <a:gd name="connsiteY60" fmla="*/ 184718 h 191096"/>
              <a:gd name="connsiteX61" fmla="*/ 85356 w 740699"/>
              <a:gd name="connsiteY61" fmla="*/ 183097 h 191096"/>
              <a:gd name="connsiteX62" fmla="*/ 86968 w 740699"/>
              <a:gd name="connsiteY62" fmla="*/ 173140 h 191096"/>
              <a:gd name="connsiteX63" fmla="*/ 303 w 740699"/>
              <a:gd name="connsiteY63" fmla="*/ 98589 h 191096"/>
              <a:gd name="connsiteX64" fmla="*/ 59517 w 740699"/>
              <a:gd name="connsiteY64" fmla="*/ 50144 h 191096"/>
              <a:gd name="connsiteX65" fmla="*/ 115230 w 740699"/>
              <a:gd name="connsiteY65" fmla="*/ 64404 h 191096"/>
              <a:gd name="connsiteX66" fmla="*/ 118462 w 740699"/>
              <a:gd name="connsiteY66" fmla="*/ 69792 h 191096"/>
              <a:gd name="connsiteX67" fmla="*/ 117385 w 740699"/>
              <a:gd name="connsiteY67" fmla="*/ 74362 h 191096"/>
              <a:gd name="connsiteX68" fmla="*/ 109039 w 740699"/>
              <a:gd name="connsiteY68" fmla="*/ 92131 h 191096"/>
              <a:gd name="connsiteX69" fmla="*/ 103116 w 740699"/>
              <a:gd name="connsiteY69" fmla="*/ 95899 h 191096"/>
              <a:gd name="connsiteX70" fmla="*/ 99081 w 740699"/>
              <a:gd name="connsiteY70" fmla="*/ 94821 h 191096"/>
              <a:gd name="connsiteX71" fmla="*/ 58439 w 740699"/>
              <a:gd name="connsiteY71" fmla="*/ 82708 h 191096"/>
              <a:gd name="connsiteX72" fmla="*/ 35833 w 740699"/>
              <a:gd name="connsiteY72" fmla="*/ 96166 h 191096"/>
              <a:gd name="connsiteX73" fmla="*/ 122497 w 740699"/>
              <a:gd name="connsiteY73" fmla="*/ 167759 h 191096"/>
              <a:gd name="connsiteX74" fmla="*/ 234191 w 740699"/>
              <a:gd name="connsiteY74" fmla="*/ 149189 h 191096"/>
              <a:gd name="connsiteX75" fmla="*/ 227466 w 740699"/>
              <a:gd name="connsiteY75" fmla="*/ 156456 h 191096"/>
              <a:gd name="connsiteX76" fmla="*/ 209162 w 740699"/>
              <a:gd name="connsiteY76" fmla="*/ 158879 h 191096"/>
              <a:gd name="connsiteX77" fmla="*/ 175788 w 740699"/>
              <a:gd name="connsiteY77" fmla="*/ 121195 h 191096"/>
              <a:gd name="connsiteX78" fmla="*/ 209162 w 740699"/>
              <a:gd name="connsiteY78" fmla="*/ 83518 h 191096"/>
              <a:gd name="connsiteX79" fmla="*/ 227466 w 740699"/>
              <a:gd name="connsiteY79" fmla="*/ 85941 h 191096"/>
              <a:gd name="connsiteX80" fmla="*/ 234191 w 740699"/>
              <a:gd name="connsiteY80" fmla="*/ 93201 h 191096"/>
              <a:gd name="connsiteX81" fmla="*/ 234191 w 740699"/>
              <a:gd name="connsiteY81" fmla="*/ 149189 h 191096"/>
              <a:gd name="connsiteX82" fmla="*/ 262452 w 740699"/>
              <a:gd name="connsiteY82" fmla="*/ 61179 h 191096"/>
              <a:gd name="connsiteX83" fmla="*/ 209430 w 740699"/>
              <a:gd name="connsiteY83" fmla="*/ 51221 h 191096"/>
              <a:gd name="connsiteX84" fmla="*/ 140258 w 740699"/>
              <a:gd name="connsiteY84" fmla="*/ 121195 h 191096"/>
              <a:gd name="connsiteX85" fmla="*/ 208895 w 740699"/>
              <a:gd name="connsiteY85" fmla="*/ 191176 h 191096"/>
              <a:gd name="connsiteX86" fmla="*/ 262452 w 740699"/>
              <a:gd name="connsiteY86" fmla="*/ 180407 h 191096"/>
              <a:gd name="connsiteX87" fmla="*/ 269185 w 740699"/>
              <a:gd name="connsiteY87" fmla="*/ 169639 h 191096"/>
              <a:gd name="connsiteX88" fmla="*/ 269185 w 740699"/>
              <a:gd name="connsiteY88" fmla="*/ 71940 h 191096"/>
              <a:gd name="connsiteX89" fmla="*/ 262452 w 740699"/>
              <a:gd name="connsiteY89" fmla="*/ 61179 h 191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740699" h="191096">
                <a:moveTo>
                  <a:pt x="689325" y="7347"/>
                </a:moveTo>
                <a:cubicBezTo>
                  <a:pt x="689325" y="8511"/>
                  <a:pt x="689026" y="9604"/>
                  <a:pt x="688790" y="10847"/>
                </a:cubicBezTo>
                <a:lnTo>
                  <a:pt x="686092" y="24840"/>
                </a:lnTo>
                <a:cubicBezTo>
                  <a:pt x="685558" y="28073"/>
                  <a:pt x="684213" y="29953"/>
                  <a:pt x="680980" y="29953"/>
                </a:cubicBezTo>
                <a:cubicBezTo>
                  <a:pt x="678974" y="29953"/>
                  <a:pt x="673177" y="28608"/>
                  <a:pt x="667797" y="28608"/>
                </a:cubicBezTo>
                <a:cubicBezTo>
                  <a:pt x="652993" y="28608"/>
                  <a:pt x="646528" y="36143"/>
                  <a:pt x="646528" y="50946"/>
                </a:cubicBezTo>
                <a:lnTo>
                  <a:pt x="646528" y="53911"/>
                </a:lnTo>
                <a:lnTo>
                  <a:pt x="680712" y="53911"/>
                </a:lnTo>
                <a:cubicBezTo>
                  <a:pt x="684213" y="53911"/>
                  <a:pt x="686092" y="56059"/>
                  <a:pt x="686092" y="59559"/>
                </a:cubicBezTo>
                <a:lnTo>
                  <a:pt x="686092" y="78130"/>
                </a:lnTo>
                <a:cubicBezTo>
                  <a:pt x="686092" y="81363"/>
                  <a:pt x="684213" y="83518"/>
                  <a:pt x="680712" y="83518"/>
                </a:cubicBezTo>
                <a:lnTo>
                  <a:pt x="646528" y="83518"/>
                </a:lnTo>
                <a:lnTo>
                  <a:pt x="646528" y="183097"/>
                </a:lnTo>
                <a:cubicBezTo>
                  <a:pt x="646528" y="186330"/>
                  <a:pt x="644380" y="188485"/>
                  <a:pt x="641148" y="188485"/>
                </a:cubicBezTo>
                <a:lnTo>
                  <a:pt x="617197" y="188485"/>
                </a:lnTo>
                <a:cubicBezTo>
                  <a:pt x="613964" y="188485"/>
                  <a:pt x="611809" y="186330"/>
                  <a:pt x="611809" y="183097"/>
                </a:cubicBezTo>
                <a:lnTo>
                  <a:pt x="611809" y="56602"/>
                </a:lnTo>
                <a:cubicBezTo>
                  <a:pt x="611809" y="17839"/>
                  <a:pt x="633612" y="79"/>
                  <a:pt x="666987" y="79"/>
                </a:cubicBezTo>
                <a:cubicBezTo>
                  <a:pt x="672729" y="79"/>
                  <a:pt x="678557" y="621"/>
                  <a:pt x="683945" y="1966"/>
                </a:cubicBezTo>
                <a:cubicBezTo>
                  <a:pt x="687713" y="2769"/>
                  <a:pt x="689325" y="4358"/>
                  <a:pt x="689325" y="7347"/>
                </a:cubicBezTo>
                <a:moveTo>
                  <a:pt x="741003" y="59292"/>
                </a:moveTo>
                <a:lnTo>
                  <a:pt x="741003" y="183097"/>
                </a:lnTo>
                <a:cubicBezTo>
                  <a:pt x="741003" y="186330"/>
                  <a:pt x="738848" y="188485"/>
                  <a:pt x="735615" y="188485"/>
                </a:cubicBezTo>
                <a:lnTo>
                  <a:pt x="711396" y="188485"/>
                </a:lnTo>
                <a:cubicBezTo>
                  <a:pt x="708164" y="188485"/>
                  <a:pt x="706008" y="186330"/>
                  <a:pt x="706008" y="183097"/>
                </a:cubicBezTo>
                <a:lnTo>
                  <a:pt x="706008" y="59292"/>
                </a:lnTo>
                <a:cubicBezTo>
                  <a:pt x="706008" y="56059"/>
                  <a:pt x="708164" y="53911"/>
                  <a:pt x="711396" y="53911"/>
                </a:cubicBezTo>
                <a:lnTo>
                  <a:pt x="735615" y="53911"/>
                </a:lnTo>
                <a:cubicBezTo>
                  <a:pt x="738848" y="53911"/>
                  <a:pt x="741003" y="56059"/>
                  <a:pt x="741003" y="59292"/>
                </a:cubicBezTo>
                <a:moveTo>
                  <a:pt x="518954" y="158879"/>
                </a:moveTo>
                <a:cubicBezTo>
                  <a:pt x="499038" y="158879"/>
                  <a:pt x="485847" y="145956"/>
                  <a:pt x="485847" y="121195"/>
                </a:cubicBezTo>
                <a:cubicBezTo>
                  <a:pt x="485847" y="96433"/>
                  <a:pt x="499038" y="83518"/>
                  <a:pt x="517074" y="83518"/>
                </a:cubicBezTo>
                <a:cubicBezTo>
                  <a:pt x="536990" y="83518"/>
                  <a:pt x="550173" y="96433"/>
                  <a:pt x="550173" y="121195"/>
                </a:cubicBezTo>
                <a:cubicBezTo>
                  <a:pt x="550173" y="145956"/>
                  <a:pt x="536990" y="158879"/>
                  <a:pt x="518954" y="158879"/>
                </a:cubicBezTo>
                <a:moveTo>
                  <a:pt x="517074" y="51221"/>
                </a:moveTo>
                <a:cubicBezTo>
                  <a:pt x="476699" y="51221"/>
                  <a:pt x="450317" y="80553"/>
                  <a:pt x="450317" y="121195"/>
                </a:cubicBezTo>
                <a:cubicBezTo>
                  <a:pt x="450317" y="161837"/>
                  <a:pt x="476699" y="191176"/>
                  <a:pt x="518954" y="191176"/>
                </a:cubicBezTo>
                <a:cubicBezTo>
                  <a:pt x="559328" y="191176"/>
                  <a:pt x="585702" y="161837"/>
                  <a:pt x="585702" y="121195"/>
                </a:cubicBezTo>
                <a:cubicBezTo>
                  <a:pt x="585702" y="80553"/>
                  <a:pt x="559328" y="51221"/>
                  <a:pt x="517074" y="51221"/>
                </a:cubicBezTo>
                <a:moveTo>
                  <a:pt x="424486" y="101813"/>
                </a:moveTo>
                <a:lnTo>
                  <a:pt x="424486" y="183097"/>
                </a:lnTo>
                <a:cubicBezTo>
                  <a:pt x="424486" y="186330"/>
                  <a:pt x="422331" y="188485"/>
                  <a:pt x="419098" y="188485"/>
                </a:cubicBezTo>
                <a:lnTo>
                  <a:pt x="394880" y="188485"/>
                </a:lnTo>
                <a:cubicBezTo>
                  <a:pt x="391647" y="188485"/>
                  <a:pt x="389492" y="186330"/>
                  <a:pt x="389492" y="183097"/>
                </a:cubicBezTo>
                <a:lnTo>
                  <a:pt x="389492" y="106391"/>
                </a:lnTo>
                <a:cubicBezTo>
                  <a:pt x="389492" y="90243"/>
                  <a:pt x="377921" y="83518"/>
                  <a:pt x="363385" y="83518"/>
                </a:cubicBezTo>
                <a:cubicBezTo>
                  <a:pt x="355040" y="83518"/>
                  <a:pt x="350470" y="84053"/>
                  <a:pt x="343469" y="85665"/>
                </a:cubicBezTo>
                <a:cubicBezTo>
                  <a:pt x="339159" y="86743"/>
                  <a:pt x="337012" y="88631"/>
                  <a:pt x="337012" y="92666"/>
                </a:cubicBezTo>
                <a:lnTo>
                  <a:pt x="337012" y="183097"/>
                </a:lnTo>
                <a:cubicBezTo>
                  <a:pt x="337012" y="186330"/>
                  <a:pt x="334856" y="188485"/>
                  <a:pt x="331624" y="188485"/>
                </a:cubicBezTo>
                <a:lnTo>
                  <a:pt x="307405" y="188485"/>
                </a:lnTo>
                <a:cubicBezTo>
                  <a:pt x="304172" y="188485"/>
                  <a:pt x="302017" y="186330"/>
                  <a:pt x="302017" y="183097"/>
                </a:cubicBezTo>
                <a:lnTo>
                  <a:pt x="302017" y="71672"/>
                </a:lnTo>
                <a:cubicBezTo>
                  <a:pt x="302017" y="65482"/>
                  <a:pt x="304982" y="62249"/>
                  <a:pt x="308750" y="60904"/>
                </a:cubicBezTo>
                <a:cubicBezTo>
                  <a:pt x="328399" y="53911"/>
                  <a:pt x="346970" y="51221"/>
                  <a:pt x="362850" y="51221"/>
                </a:cubicBezTo>
                <a:cubicBezTo>
                  <a:pt x="404295" y="51221"/>
                  <a:pt x="424486" y="68982"/>
                  <a:pt x="424486" y="101813"/>
                </a:cubicBezTo>
                <a:moveTo>
                  <a:pt x="122497" y="167759"/>
                </a:moveTo>
                <a:cubicBezTo>
                  <a:pt x="122497" y="172337"/>
                  <a:pt x="121963" y="178528"/>
                  <a:pt x="120342" y="183097"/>
                </a:cubicBezTo>
                <a:cubicBezTo>
                  <a:pt x="118997" y="187140"/>
                  <a:pt x="117385" y="188485"/>
                  <a:pt x="113350" y="188485"/>
                </a:cubicBezTo>
                <a:lnTo>
                  <a:pt x="89123" y="188485"/>
                </a:lnTo>
                <a:cubicBezTo>
                  <a:pt x="86433" y="188485"/>
                  <a:pt x="85088" y="186865"/>
                  <a:pt x="85088" y="184718"/>
                </a:cubicBezTo>
                <a:cubicBezTo>
                  <a:pt x="85088" y="184175"/>
                  <a:pt x="85088" y="183640"/>
                  <a:pt x="85356" y="183097"/>
                </a:cubicBezTo>
                <a:cubicBezTo>
                  <a:pt x="86433" y="179597"/>
                  <a:pt x="86968" y="177175"/>
                  <a:pt x="86968" y="173140"/>
                </a:cubicBezTo>
                <a:cubicBezTo>
                  <a:pt x="86968" y="133559"/>
                  <a:pt x="303" y="155646"/>
                  <a:pt x="303" y="98589"/>
                </a:cubicBezTo>
                <a:cubicBezTo>
                  <a:pt x="303" y="69517"/>
                  <a:pt x="23452" y="50144"/>
                  <a:pt x="59517" y="50144"/>
                </a:cubicBezTo>
                <a:cubicBezTo>
                  <a:pt x="78623" y="50144"/>
                  <a:pt x="98546" y="54714"/>
                  <a:pt x="115230" y="64404"/>
                </a:cubicBezTo>
                <a:cubicBezTo>
                  <a:pt x="117393" y="65490"/>
                  <a:pt x="118462" y="67637"/>
                  <a:pt x="118462" y="69792"/>
                </a:cubicBezTo>
                <a:cubicBezTo>
                  <a:pt x="118462" y="71137"/>
                  <a:pt x="118164" y="72710"/>
                  <a:pt x="117385" y="74362"/>
                </a:cubicBezTo>
                <a:lnTo>
                  <a:pt x="109039" y="92131"/>
                </a:lnTo>
                <a:cubicBezTo>
                  <a:pt x="107962" y="94553"/>
                  <a:pt x="105539" y="95899"/>
                  <a:pt x="103116" y="95899"/>
                </a:cubicBezTo>
                <a:cubicBezTo>
                  <a:pt x="101771" y="95899"/>
                  <a:pt x="100426" y="95623"/>
                  <a:pt x="99081" y="94821"/>
                </a:cubicBezTo>
                <a:cubicBezTo>
                  <a:pt x="85356" y="87286"/>
                  <a:pt x="72165" y="82708"/>
                  <a:pt x="58439" y="82708"/>
                </a:cubicBezTo>
                <a:cubicBezTo>
                  <a:pt x="44179" y="82708"/>
                  <a:pt x="35833" y="87923"/>
                  <a:pt x="35833" y="96166"/>
                </a:cubicBezTo>
                <a:cubicBezTo>
                  <a:pt x="35833" y="121368"/>
                  <a:pt x="122497" y="106659"/>
                  <a:pt x="122497" y="167759"/>
                </a:cubicBezTo>
                <a:moveTo>
                  <a:pt x="234191" y="149189"/>
                </a:moveTo>
                <a:cubicBezTo>
                  <a:pt x="234191" y="153224"/>
                  <a:pt x="232043" y="155111"/>
                  <a:pt x="227466" y="156456"/>
                </a:cubicBezTo>
                <a:cubicBezTo>
                  <a:pt x="221543" y="158069"/>
                  <a:pt x="216430" y="158879"/>
                  <a:pt x="209162" y="158879"/>
                </a:cubicBezTo>
                <a:cubicBezTo>
                  <a:pt x="191936" y="158879"/>
                  <a:pt x="175788" y="148646"/>
                  <a:pt x="175788" y="121195"/>
                </a:cubicBezTo>
                <a:cubicBezTo>
                  <a:pt x="175788" y="93743"/>
                  <a:pt x="191936" y="83518"/>
                  <a:pt x="209162" y="83518"/>
                </a:cubicBezTo>
                <a:cubicBezTo>
                  <a:pt x="216430" y="83518"/>
                  <a:pt x="221543" y="84320"/>
                  <a:pt x="227466" y="85941"/>
                </a:cubicBezTo>
                <a:cubicBezTo>
                  <a:pt x="232043" y="87286"/>
                  <a:pt x="234191" y="89165"/>
                  <a:pt x="234191" y="93201"/>
                </a:cubicBezTo>
                <a:lnTo>
                  <a:pt x="234191" y="149189"/>
                </a:lnTo>
                <a:close/>
                <a:moveTo>
                  <a:pt x="262452" y="61179"/>
                </a:moveTo>
                <a:cubicBezTo>
                  <a:pt x="244692" y="54446"/>
                  <a:pt x="228000" y="51221"/>
                  <a:pt x="209430" y="51221"/>
                </a:cubicBezTo>
                <a:cubicBezTo>
                  <a:pt x="168795" y="51221"/>
                  <a:pt x="140258" y="78405"/>
                  <a:pt x="140258" y="121195"/>
                </a:cubicBezTo>
                <a:cubicBezTo>
                  <a:pt x="140258" y="164527"/>
                  <a:pt x="165020" y="191176"/>
                  <a:pt x="208895" y="191176"/>
                </a:cubicBezTo>
                <a:cubicBezTo>
                  <a:pt x="226655" y="191176"/>
                  <a:pt x="243881" y="188210"/>
                  <a:pt x="262452" y="180407"/>
                </a:cubicBezTo>
                <a:cubicBezTo>
                  <a:pt x="266763" y="178528"/>
                  <a:pt x="269185" y="175562"/>
                  <a:pt x="269185" y="169639"/>
                </a:cubicBezTo>
                <a:lnTo>
                  <a:pt x="269185" y="71940"/>
                </a:lnTo>
                <a:cubicBezTo>
                  <a:pt x="269185" y="65749"/>
                  <a:pt x="266763" y="62792"/>
                  <a:pt x="262452" y="61179"/>
                </a:cubicBezTo>
              </a:path>
            </a:pathLst>
          </a:custGeom>
          <a:solidFill>
            <a:schemeClr val="bg1"/>
          </a:solidFill>
          <a:ln w="7833" cap="flat">
            <a:noFill/>
            <a:prstDash val="solid"/>
            <a:round/>
          </a:ln>
        </p:spPr>
        <p:txBody>
          <a:bodyPr rtlCol="0" anchor="ctr"/>
          <a:lstStyle/>
          <a:p>
            <a:endParaRPr lang="en-US" sz="2400" noProof="0"/>
          </a:p>
        </p:txBody>
      </p:sp>
      <p:grpSp>
        <p:nvGrpSpPr>
          <p:cNvPr id="27" name="Graphique 7">
            <a:extLst>
              <a:ext uri="{FF2B5EF4-FFF2-40B4-BE49-F238E27FC236}">
                <a16:creationId xmlns:a16="http://schemas.microsoft.com/office/drawing/2014/main" id="{DBF91248-A888-4963-A212-5E5A4549B33C}"/>
              </a:ext>
            </a:extLst>
          </p:cNvPr>
          <p:cNvGrpSpPr>
            <a:grpSpLocks noChangeAspect="1"/>
          </p:cNvGrpSpPr>
          <p:nvPr/>
        </p:nvGrpSpPr>
        <p:grpSpPr>
          <a:xfrm>
            <a:off x="442168" y="6329527"/>
            <a:ext cx="1071853" cy="275084"/>
            <a:chOff x="4768103" y="-471733"/>
            <a:chExt cx="744723" cy="191124"/>
          </a:xfrm>
          <a:solidFill>
            <a:schemeClr val="bg1"/>
          </a:solidFill>
        </p:grpSpPr>
        <p:sp>
          <p:nvSpPr>
            <p:cNvPr id="28" name="Forme libre : forme 9">
              <a:extLst>
                <a:ext uri="{FF2B5EF4-FFF2-40B4-BE49-F238E27FC236}">
                  <a16:creationId xmlns:a16="http://schemas.microsoft.com/office/drawing/2014/main" id="{68EE507B-C9A9-4C38-B6EF-2887A9778C9A}"/>
                </a:ext>
              </a:extLst>
            </p:cNvPr>
            <p:cNvSpPr/>
            <p:nvPr/>
          </p:nvSpPr>
          <p:spPr>
            <a:xfrm>
              <a:off x="4770087" y="-471716"/>
              <a:ext cx="740699" cy="191096"/>
            </a:xfrm>
            <a:custGeom>
              <a:avLst/>
              <a:gdLst>
                <a:gd name="connsiteX0" fmla="*/ 689325 w 740699"/>
                <a:gd name="connsiteY0" fmla="*/ 7347 h 191096"/>
                <a:gd name="connsiteX1" fmla="*/ 688790 w 740699"/>
                <a:gd name="connsiteY1" fmla="*/ 10847 h 191096"/>
                <a:gd name="connsiteX2" fmla="*/ 686092 w 740699"/>
                <a:gd name="connsiteY2" fmla="*/ 24840 h 191096"/>
                <a:gd name="connsiteX3" fmla="*/ 680980 w 740699"/>
                <a:gd name="connsiteY3" fmla="*/ 29953 h 191096"/>
                <a:gd name="connsiteX4" fmla="*/ 667797 w 740699"/>
                <a:gd name="connsiteY4" fmla="*/ 28608 h 191096"/>
                <a:gd name="connsiteX5" fmla="*/ 646528 w 740699"/>
                <a:gd name="connsiteY5" fmla="*/ 50946 h 191096"/>
                <a:gd name="connsiteX6" fmla="*/ 646528 w 740699"/>
                <a:gd name="connsiteY6" fmla="*/ 53911 h 191096"/>
                <a:gd name="connsiteX7" fmla="*/ 680712 w 740699"/>
                <a:gd name="connsiteY7" fmla="*/ 53911 h 191096"/>
                <a:gd name="connsiteX8" fmla="*/ 686092 w 740699"/>
                <a:gd name="connsiteY8" fmla="*/ 59559 h 191096"/>
                <a:gd name="connsiteX9" fmla="*/ 686092 w 740699"/>
                <a:gd name="connsiteY9" fmla="*/ 78130 h 191096"/>
                <a:gd name="connsiteX10" fmla="*/ 680712 w 740699"/>
                <a:gd name="connsiteY10" fmla="*/ 83518 h 191096"/>
                <a:gd name="connsiteX11" fmla="*/ 646528 w 740699"/>
                <a:gd name="connsiteY11" fmla="*/ 83518 h 191096"/>
                <a:gd name="connsiteX12" fmla="*/ 646528 w 740699"/>
                <a:gd name="connsiteY12" fmla="*/ 183097 h 191096"/>
                <a:gd name="connsiteX13" fmla="*/ 641148 w 740699"/>
                <a:gd name="connsiteY13" fmla="*/ 188485 h 191096"/>
                <a:gd name="connsiteX14" fmla="*/ 617197 w 740699"/>
                <a:gd name="connsiteY14" fmla="*/ 188485 h 191096"/>
                <a:gd name="connsiteX15" fmla="*/ 611809 w 740699"/>
                <a:gd name="connsiteY15" fmla="*/ 183097 h 191096"/>
                <a:gd name="connsiteX16" fmla="*/ 611809 w 740699"/>
                <a:gd name="connsiteY16" fmla="*/ 56602 h 191096"/>
                <a:gd name="connsiteX17" fmla="*/ 666987 w 740699"/>
                <a:gd name="connsiteY17" fmla="*/ 79 h 191096"/>
                <a:gd name="connsiteX18" fmla="*/ 683945 w 740699"/>
                <a:gd name="connsiteY18" fmla="*/ 1966 h 191096"/>
                <a:gd name="connsiteX19" fmla="*/ 689325 w 740699"/>
                <a:gd name="connsiteY19" fmla="*/ 7347 h 191096"/>
                <a:gd name="connsiteX20" fmla="*/ 741003 w 740699"/>
                <a:gd name="connsiteY20" fmla="*/ 59292 h 191096"/>
                <a:gd name="connsiteX21" fmla="*/ 741003 w 740699"/>
                <a:gd name="connsiteY21" fmla="*/ 183097 h 191096"/>
                <a:gd name="connsiteX22" fmla="*/ 735615 w 740699"/>
                <a:gd name="connsiteY22" fmla="*/ 188485 h 191096"/>
                <a:gd name="connsiteX23" fmla="*/ 711396 w 740699"/>
                <a:gd name="connsiteY23" fmla="*/ 188485 h 191096"/>
                <a:gd name="connsiteX24" fmla="*/ 706008 w 740699"/>
                <a:gd name="connsiteY24" fmla="*/ 183097 h 191096"/>
                <a:gd name="connsiteX25" fmla="*/ 706008 w 740699"/>
                <a:gd name="connsiteY25" fmla="*/ 59292 h 191096"/>
                <a:gd name="connsiteX26" fmla="*/ 711396 w 740699"/>
                <a:gd name="connsiteY26" fmla="*/ 53911 h 191096"/>
                <a:gd name="connsiteX27" fmla="*/ 735615 w 740699"/>
                <a:gd name="connsiteY27" fmla="*/ 53911 h 191096"/>
                <a:gd name="connsiteX28" fmla="*/ 741003 w 740699"/>
                <a:gd name="connsiteY28" fmla="*/ 59292 h 191096"/>
                <a:gd name="connsiteX29" fmla="*/ 518954 w 740699"/>
                <a:gd name="connsiteY29" fmla="*/ 158879 h 191096"/>
                <a:gd name="connsiteX30" fmla="*/ 485847 w 740699"/>
                <a:gd name="connsiteY30" fmla="*/ 121195 h 191096"/>
                <a:gd name="connsiteX31" fmla="*/ 517074 w 740699"/>
                <a:gd name="connsiteY31" fmla="*/ 83518 h 191096"/>
                <a:gd name="connsiteX32" fmla="*/ 550173 w 740699"/>
                <a:gd name="connsiteY32" fmla="*/ 121195 h 191096"/>
                <a:gd name="connsiteX33" fmla="*/ 518954 w 740699"/>
                <a:gd name="connsiteY33" fmla="*/ 158879 h 191096"/>
                <a:gd name="connsiteX34" fmla="*/ 517074 w 740699"/>
                <a:gd name="connsiteY34" fmla="*/ 51221 h 191096"/>
                <a:gd name="connsiteX35" fmla="*/ 450317 w 740699"/>
                <a:gd name="connsiteY35" fmla="*/ 121195 h 191096"/>
                <a:gd name="connsiteX36" fmla="*/ 518954 w 740699"/>
                <a:gd name="connsiteY36" fmla="*/ 191176 h 191096"/>
                <a:gd name="connsiteX37" fmla="*/ 585702 w 740699"/>
                <a:gd name="connsiteY37" fmla="*/ 121195 h 191096"/>
                <a:gd name="connsiteX38" fmla="*/ 517074 w 740699"/>
                <a:gd name="connsiteY38" fmla="*/ 51221 h 191096"/>
                <a:gd name="connsiteX39" fmla="*/ 424486 w 740699"/>
                <a:gd name="connsiteY39" fmla="*/ 101813 h 191096"/>
                <a:gd name="connsiteX40" fmla="*/ 424486 w 740699"/>
                <a:gd name="connsiteY40" fmla="*/ 183097 h 191096"/>
                <a:gd name="connsiteX41" fmla="*/ 419098 w 740699"/>
                <a:gd name="connsiteY41" fmla="*/ 188485 h 191096"/>
                <a:gd name="connsiteX42" fmla="*/ 394880 w 740699"/>
                <a:gd name="connsiteY42" fmla="*/ 188485 h 191096"/>
                <a:gd name="connsiteX43" fmla="*/ 389492 w 740699"/>
                <a:gd name="connsiteY43" fmla="*/ 183097 h 191096"/>
                <a:gd name="connsiteX44" fmla="*/ 389492 w 740699"/>
                <a:gd name="connsiteY44" fmla="*/ 106391 h 191096"/>
                <a:gd name="connsiteX45" fmla="*/ 363385 w 740699"/>
                <a:gd name="connsiteY45" fmla="*/ 83518 h 191096"/>
                <a:gd name="connsiteX46" fmla="*/ 343469 w 740699"/>
                <a:gd name="connsiteY46" fmla="*/ 85665 h 191096"/>
                <a:gd name="connsiteX47" fmla="*/ 337012 w 740699"/>
                <a:gd name="connsiteY47" fmla="*/ 92666 h 191096"/>
                <a:gd name="connsiteX48" fmla="*/ 337012 w 740699"/>
                <a:gd name="connsiteY48" fmla="*/ 183097 h 191096"/>
                <a:gd name="connsiteX49" fmla="*/ 331624 w 740699"/>
                <a:gd name="connsiteY49" fmla="*/ 188485 h 191096"/>
                <a:gd name="connsiteX50" fmla="*/ 307405 w 740699"/>
                <a:gd name="connsiteY50" fmla="*/ 188485 h 191096"/>
                <a:gd name="connsiteX51" fmla="*/ 302017 w 740699"/>
                <a:gd name="connsiteY51" fmla="*/ 183097 h 191096"/>
                <a:gd name="connsiteX52" fmla="*/ 302017 w 740699"/>
                <a:gd name="connsiteY52" fmla="*/ 71672 h 191096"/>
                <a:gd name="connsiteX53" fmla="*/ 308750 w 740699"/>
                <a:gd name="connsiteY53" fmla="*/ 60904 h 191096"/>
                <a:gd name="connsiteX54" fmla="*/ 362850 w 740699"/>
                <a:gd name="connsiteY54" fmla="*/ 51221 h 191096"/>
                <a:gd name="connsiteX55" fmla="*/ 424486 w 740699"/>
                <a:gd name="connsiteY55" fmla="*/ 101813 h 191096"/>
                <a:gd name="connsiteX56" fmla="*/ 122497 w 740699"/>
                <a:gd name="connsiteY56" fmla="*/ 167759 h 191096"/>
                <a:gd name="connsiteX57" fmla="*/ 120342 w 740699"/>
                <a:gd name="connsiteY57" fmla="*/ 183097 h 191096"/>
                <a:gd name="connsiteX58" fmla="*/ 113350 w 740699"/>
                <a:gd name="connsiteY58" fmla="*/ 188485 h 191096"/>
                <a:gd name="connsiteX59" fmla="*/ 89123 w 740699"/>
                <a:gd name="connsiteY59" fmla="*/ 188485 h 191096"/>
                <a:gd name="connsiteX60" fmla="*/ 85088 w 740699"/>
                <a:gd name="connsiteY60" fmla="*/ 184718 h 191096"/>
                <a:gd name="connsiteX61" fmla="*/ 85356 w 740699"/>
                <a:gd name="connsiteY61" fmla="*/ 183097 h 191096"/>
                <a:gd name="connsiteX62" fmla="*/ 86968 w 740699"/>
                <a:gd name="connsiteY62" fmla="*/ 173140 h 191096"/>
                <a:gd name="connsiteX63" fmla="*/ 303 w 740699"/>
                <a:gd name="connsiteY63" fmla="*/ 98589 h 191096"/>
                <a:gd name="connsiteX64" fmla="*/ 59517 w 740699"/>
                <a:gd name="connsiteY64" fmla="*/ 50144 h 191096"/>
                <a:gd name="connsiteX65" fmla="*/ 115230 w 740699"/>
                <a:gd name="connsiteY65" fmla="*/ 64404 h 191096"/>
                <a:gd name="connsiteX66" fmla="*/ 118462 w 740699"/>
                <a:gd name="connsiteY66" fmla="*/ 69792 h 191096"/>
                <a:gd name="connsiteX67" fmla="*/ 117385 w 740699"/>
                <a:gd name="connsiteY67" fmla="*/ 74362 h 191096"/>
                <a:gd name="connsiteX68" fmla="*/ 109039 w 740699"/>
                <a:gd name="connsiteY68" fmla="*/ 92131 h 191096"/>
                <a:gd name="connsiteX69" fmla="*/ 103116 w 740699"/>
                <a:gd name="connsiteY69" fmla="*/ 95899 h 191096"/>
                <a:gd name="connsiteX70" fmla="*/ 99081 w 740699"/>
                <a:gd name="connsiteY70" fmla="*/ 94821 h 191096"/>
                <a:gd name="connsiteX71" fmla="*/ 58439 w 740699"/>
                <a:gd name="connsiteY71" fmla="*/ 82708 h 191096"/>
                <a:gd name="connsiteX72" fmla="*/ 35833 w 740699"/>
                <a:gd name="connsiteY72" fmla="*/ 96166 h 191096"/>
                <a:gd name="connsiteX73" fmla="*/ 122497 w 740699"/>
                <a:gd name="connsiteY73" fmla="*/ 167759 h 191096"/>
                <a:gd name="connsiteX74" fmla="*/ 234191 w 740699"/>
                <a:gd name="connsiteY74" fmla="*/ 149189 h 191096"/>
                <a:gd name="connsiteX75" fmla="*/ 227466 w 740699"/>
                <a:gd name="connsiteY75" fmla="*/ 156456 h 191096"/>
                <a:gd name="connsiteX76" fmla="*/ 209162 w 740699"/>
                <a:gd name="connsiteY76" fmla="*/ 158879 h 191096"/>
                <a:gd name="connsiteX77" fmla="*/ 175788 w 740699"/>
                <a:gd name="connsiteY77" fmla="*/ 121195 h 191096"/>
                <a:gd name="connsiteX78" fmla="*/ 209162 w 740699"/>
                <a:gd name="connsiteY78" fmla="*/ 83518 h 191096"/>
                <a:gd name="connsiteX79" fmla="*/ 227466 w 740699"/>
                <a:gd name="connsiteY79" fmla="*/ 85941 h 191096"/>
                <a:gd name="connsiteX80" fmla="*/ 234191 w 740699"/>
                <a:gd name="connsiteY80" fmla="*/ 93201 h 191096"/>
                <a:gd name="connsiteX81" fmla="*/ 234191 w 740699"/>
                <a:gd name="connsiteY81" fmla="*/ 149189 h 191096"/>
                <a:gd name="connsiteX82" fmla="*/ 262452 w 740699"/>
                <a:gd name="connsiteY82" fmla="*/ 61179 h 191096"/>
                <a:gd name="connsiteX83" fmla="*/ 209430 w 740699"/>
                <a:gd name="connsiteY83" fmla="*/ 51221 h 191096"/>
                <a:gd name="connsiteX84" fmla="*/ 140258 w 740699"/>
                <a:gd name="connsiteY84" fmla="*/ 121195 h 191096"/>
                <a:gd name="connsiteX85" fmla="*/ 208895 w 740699"/>
                <a:gd name="connsiteY85" fmla="*/ 191176 h 191096"/>
                <a:gd name="connsiteX86" fmla="*/ 262452 w 740699"/>
                <a:gd name="connsiteY86" fmla="*/ 180407 h 191096"/>
                <a:gd name="connsiteX87" fmla="*/ 269185 w 740699"/>
                <a:gd name="connsiteY87" fmla="*/ 169639 h 191096"/>
                <a:gd name="connsiteX88" fmla="*/ 269185 w 740699"/>
                <a:gd name="connsiteY88" fmla="*/ 71940 h 191096"/>
                <a:gd name="connsiteX89" fmla="*/ 262452 w 740699"/>
                <a:gd name="connsiteY89" fmla="*/ 61179 h 191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740699" h="191096">
                  <a:moveTo>
                    <a:pt x="689325" y="7347"/>
                  </a:moveTo>
                  <a:cubicBezTo>
                    <a:pt x="689325" y="8511"/>
                    <a:pt x="689026" y="9604"/>
                    <a:pt x="688790" y="10847"/>
                  </a:cubicBezTo>
                  <a:lnTo>
                    <a:pt x="686092" y="24840"/>
                  </a:lnTo>
                  <a:cubicBezTo>
                    <a:pt x="685558" y="28073"/>
                    <a:pt x="684213" y="29953"/>
                    <a:pt x="680980" y="29953"/>
                  </a:cubicBezTo>
                  <a:cubicBezTo>
                    <a:pt x="678974" y="29953"/>
                    <a:pt x="673177" y="28608"/>
                    <a:pt x="667797" y="28608"/>
                  </a:cubicBezTo>
                  <a:cubicBezTo>
                    <a:pt x="652993" y="28608"/>
                    <a:pt x="646528" y="36143"/>
                    <a:pt x="646528" y="50946"/>
                  </a:cubicBezTo>
                  <a:lnTo>
                    <a:pt x="646528" y="53911"/>
                  </a:lnTo>
                  <a:lnTo>
                    <a:pt x="680712" y="53911"/>
                  </a:lnTo>
                  <a:cubicBezTo>
                    <a:pt x="684213" y="53911"/>
                    <a:pt x="686092" y="56059"/>
                    <a:pt x="686092" y="59559"/>
                  </a:cubicBezTo>
                  <a:lnTo>
                    <a:pt x="686092" y="78130"/>
                  </a:lnTo>
                  <a:cubicBezTo>
                    <a:pt x="686092" y="81363"/>
                    <a:pt x="684213" y="83518"/>
                    <a:pt x="680712" y="83518"/>
                  </a:cubicBezTo>
                  <a:lnTo>
                    <a:pt x="646528" y="83518"/>
                  </a:lnTo>
                  <a:lnTo>
                    <a:pt x="646528" y="183097"/>
                  </a:lnTo>
                  <a:cubicBezTo>
                    <a:pt x="646528" y="186330"/>
                    <a:pt x="644380" y="188485"/>
                    <a:pt x="641148" y="188485"/>
                  </a:cubicBezTo>
                  <a:lnTo>
                    <a:pt x="617197" y="188485"/>
                  </a:lnTo>
                  <a:cubicBezTo>
                    <a:pt x="613964" y="188485"/>
                    <a:pt x="611809" y="186330"/>
                    <a:pt x="611809" y="183097"/>
                  </a:cubicBezTo>
                  <a:lnTo>
                    <a:pt x="611809" y="56602"/>
                  </a:lnTo>
                  <a:cubicBezTo>
                    <a:pt x="611809" y="17839"/>
                    <a:pt x="633612" y="79"/>
                    <a:pt x="666987" y="79"/>
                  </a:cubicBezTo>
                  <a:cubicBezTo>
                    <a:pt x="672729" y="79"/>
                    <a:pt x="678557" y="621"/>
                    <a:pt x="683945" y="1966"/>
                  </a:cubicBezTo>
                  <a:cubicBezTo>
                    <a:pt x="687713" y="2769"/>
                    <a:pt x="689325" y="4358"/>
                    <a:pt x="689325" y="7347"/>
                  </a:cubicBezTo>
                  <a:moveTo>
                    <a:pt x="741003" y="59292"/>
                  </a:moveTo>
                  <a:lnTo>
                    <a:pt x="741003" y="183097"/>
                  </a:lnTo>
                  <a:cubicBezTo>
                    <a:pt x="741003" y="186330"/>
                    <a:pt x="738848" y="188485"/>
                    <a:pt x="735615" y="188485"/>
                  </a:cubicBezTo>
                  <a:lnTo>
                    <a:pt x="711396" y="188485"/>
                  </a:lnTo>
                  <a:cubicBezTo>
                    <a:pt x="708164" y="188485"/>
                    <a:pt x="706008" y="186330"/>
                    <a:pt x="706008" y="183097"/>
                  </a:cubicBezTo>
                  <a:lnTo>
                    <a:pt x="706008" y="59292"/>
                  </a:lnTo>
                  <a:cubicBezTo>
                    <a:pt x="706008" y="56059"/>
                    <a:pt x="708164" y="53911"/>
                    <a:pt x="711396" y="53911"/>
                  </a:cubicBezTo>
                  <a:lnTo>
                    <a:pt x="735615" y="53911"/>
                  </a:lnTo>
                  <a:cubicBezTo>
                    <a:pt x="738848" y="53911"/>
                    <a:pt x="741003" y="56059"/>
                    <a:pt x="741003" y="59292"/>
                  </a:cubicBezTo>
                  <a:moveTo>
                    <a:pt x="518954" y="158879"/>
                  </a:moveTo>
                  <a:cubicBezTo>
                    <a:pt x="499038" y="158879"/>
                    <a:pt x="485847" y="145956"/>
                    <a:pt x="485847" y="121195"/>
                  </a:cubicBezTo>
                  <a:cubicBezTo>
                    <a:pt x="485847" y="96433"/>
                    <a:pt x="499038" y="83518"/>
                    <a:pt x="517074" y="83518"/>
                  </a:cubicBezTo>
                  <a:cubicBezTo>
                    <a:pt x="536990" y="83518"/>
                    <a:pt x="550173" y="96433"/>
                    <a:pt x="550173" y="121195"/>
                  </a:cubicBezTo>
                  <a:cubicBezTo>
                    <a:pt x="550173" y="145956"/>
                    <a:pt x="536990" y="158879"/>
                    <a:pt x="518954" y="158879"/>
                  </a:cubicBezTo>
                  <a:moveTo>
                    <a:pt x="517074" y="51221"/>
                  </a:moveTo>
                  <a:cubicBezTo>
                    <a:pt x="476699" y="51221"/>
                    <a:pt x="450317" y="80553"/>
                    <a:pt x="450317" y="121195"/>
                  </a:cubicBezTo>
                  <a:cubicBezTo>
                    <a:pt x="450317" y="161837"/>
                    <a:pt x="476699" y="191176"/>
                    <a:pt x="518954" y="191176"/>
                  </a:cubicBezTo>
                  <a:cubicBezTo>
                    <a:pt x="559328" y="191176"/>
                    <a:pt x="585702" y="161837"/>
                    <a:pt x="585702" y="121195"/>
                  </a:cubicBezTo>
                  <a:cubicBezTo>
                    <a:pt x="585702" y="80553"/>
                    <a:pt x="559328" y="51221"/>
                    <a:pt x="517074" y="51221"/>
                  </a:cubicBezTo>
                  <a:moveTo>
                    <a:pt x="424486" y="101813"/>
                  </a:moveTo>
                  <a:lnTo>
                    <a:pt x="424486" y="183097"/>
                  </a:lnTo>
                  <a:cubicBezTo>
                    <a:pt x="424486" y="186330"/>
                    <a:pt x="422331" y="188485"/>
                    <a:pt x="419098" y="188485"/>
                  </a:cubicBezTo>
                  <a:lnTo>
                    <a:pt x="394880" y="188485"/>
                  </a:lnTo>
                  <a:cubicBezTo>
                    <a:pt x="391647" y="188485"/>
                    <a:pt x="389492" y="186330"/>
                    <a:pt x="389492" y="183097"/>
                  </a:cubicBezTo>
                  <a:lnTo>
                    <a:pt x="389492" y="106391"/>
                  </a:lnTo>
                  <a:cubicBezTo>
                    <a:pt x="389492" y="90243"/>
                    <a:pt x="377921" y="83518"/>
                    <a:pt x="363385" y="83518"/>
                  </a:cubicBezTo>
                  <a:cubicBezTo>
                    <a:pt x="355040" y="83518"/>
                    <a:pt x="350470" y="84053"/>
                    <a:pt x="343469" y="85665"/>
                  </a:cubicBezTo>
                  <a:cubicBezTo>
                    <a:pt x="339159" y="86743"/>
                    <a:pt x="337012" y="88631"/>
                    <a:pt x="337012" y="92666"/>
                  </a:cubicBezTo>
                  <a:lnTo>
                    <a:pt x="337012" y="183097"/>
                  </a:lnTo>
                  <a:cubicBezTo>
                    <a:pt x="337012" y="186330"/>
                    <a:pt x="334856" y="188485"/>
                    <a:pt x="331624" y="188485"/>
                  </a:cubicBezTo>
                  <a:lnTo>
                    <a:pt x="307405" y="188485"/>
                  </a:lnTo>
                  <a:cubicBezTo>
                    <a:pt x="304172" y="188485"/>
                    <a:pt x="302017" y="186330"/>
                    <a:pt x="302017" y="183097"/>
                  </a:cubicBezTo>
                  <a:lnTo>
                    <a:pt x="302017" y="71672"/>
                  </a:lnTo>
                  <a:cubicBezTo>
                    <a:pt x="302017" y="65482"/>
                    <a:pt x="304982" y="62249"/>
                    <a:pt x="308750" y="60904"/>
                  </a:cubicBezTo>
                  <a:cubicBezTo>
                    <a:pt x="328399" y="53911"/>
                    <a:pt x="346970" y="51221"/>
                    <a:pt x="362850" y="51221"/>
                  </a:cubicBezTo>
                  <a:cubicBezTo>
                    <a:pt x="404295" y="51221"/>
                    <a:pt x="424486" y="68982"/>
                    <a:pt x="424486" y="101813"/>
                  </a:cubicBezTo>
                  <a:moveTo>
                    <a:pt x="122497" y="167759"/>
                  </a:moveTo>
                  <a:cubicBezTo>
                    <a:pt x="122497" y="172337"/>
                    <a:pt x="121963" y="178528"/>
                    <a:pt x="120342" y="183097"/>
                  </a:cubicBezTo>
                  <a:cubicBezTo>
                    <a:pt x="118997" y="187140"/>
                    <a:pt x="117385" y="188485"/>
                    <a:pt x="113350" y="188485"/>
                  </a:cubicBezTo>
                  <a:lnTo>
                    <a:pt x="89123" y="188485"/>
                  </a:lnTo>
                  <a:cubicBezTo>
                    <a:pt x="86433" y="188485"/>
                    <a:pt x="85088" y="186865"/>
                    <a:pt x="85088" y="184718"/>
                  </a:cubicBezTo>
                  <a:cubicBezTo>
                    <a:pt x="85088" y="184175"/>
                    <a:pt x="85088" y="183640"/>
                    <a:pt x="85356" y="183097"/>
                  </a:cubicBezTo>
                  <a:cubicBezTo>
                    <a:pt x="86433" y="179597"/>
                    <a:pt x="86968" y="177175"/>
                    <a:pt x="86968" y="173140"/>
                  </a:cubicBezTo>
                  <a:cubicBezTo>
                    <a:pt x="86968" y="133559"/>
                    <a:pt x="303" y="155646"/>
                    <a:pt x="303" y="98589"/>
                  </a:cubicBezTo>
                  <a:cubicBezTo>
                    <a:pt x="303" y="69517"/>
                    <a:pt x="23452" y="50144"/>
                    <a:pt x="59517" y="50144"/>
                  </a:cubicBezTo>
                  <a:cubicBezTo>
                    <a:pt x="78623" y="50144"/>
                    <a:pt x="98546" y="54714"/>
                    <a:pt x="115230" y="64404"/>
                  </a:cubicBezTo>
                  <a:cubicBezTo>
                    <a:pt x="117393" y="65490"/>
                    <a:pt x="118462" y="67637"/>
                    <a:pt x="118462" y="69792"/>
                  </a:cubicBezTo>
                  <a:cubicBezTo>
                    <a:pt x="118462" y="71137"/>
                    <a:pt x="118164" y="72710"/>
                    <a:pt x="117385" y="74362"/>
                  </a:cubicBezTo>
                  <a:lnTo>
                    <a:pt x="109039" y="92131"/>
                  </a:lnTo>
                  <a:cubicBezTo>
                    <a:pt x="107962" y="94553"/>
                    <a:pt x="105539" y="95899"/>
                    <a:pt x="103116" y="95899"/>
                  </a:cubicBezTo>
                  <a:cubicBezTo>
                    <a:pt x="101771" y="95899"/>
                    <a:pt x="100426" y="95623"/>
                    <a:pt x="99081" y="94821"/>
                  </a:cubicBezTo>
                  <a:cubicBezTo>
                    <a:pt x="85356" y="87286"/>
                    <a:pt x="72165" y="82708"/>
                    <a:pt x="58439" y="82708"/>
                  </a:cubicBezTo>
                  <a:cubicBezTo>
                    <a:pt x="44179" y="82708"/>
                    <a:pt x="35833" y="87923"/>
                    <a:pt x="35833" y="96166"/>
                  </a:cubicBezTo>
                  <a:cubicBezTo>
                    <a:pt x="35833" y="121368"/>
                    <a:pt x="122497" y="106659"/>
                    <a:pt x="122497" y="167759"/>
                  </a:cubicBezTo>
                  <a:moveTo>
                    <a:pt x="234191" y="149189"/>
                  </a:moveTo>
                  <a:cubicBezTo>
                    <a:pt x="234191" y="153224"/>
                    <a:pt x="232043" y="155111"/>
                    <a:pt x="227466" y="156456"/>
                  </a:cubicBezTo>
                  <a:cubicBezTo>
                    <a:pt x="221543" y="158069"/>
                    <a:pt x="216430" y="158879"/>
                    <a:pt x="209162" y="158879"/>
                  </a:cubicBezTo>
                  <a:cubicBezTo>
                    <a:pt x="191936" y="158879"/>
                    <a:pt x="175788" y="148646"/>
                    <a:pt x="175788" y="121195"/>
                  </a:cubicBezTo>
                  <a:cubicBezTo>
                    <a:pt x="175788" y="93743"/>
                    <a:pt x="191936" y="83518"/>
                    <a:pt x="209162" y="83518"/>
                  </a:cubicBezTo>
                  <a:cubicBezTo>
                    <a:pt x="216430" y="83518"/>
                    <a:pt x="221543" y="84320"/>
                    <a:pt x="227466" y="85941"/>
                  </a:cubicBezTo>
                  <a:cubicBezTo>
                    <a:pt x="232043" y="87286"/>
                    <a:pt x="234191" y="89165"/>
                    <a:pt x="234191" y="93201"/>
                  </a:cubicBezTo>
                  <a:lnTo>
                    <a:pt x="234191" y="149189"/>
                  </a:lnTo>
                  <a:close/>
                  <a:moveTo>
                    <a:pt x="262452" y="61179"/>
                  </a:moveTo>
                  <a:cubicBezTo>
                    <a:pt x="244692" y="54446"/>
                    <a:pt x="228000" y="51221"/>
                    <a:pt x="209430" y="51221"/>
                  </a:cubicBezTo>
                  <a:cubicBezTo>
                    <a:pt x="168795" y="51221"/>
                    <a:pt x="140258" y="78405"/>
                    <a:pt x="140258" y="121195"/>
                  </a:cubicBezTo>
                  <a:cubicBezTo>
                    <a:pt x="140258" y="164527"/>
                    <a:pt x="165020" y="191176"/>
                    <a:pt x="208895" y="191176"/>
                  </a:cubicBezTo>
                  <a:cubicBezTo>
                    <a:pt x="226655" y="191176"/>
                    <a:pt x="243881" y="188210"/>
                    <a:pt x="262452" y="180407"/>
                  </a:cubicBezTo>
                  <a:cubicBezTo>
                    <a:pt x="266763" y="178528"/>
                    <a:pt x="269185" y="175562"/>
                    <a:pt x="269185" y="169639"/>
                  </a:cubicBezTo>
                  <a:lnTo>
                    <a:pt x="269185" y="71940"/>
                  </a:lnTo>
                  <a:cubicBezTo>
                    <a:pt x="269185" y="65749"/>
                    <a:pt x="266763" y="62792"/>
                    <a:pt x="262452" y="61179"/>
                  </a:cubicBezTo>
                </a:path>
              </a:pathLst>
            </a:custGeom>
            <a:grpFill/>
            <a:ln w="78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34" name="Forme libre : forme 10">
              <a:extLst>
                <a:ext uri="{FF2B5EF4-FFF2-40B4-BE49-F238E27FC236}">
                  <a16:creationId xmlns:a16="http://schemas.microsoft.com/office/drawing/2014/main" id="{AE069B0D-3A77-4024-93DE-B14818FED9C1}"/>
                </a:ext>
              </a:extLst>
            </p:cNvPr>
            <p:cNvSpPr/>
            <p:nvPr/>
          </p:nvSpPr>
          <p:spPr>
            <a:xfrm rot="-73896" flipV="1">
              <a:off x="5474877" y="-471733"/>
              <a:ext cx="37949" cy="37711"/>
            </a:xfrm>
            <a:custGeom>
              <a:avLst/>
              <a:gdLst>
                <a:gd name="connsiteX0" fmla="*/ 19483 w 37949"/>
                <a:gd name="connsiteY0" fmla="*/ 17 h 37711"/>
                <a:gd name="connsiteX1" fmla="*/ 38456 w 37949"/>
                <a:gd name="connsiteY1" fmla="*/ 18454 h 37711"/>
                <a:gd name="connsiteX2" fmla="*/ 19491 w 37949"/>
                <a:gd name="connsiteY2" fmla="*/ 37717 h 37711"/>
                <a:gd name="connsiteX3" fmla="*/ 519 w 37949"/>
                <a:gd name="connsiteY3" fmla="*/ 19272 h 37711"/>
                <a:gd name="connsiteX4" fmla="*/ 19483 w 37949"/>
                <a:gd name="connsiteY4" fmla="*/ 17 h 37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49" h="37711">
                  <a:moveTo>
                    <a:pt x="19483" y="17"/>
                  </a:moveTo>
                  <a:cubicBezTo>
                    <a:pt x="30519" y="-219"/>
                    <a:pt x="38212" y="6883"/>
                    <a:pt x="38456" y="18454"/>
                  </a:cubicBezTo>
                  <a:cubicBezTo>
                    <a:pt x="38715" y="30300"/>
                    <a:pt x="31329" y="37457"/>
                    <a:pt x="19491" y="37717"/>
                  </a:cubicBezTo>
                  <a:cubicBezTo>
                    <a:pt x="8188" y="37953"/>
                    <a:pt x="771" y="31118"/>
                    <a:pt x="519" y="19272"/>
                  </a:cubicBezTo>
                  <a:cubicBezTo>
                    <a:pt x="267" y="7701"/>
                    <a:pt x="7378" y="284"/>
                    <a:pt x="19483" y="17"/>
                  </a:cubicBezTo>
                </a:path>
              </a:pathLst>
            </a:custGeom>
            <a:grpFill/>
            <a:ln w="78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fr-FR" sz="2400">
                <a:solidFill>
                  <a:schemeClr val="accent2"/>
                </a:solidFill>
              </a:endParaRPr>
            </a:p>
          </p:txBody>
        </p:sp>
        <p:sp>
          <p:nvSpPr>
            <p:cNvPr id="46" name="Forme libre : forme 11">
              <a:extLst>
                <a:ext uri="{FF2B5EF4-FFF2-40B4-BE49-F238E27FC236}">
                  <a16:creationId xmlns:a16="http://schemas.microsoft.com/office/drawing/2014/main" id="{4FEF900E-F4FF-408E-9225-41DC79A3C407}"/>
                </a:ext>
              </a:extLst>
            </p:cNvPr>
            <p:cNvSpPr/>
            <p:nvPr/>
          </p:nvSpPr>
          <p:spPr>
            <a:xfrm rot="10725025" flipV="1">
              <a:off x="4768103" y="-317778"/>
              <a:ext cx="37406" cy="37169"/>
            </a:xfrm>
            <a:custGeom>
              <a:avLst/>
              <a:gdLst>
                <a:gd name="connsiteX0" fmla="*/ 18717 w 37406"/>
                <a:gd name="connsiteY0" fmla="*/ 130 h 37169"/>
                <a:gd name="connsiteX1" fmla="*/ 37414 w 37406"/>
                <a:gd name="connsiteY1" fmla="*/ 18300 h 37169"/>
                <a:gd name="connsiteX2" fmla="*/ 18717 w 37406"/>
                <a:gd name="connsiteY2" fmla="*/ 37288 h 37169"/>
                <a:gd name="connsiteX3" fmla="*/ 20 w 37406"/>
                <a:gd name="connsiteY3" fmla="*/ 19118 h 37169"/>
                <a:gd name="connsiteX4" fmla="*/ 18717 w 37406"/>
                <a:gd name="connsiteY4" fmla="*/ 130 h 37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406" h="37169">
                  <a:moveTo>
                    <a:pt x="18717" y="130"/>
                  </a:moveTo>
                  <a:cubicBezTo>
                    <a:pt x="29745" y="-106"/>
                    <a:pt x="37162" y="6729"/>
                    <a:pt x="37414" y="18300"/>
                  </a:cubicBezTo>
                  <a:cubicBezTo>
                    <a:pt x="37665" y="29603"/>
                    <a:pt x="30555" y="37028"/>
                    <a:pt x="18717" y="37288"/>
                  </a:cubicBezTo>
                  <a:cubicBezTo>
                    <a:pt x="7681" y="37524"/>
                    <a:pt x="264" y="30421"/>
                    <a:pt x="20" y="19118"/>
                  </a:cubicBezTo>
                  <a:cubicBezTo>
                    <a:pt x="-240" y="7547"/>
                    <a:pt x="6871" y="390"/>
                    <a:pt x="18717" y="130"/>
                  </a:cubicBezTo>
                </a:path>
              </a:pathLst>
            </a:custGeom>
            <a:grpFill/>
            <a:ln w="78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fr-FR" sz="2400"/>
            </a:p>
          </p:txBody>
        </p:sp>
      </p:grpSp>
      <p:sp>
        <p:nvSpPr>
          <p:cNvPr id="36" name="Espace réservé du texte 5">
            <a:extLst>
              <a:ext uri="{FF2B5EF4-FFF2-40B4-BE49-F238E27FC236}">
                <a16:creationId xmlns:a16="http://schemas.microsoft.com/office/drawing/2014/main" id="{E84A8FD7-8FA2-4544-A842-D034742C4BED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4033429" y="425183"/>
            <a:ext cx="7715547" cy="164148"/>
          </a:xfrm>
        </p:spPr>
        <p:txBody>
          <a:bodyPr wrap="square" anchor="t" anchorCtr="0">
            <a:sp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lang="fr-FR" sz="1067" b="0" i="0" kern="1200" dirty="0" err="1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533" b="0" i="0" cap="all" baseline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307176" indent="0">
              <a:spcBef>
                <a:spcPts val="400"/>
              </a:spcBef>
              <a:buFont typeface="Arial" panose="020B0604020202020204" pitchFamily="34" charset="0"/>
              <a:buNone/>
              <a:tabLst>
                <a:tab pos="836022" algn="l"/>
              </a:tabLst>
              <a:defRPr sz="533"/>
            </a:lvl3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92536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6812747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7931102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,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44036929"/>
              </p:ext>
            </p:extLst>
          </p:nvPr>
        </p:nvGraphicFramePr>
        <p:xfrm>
          <a:off x="2119" y="1589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9" y="1589"/>
                        <a:ext cx="2116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2">
            <a:extLst>
              <a:ext uri="{FF2B5EF4-FFF2-40B4-BE49-F238E27FC236}">
                <a16:creationId xmlns:a16="http://schemas.microsoft.com/office/drawing/2014/main" id="{9E873AB7-7E63-4A48-B9A0-2D869D756E8A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88952" y="368707"/>
            <a:ext cx="11214101" cy="4431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>
              <a:defRPr sz="3200"/>
            </a:lvl1pPr>
          </a:lstStyle>
          <a:p>
            <a:pPr lvl="0"/>
            <a:r>
              <a:rPr lang="en-US" err="1"/>
              <a:t>Cliquez</a:t>
            </a:r>
            <a:r>
              <a:rPr lang="en-US"/>
              <a:t> pour modifier le style du </a:t>
            </a:r>
            <a:r>
              <a:rPr lang="en-US" err="1"/>
              <a:t>titre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82741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u 1 colon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78367" y="429435"/>
            <a:ext cx="11226800" cy="387799"/>
          </a:xfrm>
        </p:spPr>
        <p:txBody>
          <a:bodyPr/>
          <a:lstStyle>
            <a:lvl1pPr>
              <a:defRPr/>
            </a:lvl1pPr>
          </a:lstStyle>
          <a:p>
            <a:r>
              <a:rPr lang="fr-FR" dirty="0"/>
              <a:t>Slide texte - 1 colonne, corps 28</a:t>
            </a:r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idx="13" hasCustomPrompt="1"/>
          </p:nvPr>
        </p:nvSpPr>
        <p:spPr>
          <a:xfrm>
            <a:off x="478370" y="1777408"/>
            <a:ext cx="11226801" cy="4483693"/>
          </a:xfrm>
        </p:spPr>
        <p:txBody>
          <a:bodyPr/>
          <a:lstStyle>
            <a:lvl1pPr>
              <a:defRPr baseline="0"/>
            </a:lvl1pPr>
            <a:lvl3pPr marL="403205" indent="-133343">
              <a:buFont typeface="Arial" charset="0"/>
              <a:buChar char="•"/>
              <a:tabLst/>
              <a:defRPr/>
            </a:lvl3pPr>
          </a:lstStyle>
          <a:p>
            <a:pPr lvl="0"/>
            <a:r>
              <a:rPr lang="fr-FR" dirty="0"/>
              <a:t>Texte 1er niveau, corps 18</a:t>
            </a:r>
          </a:p>
          <a:p>
            <a:pPr lvl="1"/>
            <a:r>
              <a:rPr lang="fr-FR" dirty="0"/>
              <a:t>Texte 2e niveau, corps 16</a:t>
            </a:r>
          </a:p>
          <a:p>
            <a:pPr lvl="2"/>
            <a:r>
              <a:rPr lang="fr-FR" dirty="0"/>
              <a:t>Texte 3e niveau, corps 14</a:t>
            </a:r>
          </a:p>
        </p:txBody>
      </p:sp>
      <p:sp>
        <p:nvSpPr>
          <p:cNvPr id="25" name="Espace réservé du pied de page 24"/>
          <p:cNvSpPr>
            <a:spLocks noGrp="1"/>
          </p:cNvSpPr>
          <p:nvPr>
            <p:ph type="ftr" sz="quarter" idx="15"/>
          </p:nvPr>
        </p:nvSpPr>
        <p:spPr>
          <a:xfrm>
            <a:off x="2866442" y="6479322"/>
            <a:ext cx="6459117" cy="170333"/>
          </a:xfrm>
          <a:prstGeom prst="rect">
            <a:avLst/>
          </a:prstGeom>
        </p:spPr>
        <p:txBody>
          <a:bodyPr/>
          <a:lstStyle/>
          <a:p>
            <a:r>
              <a:rPr lang="fr-FR" dirty="0"/>
              <a:t>Presentation title</a:t>
            </a:r>
          </a:p>
        </p:txBody>
      </p:sp>
      <p:sp>
        <p:nvSpPr>
          <p:cNvPr id="26" name="Espace réservé du numéro de diapositive 2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980E94A8-0648-D043-B8F7-3AFA110B04BE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31" name="Content Placeholder 2"/>
          <p:cNvSpPr>
            <a:spLocks noGrp="1"/>
          </p:cNvSpPr>
          <p:nvPr>
            <p:ph idx="17" hasCustomPrompt="1"/>
          </p:nvPr>
        </p:nvSpPr>
        <p:spPr>
          <a:xfrm>
            <a:off x="478370" y="950403"/>
            <a:ext cx="11226801" cy="465508"/>
          </a:xfrm>
        </p:spPr>
        <p:txBody>
          <a:bodyPr/>
          <a:lstStyle>
            <a:lvl1pPr marL="0" indent="0">
              <a:buNone/>
              <a:defRPr sz="2200" b="0" baseline="0">
                <a:solidFill>
                  <a:schemeClr val="tx1"/>
                </a:solidFill>
              </a:defRPr>
            </a:lvl1pPr>
            <a:lvl2pPr marL="266687" indent="0">
              <a:buNone/>
              <a:defRPr/>
            </a:lvl2pPr>
            <a:lvl3pPr marL="685766" indent="0">
              <a:buNone/>
              <a:defRPr/>
            </a:lvl3pPr>
            <a:lvl4pPr marL="1028649" indent="0">
              <a:buNone/>
              <a:defRPr/>
            </a:lvl4pPr>
            <a:lvl5pPr marL="1371532" indent="0">
              <a:buNone/>
              <a:defRPr/>
            </a:lvl5pPr>
          </a:lstStyle>
          <a:p>
            <a:pPr lvl="0"/>
            <a:r>
              <a:rPr lang="fr-FR" dirty="0"/>
              <a:t>Sous-titre, corps 22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09093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40">
          <p15:clr>
            <a:srgbClr val="FBAE40"/>
          </p15:clr>
        </p15:guide>
        <p15:guide id="2" orient="horz" pos="3094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bg>
      <p:bgPr>
        <a:solidFill>
          <a:srgbClr val="F5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323D7EBE-BC7D-4AC5-AD6B-FCD5D270E1C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B54B0F7-55DD-40D6-B7F4-70B586885C0B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E56171-4788-4B4A-B8DB-98CB348C66F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42033" y="1943801"/>
            <a:ext cx="11304000" cy="429522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Espace réservé du texte 4">
            <a:extLst>
              <a:ext uri="{FF2B5EF4-FFF2-40B4-BE49-F238E27FC236}">
                <a16:creationId xmlns:a16="http://schemas.microsoft.com/office/drawing/2014/main" id="{E214CB94-27AF-41B7-A363-829DCFEBE7A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44973" y="1577579"/>
            <a:ext cx="11304000" cy="246221"/>
          </a:xfr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160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>
              <a:spcBef>
                <a:spcPts val="533"/>
              </a:spcBef>
              <a:buFont typeface="Arial" panose="020B0604020202020204" pitchFamily="34" charset="0"/>
              <a:buNone/>
              <a:defRPr sz="1600"/>
            </a:lvl2pPr>
            <a:lvl3pPr>
              <a:lnSpc>
                <a:spcPct val="110000"/>
              </a:lnSpc>
              <a:defRPr lang="en-US" sz="1333" kern="1200" dirty="0" smtClean="0">
                <a:solidFill>
                  <a:schemeClr val="tx1"/>
                </a:solidFill>
                <a:latin typeface="Sanofi Sans 3 Regular"/>
                <a:ea typeface="+mn-ea"/>
                <a:cs typeface="+mn-cs"/>
              </a:defRPr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7577A6-F24A-4B6D-B7E1-FB31180BD6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69761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BB387-CF91-C865-F872-30D889DCA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8DA97D-0A02-9D8D-4BCA-57DDAF8906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27AE2-EF2C-462D-BC32-5CCD1C39367D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6D07E1-5EC0-DDC6-272C-E20D8AA3C4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66442" y="6479322"/>
            <a:ext cx="6459117" cy="17033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593132-BE1D-BDB4-3CFB-C60F586EE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8FEAA-3262-4B82-AC7C-B695FCD3CB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39690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AB29E-D2B5-47CA-5FD5-706358F1E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FEDDC3-E703-8F34-2066-32A2602FBF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E447F5-5249-2B85-733C-40A44869B1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27AE2-EF2C-462D-BC32-5CCD1C39367D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5E5EE3-4DEA-4048-5640-935DB231F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66442" y="6479322"/>
            <a:ext cx="6459117" cy="17033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F8AA75-416E-3D9F-48D5-FDB404BED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8FEAA-3262-4B82-AC7C-B695FCD3CB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56494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ommai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78367" y="364800"/>
            <a:ext cx="11226800" cy="517064"/>
          </a:xfrm>
        </p:spPr>
        <p:txBody>
          <a:bodyPr/>
          <a:lstStyle>
            <a:lvl1pPr>
              <a:defRPr/>
            </a:lvl1pPr>
          </a:lstStyle>
          <a:p>
            <a:r>
              <a:rPr lang="fr-FR" dirty="0"/>
              <a:t>Slide texte - 1 colonne, corps 28</a:t>
            </a:r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idx="13" hasCustomPrompt="1"/>
          </p:nvPr>
        </p:nvSpPr>
        <p:spPr>
          <a:xfrm>
            <a:off x="1173378" y="1365253"/>
            <a:ext cx="10130393" cy="4895849"/>
          </a:xfrm>
        </p:spPr>
        <p:txBody>
          <a:bodyPr/>
          <a:lstStyle>
            <a:lvl1pPr marL="222240" indent="-222240">
              <a:spcBef>
                <a:spcPts val="1200"/>
              </a:spcBef>
              <a:buFont typeface="Arial" charset="0"/>
              <a:buChar char="•"/>
              <a:tabLst>
                <a:tab pos="11279153" algn="r"/>
              </a:tabLst>
              <a:defRPr sz="2400" b="0" baseline="0"/>
            </a:lvl1pPr>
            <a:lvl2pPr marL="400031" indent="-177792">
              <a:spcBef>
                <a:spcPts val="0"/>
              </a:spcBef>
              <a:buFont typeface="Arial" charset="0"/>
              <a:buChar char="•"/>
              <a:tabLst>
                <a:tab pos="11279437" algn="r"/>
              </a:tabLst>
              <a:defRPr sz="2133"/>
            </a:lvl2pPr>
            <a:lvl3pPr marL="361931" indent="0">
              <a:buNone/>
              <a:defRPr/>
            </a:lvl3pPr>
          </a:lstStyle>
          <a:p>
            <a:pPr lvl="0"/>
            <a:r>
              <a:rPr lang="fr-FR" dirty="0"/>
              <a:t>Texte 1er niveau, corps 18	XX</a:t>
            </a:r>
          </a:p>
          <a:p>
            <a:pPr lvl="1"/>
            <a:r>
              <a:rPr lang="fr-FR" dirty="0"/>
              <a:t>Texte 2e niveau, corps 16	XX</a:t>
            </a:r>
          </a:p>
        </p:txBody>
      </p:sp>
      <p:sp>
        <p:nvSpPr>
          <p:cNvPr id="26" name="Espace réservé du numéro de diapositive 2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CC19534-8082-42C0-8F4D-FAE2C4EA7B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98148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ommai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22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270" imgH="270" progId="TCLayout.ActiveDocument.1">
                  <p:embed/>
                </p:oleObj>
              </mc:Choice>
              <mc:Fallback>
                <p:oleObj name="Diapositive think-cell" r:id="rId3" imgW="270" imgH="270" progId="TCLayout.ActiveDocument.1">
                  <p:embed/>
                  <p:pic>
                    <p:nvPicPr>
                      <p:cNvPr id="3" name="Obje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22" y="2119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78367" y="328405"/>
            <a:ext cx="11226800" cy="517064"/>
          </a:xfrm>
        </p:spPr>
        <p:txBody>
          <a:bodyPr/>
          <a:lstStyle>
            <a:lvl1pPr>
              <a:defRPr/>
            </a:lvl1pPr>
          </a:lstStyle>
          <a:p>
            <a:r>
              <a:rPr lang="fr-FR" dirty="0"/>
              <a:t>Slide texte - 1 colonne, corps 20</a:t>
            </a:r>
            <a:endParaRPr lang="en-US" dirty="0"/>
          </a:p>
        </p:txBody>
      </p:sp>
      <p:sp>
        <p:nvSpPr>
          <p:cNvPr id="26" name="Espace réservé du numéro de diapositive 25"/>
          <p:cNvSpPr>
            <a:spLocks noGrp="1"/>
          </p:cNvSpPr>
          <p:nvPr>
            <p:ph type="sldNum" sz="quarter" idx="16"/>
          </p:nvPr>
        </p:nvSpPr>
        <p:spPr>
          <a:xfrm>
            <a:off x="11290095" y="6441619"/>
            <a:ext cx="414748" cy="164148"/>
          </a:xfrm>
          <a:prstGeom prst="rect">
            <a:avLst/>
          </a:prstGeom>
        </p:spPr>
        <p:txBody>
          <a:bodyPr/>
          <a:lstStyle/>
          <a:p>
            <a:fld id="{980E94A8-0648-D043-B8F7-3AFA110B04BE}" type="slidenum">
              <a:rPr lang="fr-FR" smtClean="0">
                <a:solidFill>
                  <a:srgbClr val="6B747B"/>
                </a:solidFill>
              </a:rPr>
              <a:pPr/>
              <a:t>‹#›</a:t>
            </a:fld>
            <a:endParaRPr lang="fr-FR" dirty="0">
              <a:solidFill>
                <a:srgbClr val="6B747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542211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and Content with Image (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323D7EBE-BC7D-4AC5-AD6B-FCD5D270E1C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B54B0F7-55DD-40D6-B7F4-70B586885C0B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0792EA-2F40-4220-B1A0-E938F3FB87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1600" y="423966"/>
            <a:ext cx="11307488" cy="748247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DABBF6D-3EE9-4B6F-A32D-B700452A9A89}"/>
              </a:ext>
            </a:extLst>
          </p:cNvPr>
          <p:cNvCxnSpPr>
            <a:cxnSpLocks/>
          </p:cNvCxnSpPr>
          <p:nvPr userDrawn="1"/>
        </p:nvCxnSpPr>
        <p:spPr>
          <a:xfrm>
            <a:off x="488613" y="1163464"/>
            <a:ext cx="11260475" cy="0"/>
          </a:xfrm>
          <a:prstGeom prst="line">
            <a:avLst/>
          </a:prstGeom>
          <a:ln w="12700" cap="sq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112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3036" y="227025"/>
            <a:ext cx="9286409" cy="768351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1"/>
          </p:nvPr>
        </p:nvSpPr>
        <p:spPr>
          <a:xfrm>
            <a:off x="585467" y="1249364"/>
            <a:ext cx="10942620" cy="501714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7480514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915853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>
          <a:xfrm>
            <a:off x="2866442" y="6479322"/>
            <a:ext cx="6459117" cy="170333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DD0EE906-7EAC-B2A8-DC39-A00ED607A90A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" r="62800" b="60440"/>
          <a:stretch/>
        </p:blipFill>
        <p:spPr>
          <a:xfrm rot="10800000">
            <a:off x="10482215" y="-6627"/>
            <a:ext cx="1709784" cy="1149627"/>
          </a:xfrm>
          <a:prstGeom prst="rect">
            <a:avLst/>
          </a:prstGeom>
        </p:spPr>
      </p:pic>
      <p:grpSp>
        <p:nvGrpSpPr>
          <p:cNvPr id="11" name="Graphique 7">
            <a:extLst>
              <a:ext uri="{FF2B5EF4-FFF2-40B4-BE49-F238E27FC236}">
                <a16:creationId xmlns:a16="http://schemas.microsoft.com/office/drawing/2014/main" id="{7DD84F3A-8BF8-EF78-F55F-54AE8AC6763E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2168" y="6329527"/>
            <a:ext cx="1071853" cy="275084"/>
            <a:chOff x="4768103" y="-471733"/>
            <a:chExt cx="744723" cy="191124"/>
          </a:xfrm>
          <a:solidFill>
            <a:srgbClr val="FFFFFF"/>
          </a:solidFill>
        </p:grpSpPr>
        <p:sp>
          <p:nvSpPr>
            <p:cNvPr id="12" name="Forme libre : forme 9">
              <a:extLst>
                <a:ext uri="{FF2B5EF4-FFF2-40B4-BE49-F238E27FC236}">
                  <a16:creationId xmlns:a16="http://schemas.microsoft.com/office/drawing/2014/main" id="{BCB7B52E-FF73-D397-D541-C7F3FA200F41}"/>
                </a:ext>
              </a:extLst>
            </p:cNvPr>
            <p:cNvSpPr/>
            <p:nvPr userDrawn="1"/>
          </p:nvSpPr>
          <p:spPr>
            <a:xfrm>
              <a:off x="4770087" y="-471716"/>
              <a:ext cx="740699" cy="191096"/>
            </a:xfrm>
            <a:custGeom>
              <a:avLst/>
              <a:gdLst>
                <a:gd name="connsiteX0" fmla="*/ 689325 w 740699"/>
                <a:gd name="connsiteY0" fmla="*/ 7347 h 191096"/>
                <a:gd name="connsiteX1" fmla="*/ 688790 w 740699"/>
                <a:gd name="connsiteY1" fmla="*/ 10847 h 191096"/>
                <a:gd name="connsiteX2" fmla="*/ 686092 w 740699"/>
                <a:gd name="connsiteY2" fmla="*/ 24840 h 191096"/>
                <a:gd name="connsiteX3" fmla="*/ 680980 w 740699"/>
                <a:gd name="connsiteY3" fmla="*/ 29953 h 191096"/>
                <a:gd name="connsiteX4" fmla="*/ 667797 w 740699"/>
                <a:gd name="connsiteY4" fmla="*/ 28608 h 191096"/>
                <a:gd name="connsiteX5" fmla="*/ 646528 w 740699"/>
                <a:gd name="connsiteY5" fmla="*/ 50946 h 191096"/>
                <a:gd name="connsiteX6" fmla="*/ 646528 w 740699"/>
                <a:gd name="connsiteY6" fmla="*/ 53911 h 191096"/>
                <a:gd name="connsiteX7" fmla="*/ 680712 w 740699"/>
                <a:gd name="connsiteY7" fmla="*/ 53911 h 191096"/>
                <a:gd name="connsiteX8" fmla="*/ 686092 w 740699"/>
                <a:gd name="connsiteY8" fmla="*/ 59559 h 191096"/>
                <a:gd name="connsiteX9" fmla="*/ 686092 w 740699"/>
                <a:gd name="connsiteY9" fmla="*/ 78130 h 191096"/>
                <a:gd name="connsiteX10" fmla="*/ 680712 w 740699"/>
                <a:gd name="connsiteY10" fmla="*/ 83518 h 191096"/>
                <a:gd name="connsiteX11" fmla="*/ 646528 w 740699"/>
                <a:gd name="connsiteY11" fmla="*/ 83518 h 191096"/>
                <a:gd name="connsiteX12" fmla="*/ 646528 w 740699"/>
                <a:gd name="connsiteY12" fmla="*/ 183097 h 191096"/>
                <a:gd name="connsiteX13" fmla="*/ 641148 w 740699"/>
                <a:gd name="connsiteY13" fmla="*/ 188485 h 191096"/>
                <a:gd name="connsiteX14" fmla="*/ 617197 w 740699"/>
                <a:gd name="connsiteY14" fmla="*/ 188485 h 191096"/>
                <a:gd name="connsiteX15" fmla="*/ 611809 w 740699"/>
                <a:gd name="connsiteY15" fmla="*/ 183097 h 191096"/>
                <a:gd name="connsiteX16" fmla="*/ 611809 w 740699"/>
                <a:gd name="connsiteY16" fmla="*/ 56602 h 191096"/>
                <a:gd name="connsiteX17" fmla="*/ 666987 w 740699"/>
                <a:gd name="connsiteY17" fmla="*/ 79 h 191096"/>
                <a:gd name="connsiteX18" fmla="*/ 683945 w 740699"/>
                <a:gd name="connsiteY18" fmla="*/ 1966 h 191096"/>
                <a:gd name="connsiteX19" fmla="*/ 689325 w 740699"/>
                <a:gd name="connsiteY19" fmla="*/ 7347 h 191096"/>
                <a:gd name="connsiteX20" fmla="*/ 741003 w 740699"/>
                <a:gd name="connsiteY20" fmla="*/ 59292 h 191096"/>
                <a:gd name="connsiteX21" fmla="*/ 741003 w 740699"/>
                <a:gd name="connsiteY21" fmla="*/ 183097 h 191096"/>
                <a:gd name="connsiteX22" fmla="*/ 735615 w 740699"/>
                <a:gd name="connsiteY22" fmla="*/ 188485 h 191096"/>
                <a:gd name="connsiteX23" fmla="*/ 711396 w 740699"/>
                <a:gd name="connsiteY23" fmla="*/ 188485 h 191096"/>
                <a:gd name="connsiteX24" fmla="*/ 706008 w 740699"/>
                <a:gd name="connsiteY24" fmla="*/ 183097 h 191096"/>
                <a:gd name="connsiteX25" fmla="*/ 706008 w 740699"/>
                <a:gd name="connsiteY25" fmla="*/ 59292 h 191096"/>
                <a:gd name="connsiteX26" fmla="*/ 711396 w 740699"/>
                <a:gd name="connsiteY26" fmla="*/ 53911 h 191096"/>
                <a:gd name="connsiteX27" fmla="*/ 735615 w 740699"/>
                <a:gd name="connsiteY27" fmla="*/ 53911 h 191096"/>
                <a:gd name="connsiteX28" fmla="*/ 741003 w 740699"/>
                <a:gd name="connsiteY28" fmla="*/ 59292 h 191096"/>
                <a:gd name="connsiteX29" fmla="*/ 518954 w 740699"/>
                <a:gd name="connsiteY29" fmla="*/ 158879 h 191096"/>
                <a:gd name="connsiteX30" fmla="*/ 485847 w 740699"/>
                <a:gd name="connsiteY30" fmla="*/ 121195 h 191096"/>
                <a:gd name="connsiteX31" fmla="*/ 517074 w 740699"/>
                <a:gd name="connsiteY31" fmla="*/ 83518 h 191096"/>
                <a:gd name="connsiteX32" fmla="*/ 550173 w 740699"/>
                <a:gd name="connsiteY32" fmla="*/ 121195 h 191096"/>
                <a:gd name="connsiteX33" fmla="*/ 518954 w 740699"/>
                <a:gd name="connsiteY33" fmla="*/ 158879 h 191096"/>
                <a:gd name="connsiteX34" fmla="*/ 517074 w 740699"/>
                <a:gd name="connsiteY34" fmla="*/ 51221 h 191096"/>
                <a:gd name="connsiteX35" fmla="*/ 450317 w 740699"/>
                <a:gd name="connsiteY35" fmla="*/ 121195 h 191096"/>
                <a:gd name="connsiteX36" fmla="*/ 518954 w 740699"/>
                <a:gd name="connsiteY36" fmla="*/ 191176 h 191096"/>
                <a:gd name="connsiteX37" fmla="*/ 585702 w 740699"/>
                <a:gd name="connsiteY37" fmla="*/ 121195 h 191096"/>
                <a:gd name="connsiteX38" fmla="*/ 517074 w 740699"/>
                <a:gd name="connsiteY38" fmla="*/ 51221 h 191096"/>
                <a:gd name="connsiteX39" fmla="*/ 424486 w 740699"/>
                <a:gd name="connsiteY39" fmla="*/ 101813 h 191096"/>
                <a:gd name="connsiteX40" fmla="*/ 424486 w 740699"/>
                <a:gd name="connsiteY40" fmla="*/ 183097 h 191096"/>
                <a:gd name="connsiteX41" fmla="*/ 419098 w 740699"/>
                <a:gd name="connsiteY41" fmla="*/ 188485 h 191096"/>
                <a:gd name="connsiteX42" fmla="*/ 394880 w 740699"/>
                <a:gd name="connsiteY42" fmla="*/ 188485 h 191096"/>
                <a:gd name="connsiteX43" fmla="*/ 389492 w 740699"/>
                <a:gd name="connsiteY43" fmla="*/ 183097 h 191096"/>
                <a:gd name="connsiteX44" fmla="*/ 389492 w 740699"/>
                <a:gd name="connsiteY44" fmla="*/ 106391 h 191096"/>
                <a:gd name="connsiteX45" fmla="*/ 363385 w 740699"/>
                <a:gd name="connsiteY45" fmla="*/ 83518 h 191096"/>
                <a:gd name="connsiteX46" fmla="*/ 343469 w 740699"/>
                <a:gd name="connsiteY46" fmla="*/ 85665 h 191096"/>
                <a:gd name="connsiteX47" fmla="*/ 337012 w 740699"/>
                <a:gd name="connsiteY47" fmla="*/ 92666 h 191096"/>
                <a:gd name="connsiteX48" fmla="*/ 337012 w 740699"/>
                <a:gd name="connsiteY48" fmla="*/ 183097 h 191096"/>
                <a:gd name="connsiteX49" fmla="*/ 331624 w 740699"/>
                <a:gd name="connsiteY49" fmla="*/ 188485 h 191096"/>
                <a:gd name="connsiteX50" fmla="*/ 307405 w 740699"/>
                <a:gd name="connsiteY50" fmla="*/ 188485 h 191096"/>
                <a:gd name="connsiteX51" fmla="*/ 302017 w 740699"/>
                <a:gd name="connsiteY51" fmla="*/ 183097 h 191096"/>
                <a:gd name="connsiteX52" fmla="*/ 302017 w 740699"/>
                <a:gd name="connsiteY52" fmla="*/ 71672 h 191096"/>
                <a:gd name="connsiteX53" fmla="*/ 308750 w 740699"/>
                <a:gd name="connsiteY53" fmla="*/ 60904 h 191096"/>
                <a:gd name="connsiteX54" fmla="*/ 362850 w 740699"/>
                <a:gd name="connsiteY54" fmla="*/ 51221 h 191096"/>
                <a:gd name="connsiteX55" fmla="*/ 424486 w 740699"/>
                <a:gd name="connsiteY55" fmla="*/ 101813 h 191096"/>
                <a:gd name="connsiteX56" fmla="*/ 122497 w 740699"/>
                <a:gd name="connsiteY56" fmla="*/ 167759 h 191096"/>
                <a:gd name="connsiteX57" fmla="*/ 120342 w 740699"/>
                <a:gd name="connsiteY57" fmla="*/ 183097 h 191096"/>
                <a:gd name="connsiteX58" fmla="*/ 113350 w 740699"/>
                <a:gd name="connsiteY58" fmla="*/ 188485 h 191096"/>
                <a:gd name="connsiteX59" fmla="*/ 89123 w 740699"/>
                <a:gd name="connsiteY59" fmla="*/ 188485 h 191096"/>
                <a:gd name="connsiteX60" fmla="*/ 85088 w 740699"/>
                <a:gd name="connsiteY60" fmla="*/ 184718 h 191096"/>
                <a:gd name="connsiteX61" fmla="*/ 85356 w 740699"/>
                <a:gd name="connsiteY61" fmla="*/ 183097 h 191096"/>
                <a:gd name="connsiteX62" fmla="*/ 86968 w 740699"/>
                <a:gd name="connsiteY62" fmla="*/ 173140 h 191096"/>
                <a:gd name="connsiteX63" fmla="*/ 303 w 740699"/>
                <a:gd name="connsiteY63" fmla="*/ 98589 h 191096"/>
                <a:gd name="connsiteX64" fmla="*/ 59517 w 740699"/>
                <a:gd name="connsiteY64" fmla="*/ 50144 h 191096"/>
                <a:gd name="connsiteX65" fmla="*/ 115230 w 740699"/>
                <a:gd name="connsiteY65" fmla="*/ 64404 h 191096"/>
                <a:gd name="connsiteX66" fmla="*/ 118462 w 740699"/>
                <a:gd name="connsiteY66" fmla="*/ 69792 h 191096"/>
                <a:gd name="connsiteX67" fmla="*/ 117385 w 740699"/>
                <a:gd name="connsiteY67" fmla="*/ 74362 h 191096"/>
                <a:gd name="connsiteX68" fmla="*/ 109039 w 740699"/>
                <a:gd name="connsiteY68" fmla="*/ 92131 h 191096"/>
                <a:gd name="connsiteX69" fmla="*/ 103116 w 740699"/>
                <a:gd name="connsiteY69" fmla="*/ 95899 h 191096"/>
                <a:gd name="connsiteX70" fmla="*/ 99081 w 740699"/>
                <a:gd name="connsiteY70" fmla="*/ 94821 h 191096"/>
                <a:gd name="connsiteX71" fmla="*/ 58439 w 740699"/>
                <a:gd name="connsiteY71" fmla="*/ 82708 h 191096"/>
                <a:gd name="connsiteX72" fmla="*/ 35833 w 740699"/>
                <a:gd name="connsiteY72" fmla="*/ 96166 h 191096"/>
                <a:gd name="connsiteX73" fmla="*/ 122497 w 740699"/>
                <a:gd name="connsiteY73" fmla="*/ 167759 h 191096"/>
                <a:gd name="connsiteX74" fmla="*/ 234191 w 740699"/>
                <a:gd name="connsiteY74" fmla="*/ 149189 h 191096"/>
                <a:gd name="connsiteX75" fmla="*/ 227466 w 740699"/>
                <a:gd name="connsiteY75" fmla="*/ 156456 h 191096"/>
                <a:gd name="connsiteX76" fmla="*/ 209162 w 740699"/>
                <a:gd name="connsiteY76" fmla="*/ 158879 h 191096"/>
                <a:gd name="connsiteX77" fmla="*/ 175788 w 740699"/>
                <a:gd name="connsiteY77" fmla="*/ 121195 h 191096"/>
                <a:gd name="connsiteX78" fmla="*/ 209162 w 740699"/>
                <a:gd name="connsiteY78" fmla="*/ 83518 h 191096"/>
                <a:gd name="connsiteX79" fmla="*/ 227466 w 740699"/>
                <a:gd name="connsiteY79" fmla="*/ 85941 h 191096"/>
                <a:gd name="connsiteX80" fmla="*/ 234191 w 740699"/>
                <a:gd name="connsiteY80" fmla="*/ 93201 h 191096"/>
                <a:gd name="connsiteX81" fmla="*/ 234191 w 740699"/>
                <a:gd name="connsiteY81" fmla="*/ 149189 h 191096"/>
                <a:gd name="connsiteX82" fmla="*/ 262452 w 740699"/>
                <a:gd name="connsiteY82" fmla="*/ 61179 h 191096"/>
                <a:gd name="connsiteX83" fmla="*/ 209430 w 740699"/>
                <a:gd name="connsiteY83" fmla="*/ 51221 h 191096"/>
                <a:gd name="connsiteX84" fmla="*/ 140258 w 740699"/>
                <a:gd name="connsiteY84" fmla="*/ 121195 h 191096"/>
                <a:gd name="connsiteX85" fmla="*/ 208895 w 740699"/>
                <a:gd name="connsiteY85" fmla="*/ 191176 h 191096"/>
                <a:gd name="connsiteX86" fmla="*/ 262452 w 740699"/>
                <a:gd name="connsiteY86" fmla="*/ 180407 h 191096"/>
                <a:gd name="connsiteX87" fmla="*/ 269185 w 740699"/>
                <a:gd name="connsiteY87" fmla="*/ 169639 h 191096"/>
                <a:gd name="connsiteX88" fmla="*/ 269185 w 740699"/>
                <a:gd name="connsiteY88" fmla="*/ 71940 h 191096"/>
                <a:gd name="connsiteX89" fmla="*/ 262452 w 740699"/>
                <a:gd name="connsiteY89" fmla="*/ 61179 h 191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740699" h="191096">
                  <a:moveTo>
                    <a:pt x="689325" y="7347"/>
                  </a:moveTo>
                  <a:cubicBezTo>
                    <a:pt x="689325" y="8511"/>
                    <a:pt x="689026" y="9604"/>
                    <a:pt x="688790" y="10847"/>
                  </a:cubicBezTo>
                  <a:lnTo>
                    <a:pt x="686092" y="24840"/>
                  </a:lnTo>
                  <a:cubicBezTo>
                    <a:pt x="685558" y="28073"/>
                    <a:pt x="684213" y="29953"/>
                    <a:pt x="680980" y="29953"/>
                  </a:cubicBezTo>
                  <a:cubicBezTo>
                    <a:pt x="678974" y="29953"/>
                    <a:pt x="673177" y="28608"/>
                    <a:pt x="667797" y="28608"/>
                  </a:cubicBezTo>
                  <a:cubicBezTo>
                    <a:pt x="652993" y="28608"/>
                    <a:pt x="646528" y="36143"/>
                    <a:pt x="646528" y="50946"/>
                  </a:cubicBezTo>
                  <a:lnTo>
                    <a:pt x="646528" y="53911"/>
                  </a:lnTo>
                  <a:lnTo>
                    <a:pt x="680712" y="53911"/>
                  </a:lnTo>
                  <a:cubicBezTo>
                    <a:pt x="684213" y="53911"/>
                    <a:pt x="686092" y="56059"/>
                    <a:pt x="686092" y="59559"/>
                  </a:cubicBezTo>
                  <a:lnTo>
                    <a:pt x="686092" y="78130"/>
                  </a:lnTo>
                  <a:cubicBezTo>
                    <a:pt x="686092" y="81363"/>
                    <a:pt x="684213" y="83518"/>
                    <a:pt x="680712" y="83518"/>
                  </a:cubicBezTo>
                  <a:lnTo>
                    <a:pt x="646528" y="83518"/>
                  </a:lnTo>
                  <a:lnTo>
                    <a:pt x="646528" y="183097"/>
                  </a:lnTo>
                  <a:cubicBezTo>
                    <a:pt x="646528" y="186330"/>
                    <a:pt x="644380" y="188485"/>
                    <a:pt x="641148" y="188485"/>
                  </a:cubicBezTo>
                  <a:lnTo>
                    <a:pt x="617197" y="188485"/>
                  </a:lnTo>
                  <a:cubicBezTo>
                    <a:pt x="613964" y="188485"/>
                    <a:pt x="611809" y="186330"/>
                    <a:pt x="611809" y="183097"/>
                  </a:cubicBezTo>
                  <a:lnTo>
                    <a:pt x="611809" y="56602"/>
                  </a:lnTo>
                  <a:cubicBezTo>
                    <a:pt x="611809" y="17839"/>
                    <a:pt x="633612" y="79"/>
                    <a:pt x="666987" y="79"/>
                  </a:cubicBezTo>
                  <a:cubicBezTo>
                    <a:pt x="672729" y="79"/>
                    <a:pt x="678557" y="621"/>
                    <a:pt x="683945" y="1966"/>
                  </a:cubicBezTo>
                  <a:cubicBezTo>
                    <a:pt x="687713" y="2769"/>
                    <a:pt x="689325" y="4358"/>
                    <a:pt x="689325" y="7347"/>
                  </a:cubicBezTo>
                  <a:moveTo>
                    <a:pt x="741003" y="59292"/>
                  </a:moveTo>
                  <a:lnTo>
                    <a:pt x="741003" y="183097"/>
                  </a:lnTo>
                  <a:cubicBezTo>
                    <a:pt x="741003" y="186330"/>
                    <a:pt x="738848" y="188485"/>
                    <a:pt x="735615" y="188485"/>
                  </a:cubicBezTo>
                  <a:lnTo>
                    <a:pt x="711396" y="188485"/>
                  </a:lnTo>
                  <a:cubicBezTo>
                    <a:pt x="708164" y="188485"/>
                    <a:pt x="706008" y="186330"/>
                    <a:pt x="706008" y="183097"/>
                  </a:cubicBezTo>
                  <a:lnTo>
                    <a:pt x="706008" y="59292"/>
                  </a:lnTo>
                  <a:cubicBezTo>
                    <a:pt x="706008" y="56059"/>
                    <a:pt x="708164" y="53911"/>
                    <a:pt x="711396" y="53911"/>
                  </a:cubicBezTo>
                  <a:lnTo>
                    <a:pt x="735615" y="53911"/>
                  </a:lnTo>
                  <a:cubicBezTo>
                    <a:pt x="738848" y="53911"/>
                    <a:pt x="741003" y="56059"/>
                    <a:pt x="741003" y="59292"/>
                  </a:cubicBezTo>
                  <a:moveTo>
                    <a:pt x="518954" y="158879"/>
                  </a:moveTo>
                  <a:cubicBezTo>
                    <a:pt x="499038" y="158879"/>
                    <a:pt x="485847" y="145956"/>
                    <a:pt x="485847" y="121195"/>
                  </a:cubicBezTo>
                  <a:cubicBezTo>
                    <a:pt x="485847" y="96433"/>
                    <a:pt x="499038" y="83518"/>
                    <a:pt x="517074" y="83518"/>
                  </a:cubicBezTo>
                  <a:cubicBezTo>
                    <a:pt x="536990" y="83518"/>
                    <a:pt x="550173" y="96433"/>
                    <a:pt x="550173" y="121195"/>
                  </a:cubicBezTo>
                  <a:cubicBezTo>
                    <a:pt x="550173" y="145956"/>
                    <a:pt x="536990" y="158879"/>
                    <a:pt x="518954" y="158879"/>
                  </a:cubicBezTo>
                  <a:moveTo>
                    <a:pt x="517074" y="51221"/>
                  </a:moveTo>
                  <a:cubicBezTo>
                    <a:pt x="476699" y="51221"/>
                    <a:pt x="450317" y="80553"/>
                    <a:pt x="450317" y="121195"/>
                  </a:cubicBezTo>
                  <a:cubicBezTo>
                    <a:pt x="450317" y="161837"/>
                    <a:pt x="476699" y="191176"/>
                    <a:pt x="518954" y="191176"/>
                  </a:cubicBezTo>
                  <a:cubicBezTo>
                    <a:pt x="559328" y="191176"/>
                    <a:pt x="585702" y="161837"/>
                    <a:pt x="585702" y="121195"/>
                  </a:cubicBezTo>
                  <a:cubicBezTo>
                    <a:pt x="585702" y="80553"/>
                    <a:pt x="559328" y="51221"/>
                    <a:pt x="517074" y="51221"/>
                  </a:cubicBezTo>
                  <a:moveTo>
                    <a:pt x="424486" y="101813"/>
                  </a:moveTo>
                  <a:lnTo>
                    <a:pt x="424486" y="183097"/>
                  </a:lnTo>
                  <a:cubicBezTo>
                    <a:pt x="424486" y="186330"/>
                    <a:pt x="422331" y="188485"/>
                    <a:pt x="419098" y="188485"/>
                  </a:cubicBezTo>
                  <a:lnTo>
                    <a:pt x="394880" y="188485"/>
                  </a:lnTo>
                  <a:cubicBezTo>
                    <a:pt x="391647" y="188485"/>
                    <a:pt x="389492" y="186330"/>
                    <a:pt x="389492" y="183097"/>
                  </a:cubicBezTo>
                  <a:lnTo>
                    <a:pt x="389492" y="106391"/>
                  </a:lnTo>
                  <a:cubicBezTo>
                    <a:pt x="389492" y="90243"/>
                    <a:pt x="377921" y="83518"/>
                    <a:pt x="363385" y="83518"/>
                  </a:cubicBezTo>
                  <a:cubicBezTo>
                    <a:pt x="355040" y="83518"/>
                    <a:pt x="350470" y="84053"/>
                    <a:pt x="343469" y="85665"/>
                  </a:cubicBezTo>
                  <a:cubicBezTo>
                    <a:pt x="339159" y="86743"/>
                    <a:pt x="337012" y="88631"/>
                    <a:pt x="337012" y="92666"/>
                  </a:cubicBezTo>
                  <a:lnTo>
                    <a:pt x="337012" y="183097"/>
                  </a:lnTo>
                  <a:cubicBezTo>
                    <a:pt x="337012" y="186330"/>
                    <a:pt x="334856" y="188485"/>
                    <a:pt x="331624" y="188485"/>
                  </a:cubicBezTo>
                  <a:lnTo>
                    <a:pt x="307405" y="188485"/>
                  </a:lnTo>
                  <a:cubicBezTo>
                    <a:pt x="304172" y="188485"/>
                    <a:pt x="302017" y="186330"/>
                    <a:pt x="302017" y="183097"/>
                  </a:cubicBezTo>
                  <a:lnTo>
                    <a:pt x="302017" y="71672"/>
                  </a:lnTo>
                  <a:cubicBezTo>
                    <a:pt x="302017" y="65482"/>
                    <a:pt x="304982" y="62249"/>
                    <a:pt x="308750" y="60904"/>
                  </a:cubicBezTo>
                  <a:cubicBezTo>
                    <a:pt x="328399" y="53911"/>
                    <a:pt x="346970" y="51221"/>
                    <a:pt x="362850" y="51221"/>
                  </a:cubicBezTo>
                  <a:cubicBezTo>
                    <a:pt x="404295" y="51221"/>
                    <a:pt x="424486" y="68982"/>
                    <a:pt x="424486" y="101813"/>
                  </a:cubicBezTo>
                  <a:moveTo>
                    <a:pt x="122497" y="167759"/>
                  </a:moveTo>
                  <a:cubicBezTo>
                    <a:pt x="122497" y="172337"/>
                    <a:pt x="121963" y="178528"/>
                    <a:pt x="120342" y="183097"/>
                  </a:cubicBezTo>
                  <a:cubicBezTo>
                    <a:pt x="118997" y="187140"/>
                    <a:pt x="117385" y="188485"/>
                    <a:pt x="113350" y="188485"/>
                  </a:cubicBezTo>
                  <a:lnTo>
                    <a:pt x="89123" y="188485"/>
                  </a:lnTo>
                  <a:cubicBezTo>
                    <a:pt x="86433" y="188485"/>
                    <a:pt x="85088" y="186865"/>
                    <a:pt x="85088" y="184718"/>
                  </a:cubicBezTo>
                  <a:cubicBezTo>
                    <a:pt x="85088" y="184175"/>
                    <a:pt x="85088" y="183640"/>
                    <a:pt x="85356" y="183097"/>
                  </a:cubicBezTo>
                  <a:cubicBezTo>
                    <a:pt x="86433" y="179597"/>
                    <a:pt x="86968" y="177175"/>
                    <a:pt x="86968" y="173140"/>
                  </a:cubicBezTo>
                  <a:cubicBezTo>
                    <a:pt x="86968" y="133559"/>
                    <a:pt x="303" y="155646"/>
                    <a:pt x="303" y="98589"/>
                  </a:cubicBezTo>
                  <a:cubicBezTo>
                    <a:pt x="303" y="69517"/>
                    <a:pt x="23452" y="50144"/>
                    <a:pt x="59517" y="50144"/>
                  </a:cubicBezTo>
                  <a:cubicBezTo>
                    <a:pt x="78623" y="50144"/>
                    <a:pt x="98546" y="54714"/>
                    <a:pt x="115230" y="64404"/>
                  </a:cubicBezTo>
                  <a:cubicBezTo>
                    <a:pt x="117393" y="65490"/>
                    <a:pt x="118462" y="67637"/>
                    <a:pt x="118462" y="69792"/>
                  </a:cubicBezTo>
                  <a:cubicBezTo>
                    <a:pt x="118462" y="71137"/>
                    <a:pt x="118164" y="72710"/>
                    <a:pt x="117385" y="74362"/>
                  </a:cubicBezTo>
                  <a:lnTo>
                    <a:pt x="109039" y="92131"/>
                  </a:lnTo>
                  <a:cubicBezTo>
                    <a:pt x="107962" y="94553"/>
                    <a:pt x="105539" y="95899"/>
                    <a:pt x="103116" y="95899"/>
                  </a:cubicBezTo>
                  <a:cubicBezTo>
                    <a:pt x="101771" y="95899"/>
                    <a:pt x="100426" y="95623"/>
                    <a:pt x="99081" y="94821"/>
                  </a:cubicBezTo>
                  <a:cubicBezTo>
                    <a:pt x="85356" y="87286"/>
                    <a:pt x="72165" y="82708"/>
                    <a:pt x="58439" y="82708"/>
                  </a:cubicBezTo>
                  <a:cubicBezTo>
                    <a:pt x="44179" y="82708"/>
                    <a:pt x="35833" y="87923"/>
                    <a:pt x="35833" y="96166"/>
                  </a:cubicBezTo>
                  <a:cubicBezTo>
                    <a:pt x="35833" y="121368"/>
                    <a:pt x="122497" y="106659"/>
                    <a:pt x="122497" y="167759"/>
                  </a:cubicBezTo>
                  <a:moveTo>
                    <a:pt x="234191" y="149189"/>
                  </a:moveTo>
                  <a:cubicBezTo>
                    <a:pt x="234191" y="153224"/>
                    <a:pt x="232043" y="155111"/>
                    <a:pt x="227466" y="156456"/>
                  </a:cubicBezTo>
                  <a:cubicBezTo>
                    <a:pt x="221543" y="158069"/>
                    <a:pt x="216430" y="158879"/>
                    <a:pt x="209162" y="158879"/>
                  </a:cubicBezTo>
                  <a:cubicBezTo>
                    <a:pt x="191936" y="158879"/>
                    <a:pt x="175788" y="148646"/>
                    <a:pt x="175788" y="121195"/>
                  </a:cubicBezTo>
                  <a:cubicBezTo>
                    <a:pt x="175788" y="93743"/>
                    <a:pt x="191936" y="83518"/>
                    <a:pt x="209162" y="83518"/>
                  </a:cubicBezTo>
                  <a:cubicBezTo>
                    <a:pt x="216430" y="83518"/>
                    <a:pt x="221543" y="84320"/>
                    <a:pt x="227466" y="85941"/>
                  </a:cubicBezTo>
                  <a:cubicBezTo>
                    <a:pt x="232043" y="87286"/>
                    <a:pt x="234191" y="89165"/>
                    <a:pt x="234191" y="93201"/>
                  </a:cubicBezTo>
                  <a:lnTo>
                    <a:pt x="234191" y="149189"/>
                  </a:lnTo>
                  <a:close/>
                  <a:moveTo>
                    <a:pt x="262452" y="61179"/>
                  </a:moveTo>
                  <a:cubicBezTo>
                    <a:pt x="244692" y="54446"/>
                    <a:pt x="228000" y="51221"/>
                    <a:pt x="209430" y="51221"/>
                  </a:cubicBezTo>
                  <a:cubicBezTo>
                    <a:pt x="168795" y="51221"/>
                    <a:pt x="140258" y="78405"/>
                    <a:pt x="140258" y="121195"/>
                  </a:cubicBezTo>
                  <a:cubicBezTo>
                    <a:pt x="140258" y="164527"/>
                    <a:pt x="165020" y="191176"/>
                    <a:pt x="208895" y="191176"/>
                  </a:cubicBezTo>
                  <a:cubicBezTo>
                    <a:pt x="226655" y="191176"/>
                    <a:pt x="243881" y="188210"/>
                    <a:pt x="262452" y="180407"/>
                  </a:cubicBezTo>
                  <a:cubicBezTo>
                    <a:pt x="266763" y="178528"/>
                    <a:pt x="269185" y="175562"/>
                    <a:pt x="269185" y="169639"/>
                  </a:cubicBezTo>
                  <a:lnTo>
                    <a:pt x="269185" y="71940"/>
                  </a:lnTo>
                  <a:cubicBezTo>
                    <a:pt x="269185" y="65749"/>
                    <a:pt x="266763" y="62792"/>
                    <a:pt x="262452" y="61179"/>
                  </a:cubicBezTo>
                </a:path>
              </a:pathLst>
            </a:custGeom>
            <a:solidFill>
              <a:sysClr val="windowText" lastClr="000000"/>
            </a:solidFill>
            <a:ln w="7833" cap="flat">
              <a:noFill/>
              <a:prstDash val="solid"/>
              <a:round/>
            </a:ln>
          </p:spPr>
          <p:txBody>
            <a:bodyPr rtlCol="0" anchor="ctr"/>
            <a:lstStyle/>
            <a:p>
              <a:pPr marL="0" marR="0" lvl="0" indent="0" defTabSz="91435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</a:endParaRPr>
            </a:p>
          </p:txBody>
        </p:sp>
        <p:sp>
          <p:nvSpPr>
            <p:cNvPr id="13" name="Forme libre : forme 10">
              <a:extLst>
                <a:ext uri="{FF2B5EF4-FFF2-40B4-BE49-F238E27FC236}">
                  <a16:creationId xmlns:a16="http://schemas.microsoft.com/office/drawing/2014/main" id="{01EDF056-BAB7-933E-AC08-4D14E43A50CC}"/>
                </a:ext>
              </a:extLst>
            </p:cNvPr>
            <p:cNvSpPr/>
            <p:nvPr/>
          </p:nvSpPr>
          <p:spPr>
            <a:xfrm rot="-73896" flipV="1">
              <a:off x="5474877" y="-471733"/>
              <a:ext cx="37949" cy="37711"/>
            </a:xfrm>
            <a:custGeom>
              <a:avLst/>
              <a:gdLst>
                <a:gd name="connsiteX0" fmla="*/ 19483 w 37949"/>
                <a:gd name="connsiteY0" fmla="*/ 17 h 37711"/>
                <a:gd name="connsiteX1" fmla="*/ 38456 w 37949"/>
                <a:gd name="connsiteY1" fmla="*/ 18454 h 37711"/>
                <a:gd name="connsiteX2" fmla="*/ 19491 w 37949"/>
                <a:gd name="connsiteY2" fmla="*/ 37717 h 37711"/>
                <a:gd name="connsiteX3" fmla="*/ 519 w 37949"/>
                <a:gd name="connsiteY3" fmla="*/ 19272 h 37711"/>
                <a:gd name="connsiteX4" fmla="*/ 19483 w 37949"/>
                <a:gd name="connsiteY4" fmla="*/ 17 h 37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49" h="37711">
                  <a:moveTo>
                    <a:pt x="19483" y="17"/>
                  </a:moveTo>
                  <a:cubicBezTo>
                    <a:pt x="30519" y="-219"/>
                    <a:pt x="38212" y="6883"/>
                    <a:pt x="38456" y="18454"/>
                  </a:cubicBezTo>
                  <a:cubicBezTo>
                    <a:pt x="38715" y="30300"/>
                    <a:pt x="31329" y="37457"/>
                    <a:pt x="19491" y="37717"/>
                  </a:cubicBezTo>
                  <a:cubicBezTo>
                    <a:pt x="8188" y="37953"/>
                    <a:pt x="771" y="31118"/>
                    <a:pt x="519" y="19272"/>
                  </a:cubicBezTo>
                  <a:cubicBezTo>
                    <a:pt x="267" y="7701"/>
                    <a:pt x="7378" y="284"/>
                    <a:pt x="19483" y="17"/>
                  </a:cubicBezTo>
                </a:path>
              </a:pathLst>
            </a:custGeom>
            <a:solidFill>
              <a:srgbClr val="7A00E6"/>
            </a:solidFill>
            <a:ln w="7833" cap="flat">
              <a:noFill/>
              <a:prstDash val="solid"/>
              <a:round/>
            </a:ln>
          </p:spPr>
          <p:txBody>
            <a:bodyPr rtlCol="0" anchor="ctr"/>
            <a:lstStyle/>
            <a:p>
              <a:pPr marL="0" marR="0" lvl="0" indent="0" defTabSz="91435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2400" b="0" i="0" u="none" strike="noStrike" kern="0" cap="none" spc="0" normalizeH="0" baseline="0" noProof="0">
                <a:ln>
                  <a:noFill/>
                </a:ln>
                <a:solidFill>
                  <a:srgbClr val="7A00E6"/>
                </a:solidFill>
                <a:effectLst/>
                <a:uLnTx/>
                <a:uFillTx/>
                <a:latin typeface="Verdana"/>
              </a:endParaRPr>
            </a:p>
          </p:txBody>
        </p:sp>
        <p:sp>
          <p:nvSpPr>
            <p:cNvPr id="14" name="Forme libre : forme 11">
              <a:extLst>
                <a:ext uri="{FF2B5EF4-FFF2-40B4-BE49-F238E27FC236}">
                  <a16:creationId xmlns:a16="http://schemas.microsoft.com/office/drawing/2014/main" id="{721F9F0D-6B96-3F89-B4FD-5B5518AE0424}"/>
                </a:ext>
              </a:extLst>
            </p:cNvPr>
            <p:cNvSpPr/>
            <p:nvPr userDrawn="1"/>
          </p:nvSpPr>
          <p:spPr>
            <a:xfrm rot="10725025" flipV="1">
              <a:off x="4768103" y="-317778"/>
              <a:ext cx="37406" cy="37169"/>
            </a:xfrm>
            <a:custGeom>
              <a:avLst/>
              <a:gdLst>
                <a:gd name="connsiteX0" fmla="*/ 18717 w 37406"/>
                <a:gd name="connsiteY0" fmla="*/ 130 h 37169"/>
                <a:gd name="connsiteX1" fmla="*/ 37414 w 37406"/>
                <a:gd name="connsiteY1" fmla="*/ 18300 h 37169"/>
                <a:gd name="connsiteX2" fmla="*/ 18717 w 37406"/>
                <a:gd name="connsiteY2" fmla="*/ 37288 h 37169"/>
                <a:gd name="connsiteX3" fmla="*/ 20 w 37406"/>
                <a:gd name="connsiteY3" fmla="*/ 19118 h 37169"/>
                <a:gd name="connsiteX4" fmla="*/ 18717 w 37406"/>
                <a:gd name="connsiteY4" fmla="*/ 130 h 37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406" h="37169">
                  <a:moveTo>
                    <a:pt x="18717" y="130"/>
                  </a:moveTo>
                  <a:cubicBezTo>
                    <a:pt x="29745" y="-106"/>
                    <a:pt x="37162" y="6729"/>
                    <a:pt x="37414" y="18300"/>
                  </a:cubicBezTo>
                  <a:cubicBezTo>
                    <a:pt x="37665" y="29603"/>
                    <a:pt x="30555" y="37028"/>
                    <a:pt x="18717" y="37288"/>
                  </a:cubicBezTo>
                  <a:cubicBezTo>
                    <a:pt x="7681" y="37524"/>
                    <a:pt x="264" y="30421"/>
                    <a:pt x="20" y="19118"/>
                  </a:cubicBezTo>
                  <a:cubicBezTo>
                    <a:pt x="-240" y="7547"/>
                    <a:pt x="6871" y="390"/>
                    <a:pt x="18717" y="130"/>
                  </a:cubicBezTo>
                </a:path>
              </a:pathLst>
            </a:custGeom>
            <a:solidFill>
              <a:srgbClr val="7A00E6"/>
            </a:solidFill>
            <a:ln w="7833" cap="flat">
              <a:noFill/>
              <a:prstDash val="solid"/>
              <a:round/>
            </a:ln>
          </p:spPr>
          <p:txBody>
            <a:bodyPr rtlCol="0" anchor="ctr"/>
            <a:lstStyle/>
            <a:p>
              <a:pPr marL="0" marR="0" lvl="0" indent="0" defTabSz="91435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2114063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25BB5-2738-813D-6A6D-7B468F8DD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3FB931-5A3E-4255-4CD5-AFB10DBB35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10568E-53EA-1FE8-21C9-D118EFF7AE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733A3C-0434-DE93-7281-1CBB9BEB45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27AE2-EF2C-462D-BC32-5CCD1C39367D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A42F1D-AA20-86BD-5694-C4303B0A5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66442" y="6479322"/>
            <a:ext cx="6459117" cy="17033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D89980-9374-9983-668F-1A86B0CF0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8FEAA-3262-4B82-AC7C-B695FCD3CB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47420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B9276-BB17-4A88-B900-6BFD400CB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073" y="723901"/>
            <a:ext cx="11361860" cy="43088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8A6595-5F4C-4316-8201-9EFDB636E8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909" y="1441027"/>
            <a:ext cx="11339407" cy="138499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A71377-8F2F-4A69-B9FC-2AEB0956931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377942"/>
            <a:ext cx="2804160" cy="276999"/>
          </a:xfrm>
        </p:spPr>
        <p:txBody>
          <a:bodyPr/>
          <a:lstStyle/>
          <a:p>
            <a:fld id="{C55E504C-FAB6-4AA6-B517-579C8B575CB1}" type="datetime1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67E9D4-C4EE-4705-B826-7F36541FA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45280" y="6377942"/>
            <a:ext cx="3901440" cy="276999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F9F66A-7BC9-4EE1-970C-D64399B51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78240" y="6377942"/>
            <a:ext cx="2804160" cy="276999"/>
          </a:xfrm>
        </p:spPr>
        <p:txBody>
          <a:bodyPr/>
          <a:lstStyle/>
          <a:p>
            <a:fld id="{D97BFEF8-6714-47B3-9560-136B652ED549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64E51DC-A353-4763-9928-268C767C4C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213919" y="4"/>
            <a:ext cx="2656840" cy="325041"/>
          </a:xfrm>
          <a:custGeom>
            <a:avLst/>
            <a:gdLst>
              <a:gd name="connsiteX0" fmla="*/ 0 w 2656840"/>
              <a:gd name="connsiteY0" fmla="*/ 0 h 325041"/>
              <a:gd name="connsiteX1" fmla="*/ 2656840 w 2656840"/>
              <a:gd name="connsiteY1" fmla="*/ 0 h 325041"/>
              <a:gd name="connsiteX2" fmla="*/ 2656840 w 2656840"/>
              <a:gd name="connsiteY2" fmla="*/ 180685 h 325041"/>
              <a:gd name="connsiteX3" fmla="*/ 2656421 w 2656840"/>
              <a:gd name="connsiteY3" fmla="*/ 180685 h 325041"/>
              <a:gd name="connsiteX4" fmla="*/ 2656800 w 2656840"/>
              <a:gd name="connsiteY4" fmla="*/ 182563 h 325041"/>
              <a:gd name="connsiteX5" fmla="*/ 2514322 w 2656840"/>
              <a:gd name="connsiteY5" fmla="*/ 325041 h 325041"/>
              <a:gd name="connsiteX6" fmla="*/ 142478 w 2656840"/>
              <a:gd name="connsiteY6" fmla="*/ 325041 h 325041"/>
              <a:gd name="connsiteX7" fmla="*/ 0 w 2656840"/>
              <a:gd name="connsiteY7" fmla="*/ 182563 h 325041"/>
              <a:gd name="connsiteX8" fmla="*/ 379 w 2656840"/>
              <a:gd name="connsiteY8" fmla="*/ 180685 h 325041"/>
              <a:gd name="connsiteX9" fmla="*/ 0 w 2656840"/>
              <a:gd name="connsiteY9" fmla="*/ 180685 h 325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56840" h="325041">
                <a:moveTo>
                  <a:pt x="0" y="0"/>
                </a:moveTo>
                <a:lnTo>
                  <a:pt x="2656840" y="0"/>
                </a:lnTo>
                <a:lnTo>
                  <a:pt x="2656840" y="180685"/>
                </a:lnTo>
                <a:lnTo>
                  <a:pt x="2656421" y="180685"/>
                </a:lnTo>
                <a:lnTo>
                  <a:pt x="2656800" y="182563"/>
                </a:lnTo>
                <a:cubicBezTo>
                  <a:pt x="2656800" y="261251"/>
                  <a:pt x="2593010" y="325041"/>
                  <a:pt x="2514322" y="325041"/>
                </a:cubicBezTo>
                <a:lnTo>
                  <a:pt x="142478" y="325041"/>
                </a:lnTo>
                <a:cubicBezTo>
                  <a:pt x="63790" y="325041"/>
                  <a:pt x="0" y="261251"/>
                  <a:pt x="0" y="182563"/>
                </a:cubicBezTo>
                <a:lnTo>
                  <a:pt x="379" y="180685"/>
                </a:lnTo>
                <a:lnTo>
                  <a:pt x="0" y="180685"/>
                </a:lnTo>
                <a:close/>
              </a:path>
            </a:pathLst>
          </a:custGeom>
          <a:solidFill>
            <a:srgbClr val="525CA3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7660612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58495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2400" b="0" i="0"/>
            </a:lvl1pPr>
          </a:lstStyle>
          <a:p>
            <a:pPr marL="228600" lvl="0" indent="-228600">
              <a:lnSpc>
                <a:spcPct val="150000"/>
              </a:lnSpc>
            </a:pPr>
            <a:r>
              <a:rPr lang="en-US"/>
              <a:t> 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49EADE56-83C3-A0FE-16E6-4951D4852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5142" y="1129552"/>
            <a:ext cx="6305441" cy="3475237"/>
          </a:xfrm>
        </p:spPr>
        <p:txBody>
          <a:bodyPr anchor="b">
            <a:normAutofit/>
          </a:bodyPr>
          <a:lstStyle>
            <a:lvl1pPr>
              <a:defRPr sz="5400" baseline="0">
                <a:solidFill>
                  <a:schemeClr val="bg1"/>
                </a:solidFill>
                <a:highlight>
                  <a:srgbClr val="000000"/>
                </a:highligh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2A12605A-4E59-2133-7372-7B21BC55C9F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69150" y="4730750"/>
            <a:ext cx="4205288" cy="1185863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68895" y="6453002"/>
            <a:ext cx="170762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86426EA-0386-4881-8D6D-3F08C95C4A7F}" type="datetime1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3755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AD96F6A0-07FF-1828-19D1-FE1D9B921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548640"/>
            <a:ext cx="11060134" cy="731520"/>
          </a:xfrm>
        </p:spPr>
        <p:txBody>
          <a:bodyPr>
            <a:normAutofit/>
          </a:bodyPr>
          <a:lstStyle>
            <a:lvl1pPr>
              <a:defRPr sz="4000">
                <a:solidFill>
                  <a:schemeClr val="bg1"/>
                </a:solidFill>
                <a:highlight>
                  <a:srgbClr val="000000"/>
                </a:highligh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792" y="1463040"/>
            <a:ext cx="11064240" cy="493776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E4242-8CA0-457D-B3B1-7D78B4164321}" type="datetime1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501362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1999" cy="6858000"/>
          </a:xfrm>
          <a:blipFill>
            <a:blip r:embed="rId2">
              <a:alphaModFix amt="70000"/>
            </a:blip>
            <a:stretch>
              <a:fillRect l="-1" r="-1"/>
            </a:stretch>
          </a:blip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2400" b="0" i="0"/>
            </a:lvl1pPr>
          </a:lstStyle>
          <a:p>
            <a:pPr marL="228600" lvl="0" indent="-228600">
              <a:lnSpc>
                <a:spcPct val="150000"/>
              </a:lnSpc>
            </a:pPr>
            <a:r>
              <a:rPr lang="en-US"/>
              <a:t>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859CFCC-A209-BC62-7D95-E14802747B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4578236"/>
            <a:ext cx="11460480" cy="1005840"/>
          </a:xfrm>
        </p:spPr>
        <p:txBody>
          <a:bodyPr>
            <a:normAutofit/>
          </a:bodyPr>
          <a:lstStyle>
            <a:lvl1pPr>
              <a:defRPr sz="6000">
                <a:solidFill>
                  <a:schemeClr val="bg1"/>
                </a:solidFill>
                <a:highlight>
                  <a:srgbClr val="000000"/>
                </a:highligh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4A8C58E-A6CA-D397-8711-C68CD070C4B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13460" y="5668625"/>
            <a:ext cx="10813415" cy="480373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643063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596128" y="0"/>
            <a:ext cx="6595872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2400" b="0" i="0"/>
            </a:lvl1pPr>
          </a:lstStyle>
          <a:p>
            <a:pPr marL="228600" lvl="0" indent="-228600">
              <a:lnSpc>
                <a:spcPct val="150000"/>
              </a:lnSpc>
            </a:pPr>
            <a:r>
              <a:rPr lang="en-US"/>
              <a:t> 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CFCD2E37-9854-D80D-B906-C29C37FAAC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58" y="411480"/>
            <a:ext cx="6309360" cy="3739896"/>
          </a:xfrm>
        </p:spPr>
        <p:txBody>
          <a:bodyPr>
            <a:normAutofit/>
          </a:bodyPr>
          <a:lstStyle>
            <a:lvl1pPr>
              <a:defRPr sz="5400">
                <a:solidFill>
                  <a:schemeClr val="bg1"/>
                </a:solidFill>
                <a:highlight>
                  <a:srgbClr val="000000"/>
                </a:highligh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27C0618-21FB-9390-740F-2734A4B2C28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65125" y="4873625"/>
            <a:ext cx="4206875" cy="1381125"/>
          </a:xfrm>
        </p:spPr>
        <p:txBody>
          <a:bodyPr anchor="b"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9281F2-D41E-9A50-1809-3B8BE4C397CF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37160" y="6453002"/>
            <a:ext cx="914400" cy="365125"/>
          </a:xfrm>
        </p:spPr>
        <p:txBody>
          <a:bodyPr/>
          <a:lstStyle/>
          <a:p>
            <a:fld id="{D291CE83-67BA-4B15-B48A-7DC5C0636664}" type="datetime1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E57431-3702-2B75-B5FF-84422A85DBD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2061086" y="6453002"/>
            <a:ext cx="280540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43A420-FE13-2F4D-C208-338D8B00A6F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4895519" y="6453002"/>
            <a:ext cx="379443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6546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1999" cy="4986425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2400" b="0" i="0"/>
            </a:lvl1pPr>
          </a:lstStyle>
          <a:p>
            <a:pPr marL="228600" lvl="0" indent="-228600">
              <a:lnSpc>
                <a:spcPct val="150000"/>
              </a:lnSpc>
            </a:pPr>
            <a:r>
              <a:rPr lang="en-US"/>
              <a:t>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219ACF5-397A-E5C4-7B24-185F5D614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4578236"/>
            <a:ext cx="11460480" cy="1005840"/>
          </a:xfrm>
        </p:spPr>
        <p:txBody>
          <a:bodyPr>
            <a:normAutofit/>
          </a:bodyPr>
          <a:lstStyle>
            <a:lvl1pPr>
              <a:defRPr sz="6000">
                <a:solidFill>
                  <a:schemeClr val="bg1"/>
                </a:solidFill>
                <a:highlight>
                  <a:srgbClr val="000000"/>
                </a:highligh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694DB79-4401-7DDD-FF63-CDCECE6DBD8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051560" y="5668963"/>
            <a:ext cx="10775315" cy="47942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A6C9C7-A264-237A-7F3C-46E6A7A9646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C72BE8CE-6011-4887-8688-8D57691F11AD}" type="datetime1">
              <a:rPr lang="en-US" smtClean="0"/>
              <a:t>6/1/2026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5B8C48-05E9-5280-3F6A-22F8BCBB477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BC820F-C031-6832-5CA0-B972903E0D5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0210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A25BA9F2-E4EE-DC00-38EB-9DB37D8DB6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8229600" cy="3635796"/>
          </a:xfrm>
        </p:spPr>
        <p:txBody>
          <a:bodyPr>
            <a:noAutofit/>
          </a:bodyPr>
          <a:lstStyle>
            <a:lvl1pPr>
              <a:defRPr sz="7200">
                <a:solidFill>
                  <a:schemeClr val="bg1"/>
                </a:solidFill>
                <a:highlight>
                  <a:srgbClr val="000000"/>
                </a:highligh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A4A78EC-6E25-CB64-8758-D3143F0EC56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2775" y="4473575"/>
            <a:ext cx="6654800" cy="1544638"/>
          </a:xfrm>
        </p:spPr>
        <p:txBody>
          <a:bodyPr anchor="b">
            <a:normAutofit/>
          </a:bodyPr>
          <a:lstStyle>
            <a:lvl1pPr marL="0" indent="0">
              <a:buNone/>
              <a:defRPr sz="2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7B902-09B5-4324-8310-59625360F035}" type="datetime1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9167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3CF6B10-9A05-A63E-2BC3-C8D55D0D2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854238"/>
            <a:ext cx="7876287" cy="3592629"/>
          </a:xfrm>
        </p:spPr>
        <p:txBody>
          <a:bodyPr anchor="b">
            <a:normAutofit/>
          </a:bodyPr>
          <a:lstStyle>
            <a:lvl1pPr>
              <a:defRPr sz="7200">
                <a:solidFill>
                  <a:schemeClr val="bg1"/>
                </a:solidFill>
                <a:highlight>
                  <a:srgbClr val="000000"/>
                </a:highligh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FA8333A-04DC-D74B-258C-1EB6D22D4B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2775" y="4616450"/>
            <a:ext cx="7377113" cy="10160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91A11-88E2-4BD0-90A5-503C684B9CC0}" type="datetime1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3690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1200" y="1318302"/>
            <a:ext cx="8229600" cy="2621154"/>
          </a:xfrm>
        </p:spPr>
        <p:txBody>
          <a:bodyPr anchor="b">
            <a:normAutofit/>
          </a:bodyPr>
          <a:lstStyle>
            <a:lvl1pPr algn="ctr"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4039647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19A73-9EF0-435E-951F-A4ACE59FBD85}" type="datetime1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73078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chemeClr val="tx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BC495B9-31B7-A921-454B-E736C53FF6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1801368"/>
            <a:ext cx="8602201" cy="4572000"/>
          </a:xfrm>
        </p:spPr>
        <p:txBody>
          <a:bodyPr anchor="b">
            <a:normAutofit/>
          </a:bodyPr>
          <a:lstStyle>
            <a:lvl1pPr>
              <a:defRPr sz="6000">
                <a:solidFill>
                  <a:schemeClr val="bg1"/>
                </a:solidFill>
                <a:highlight>
                  <a:srgbClr val="FFFFFF"/>
                </a:highligh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F88F44-4C4F-85C2-1FE6-2123E52833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85237"/>
            <a:ext cx="3494314" cy="365125"/>
          </a:xfrm>
        </p:spPr>
        <p:txBody>
          <a:bodyPr/>
          <a:lstStyle/>
          <a:p>
            <a:fld id="{D291CE83-67BA-4B15-B48A-7DC5C0636664}" type="datetime1">
              <a:rPr lang="en-US" smtClean="0"/>
              <a:t>6/1/2026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4FA8B22-3C74-0DF4-C4FE-B5F3DD109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47493" y="85237"/>
            <a:ext cx="280540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CEEDE28-9EB0-1179-9BB8-354B44AFC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81926" y="85237"/>
            <a:ext cx="379443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5429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664108"/>
            <a:ext cx="8467558" cy="1554480"/>
          </a:xfrm>
        </p:spPr>
        <p:txBody>
          <a:bodyPr anchor="b">
            <a:norm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590261" y="2560320"/>
            <a:ext cx="7489944" cy="3689909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1800"/>
            </a:lvl1pPr>
            <a:lvl2pPr marL="685800" indent="-457200">
              <a:buFont typeface="+mj-lt"/>
              <a:buAutoNum type="alphaLcPeriod"/>
              <a:defRPr sz="1600"/>
            </a:lvl2pPr>
            <a:lvl3pPr marL="800100" indent="-342900">
              <a:buFont typeface="+mj-lt"/>
              <a:buAutoNum type="romanLcPeriod"/>
              <a:defRPr sz="1400"/>
            </a:lvl3pPr>
            <a:lvl4pPr marL="1028700" indent="-342900">
              <a:buFont typeface="+mj-lt"/>
              <a:buAutoNum type="arabicParenR"/>
              <a:defRPr sz="1400"/>
            </a:lvl4pPr>
            <a:lvl5pPr marL="1257300" indent="-342900">
              <a:buFont typeface="+mj-lt"/>
              <a:buAutoNum type="alphaL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0B404-9532-4DA8-8A40-EC339A5BE635}" type="datetime1">
              <a:rPr lang="en-US" smtClean="0"/>
              <a:t>6/1/2026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438437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EEE9D05A-2BD6-0F92-5A5D-FFA6FFF54EA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607050" y="0"/>
            <a:ext cx="658495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2400" b="0" i="0"/>
            </a:lvl1pPr>
          </a:lstStyle>
          <a:p>
            <a:pPr marL="228600" lvl="0" indent="-228600">
              <a:lnSpc>
                <a:spcPct val="150000"/>
              </a:lnSpc>
            </a:pPr>
            <a:r>
              <a:rPr lang="en-US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664108"/>
            <a:ext cx="7007353" cy="1554480"/>
          </a:xfrm>
        </p:spPr>
        <p:txBody>
          <a:bodyPr anchor="b">
            <a:normAutofit/>
          </a:bodyPr>
          <a:lstStyle>
            <a:lvl1pPr>
              <a:defRPr sz="4000">
                <a:solidFill>
                  <a:schemeClr val="bg1"/>
                </a:solidFill>
                <a:highlight>
                  <a:srgbClr val="000000"/>
                </a:highligh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1792" y="2560318"/>
            <a:ext cx="4381756" cy="3840480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1800"/>
            </a:lvl1pPr>
            <a:lvl2pPr marL="685800" indent="-457200">
              <a:buFont typeface="+mj-lt"/>
              <a:buAutoNum type="alphaLcPeriod"/>
              <a:defRPr sz="1600"/>
            </a:lvl2pPr>
            <a:lvl3pPr marL="800100" indent="-342900">
              <a:buFont typeface="+mj-lt"/>
              <a:buAutoNum type="romanLcPeriod"/>
              <a:defRPr sz="1400"/>
            </a:lvl3pPr>
            <a:lvl4pPr marL="1028700" indent="-342900">
              <a:buFont typeface="+mj-lt"/>
              <a:buAutoNum type="arabicParenR"/>
              <a:defRPr sz="1400"/>
            </a:lvl4pPr>
            <a:lvl5pPr marL="1257300" indent="-342900">
              <a:buFont typeface="+mj-lt"/>
              <a:buAutoNum type="alphaLcParenR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53002"/>
            <a:ext cx="731520" cy="365125"/>
          </a:xfrm>
        </p:spPr>
        <p:txBody>
          <a:bodyPr/>
          <a:lstStyle/>
          <a:p>
            <a:fld id="{8A60B404-9532-4DA8-8A40-EC339A5BE635}" type="datetime1">
              <a:rPr lang="en-US" smtClean="0"/>
              <a:t>6/1/2026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94098" y="6453002"/>
            <a:ext cx="280540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619500" y="6453002"/>
            <a:ext cx="384048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388188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D3947E4-0E5A-6C3B-F8B1-906CCD4AF0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3172968"/>
            <a:ext cx="4389120" cy="2286000"/>
          </a:xfrm>
        </p:spPr>
        <p:txBody>
          <a:bodyPr/>
          <a:lstStyle>
            <a:lvl1pPr>
              <a:defRPr>
                <a:solidFill>
                  <a:schemeClr val="bg1"/>
                </a:solidFill>
                <a:highlight>
                  <a:srgbClr val="000000"/>
                </a:highligh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653C462-6951-9D34-B643-4C411CF5B04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272784" y="3172523"/>
            <a:ext cx="4572000" cy="228600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7FC12-63BB-4A63-9424-BFBF8E1D71D9}" type="datetime1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710017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3172968"/>
            <a:ext cx="4389120" cy="3200400"/>
          </a:xfrm>
        </p:spPr>
        <p:txBody>
          <a:bodyPr>
            <a:normAutofit/>
          </a:bodyPr>
          <a:lstStyle>
            <a:lvl1pPr>
              <a:defRPr sz="4000">
                <a:solidFill>
                  <a:schemeClr val="bg1"/>
                </a:solidFill>
                <a:highlight>
                  <a:srgbClr val="000000"/>
                </a:highligh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3172968"/>
            <a:ext cx="4325112" cy="320040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D6F41-6645-4089-A6BB-7B692A44A4CC}" type="datetime1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594756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548640"/>
            <a:ext cx="3840480" cy="4206240"/>
          </a:xfrm>
        </p:spPr>
        <p:txBody>
          <a:bodyPr>
            <a:normAutofit/>
          </a:bodyPr>
          <a:lstStyle>
            <a:lvl1pPr>
              <a:defRPr sz="4000">
                <a:solidFill>
                  <a:schemeClr val="bg1"/>
                </a:solidFill>
                <a:highlight>
                  <a:srgbClr val="000000"/>
                </a:highligh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7" y="548640"/>
            <a:ext cx="5669280" cy="42062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B73AF-3955-4569-8B4F-B329360A9CBD}" type="datetime1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771698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548640"/>
            <a:ext cx="4145582" cy="5394960"/>
          </a:xfrm>
        </p:spPr>
        <p:txBody>
          <a:bodyPr>
            <a:normAutofit/>
          </a:bodyPr>
          <a:lstStyle>
            <a:lvl1pPr>
              <a:defRPr sz="4000">
                <a:solidFill>
                  <a:schemeClr val="bg1"/>
                </a:solidFill>
                <a:highlight>
                  <a:srgbClr val="000000"/>
                </a:highligh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548640"/>
            <a:ext cx="5681662" cy="53949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5276D-BBED-48BC-B459-1E9A16CF46CD}" type="datetime1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507104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548640"/>
            <a:ext cx="3749040" cy="5760720"/>
          </a:xfrm>
        </p:spPr>
        <p:txBody>
          <a:bodyPr>
            <a:normAutofit/>
          </a:bodyPr>
          <a:lstStyle>
            <a:lvl1pPr>
              <a:defRPr sz="4000">
                <a:solidFill>
                  <a:schemeClr val="bg1"/>
                </a:solidFill>
                <a:highlight>
                  <a:srgbClr val="000000"/>
                </a:highligh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0" y="548640"/>
            <a:ext cx="7223760" cy="57607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38C57-8E3B-4697-92F8-0ED9B71F7E17}" type="datetime1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0322247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161034" y="0"/>
            <a:ext cx="8030965" cy="6858000"/>
          </a:xfrm>
          <a:blipFill>
            <a:blip r:embed="rId2">
              <a:alphaModFix amt="70000"/>
            </a:blip>
            <a:stretch>
              <a:fillRect l="58" t="1" b="-8023"/>
            </a:stretch>
          </a:blip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2400" b="0" i="0"/>
            </a:lvl1pPr>
          </a:lstStyle>
          <a:p>
            <a:pPr marL="228600" lvl="0" indent="-228600">
              <a:lnSpc>
                <a:spcPct val="150000"/>
              </a:lnSpc>
            </a:pPr>
            <a:r>
              <a:rPr lang="en-US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548640"/>
            <a:ext cx="5070955" cy="2468880"/>
          </a:xfrm>
        </p:spPr>
        <p:txBody>
          <a:bodyPr anchor="b">
            <a:noAutofit/>
          </a:bodyPr>
          <a:lstStyle>
            <a:lvl1pPr>
              <a:defRPr sz="4000">
                <a:solidFill>
                  <a:schemeClr val="bg1"/>
                </a:solidFill>
                <a:highlight>
                  <a:srgbClr val="000000"/>
                </a:highligh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21792" y="3172968"/>
            <a:ext cx="3273552" cy="2889504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53002"/>
            <a:ext cx="1067625" cy="365125"/>
          </a:xfrm>
        </p:spPr>
        <p:txBody>
          <a:bodyPr/>
          <a:lstStyle/>
          <a:p>
            <a:fld id="{E635C43F-DBB1-4D83-B442-E1529AA900C2}" type="datetime1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04785" y="6453002"/>
            <a:ext cx="219456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417424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496758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CFBEC6DB-65AC-E7B8-5B01-86A24AC4A97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8030965" cy="6858000"/>
          </a:xfrm>
          <a:blipFill>
            <a:blip r:embed="rId2">
              <a:alphaModFix amt="70000"/>
            </a:blip>
            <a:stretch>
              <a:fillRect l="58" t="1" b="-8023"/>
            </a:stretch>
          </a:blip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2400" b="0" i="0"/>
            </a:lvl1pPr>
          </a:lstStyle>
          <a:p>
            <a:pPr marL="228600" lvl="0" indent="-228600">
              <a:lnSpc>
                <a:spcPct val="150000"/>
              </a:lnSpc>
            </a:pPr>
            <a:r>
              <a:rPr lang="en-US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2648" y="548639"/>
            <a:ext cx="4757112" cy="2468880"/>
          </a:xfrm>
        </p:spPr>
        <p:txBody>
          <a:bodyPr anchor="b">
            <a:noAutofit/>
          </a:bodyPr>
          <a:lstStyle>
            <a:lvl1pPr>
              <a:defRPr sz="4000">
                <a:solidFill>
                  <a:schemeClr val="bg1"/>
                </a:solidFill>
                <a:highlight>
                  <a:srgbClr val="000000"/>
                </a:highligh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17202" y="3168722"/>
            <a:ext cx="3273552" cy="288460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10814F-321B-0961-76C0-D43819D01B76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321040" y="6453002"/>
            <a:ext cx="1097280" cy="365125"/>
          </a:xfrm>
        </p:spPr>
        <p:txBody>
          <a:bodyPr/>
          <a:lstStyle/>
          <a:p>
            <a:fld id="{D291CE83-67BA-4B15-B48A-7DC5C0636664}" type="datetime1">
              <a:rPr lang="en-US" smtClean="0"/>
              <a:t>6/1/2026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AF9EDD3-41A3-11D1-DCB0-9A8126C5D7EC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9418320" y="6453002"/>
            <a:ext cx="2234578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89D9E49-2211-8D1A-C39E-2884056E6C7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665566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4635132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2400" b="0" i="0"/>
            </a:lvl1pPr>
          </a:lstStyle>
          <a:p>
            <a:pPr marL="228600" lvl="0" indent="-228600">
              <a:lnSpc>
                <a:spcPct val="150000"/>
              </a:lnSpc>
            </a:pPr>
            <a:r>
              <a:rPr lang="en-US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7567" y="3939967"/>
            <a:ext cx="4297680" cy="2462630"/>
          </a:xfrm>
        </p:spPr>
        <p:txBody>
          <a:bodyPr anchor="t" anchorCtr="0">
            <a:noAutofit/>
          </a:bodyPr>
          <a:lstStyle>
            <a:lvl1pPr>
              <a:defRPr sz="4000">
                <a:solidFill>
                  <a:schemeClr val="bg1"/>
                </a:solidFill>
                <a:highlight>
                  <a:srgbClr val="000000"/>
                </a:highligh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49240" y="5012267"/>
            <a:ext cx="6400800" cy="139033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8C146-0A20-4029-98D5-9A42EEDF8B24}" type="datetime1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580497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713A3F4-E223-745E-5A5E-95DF707B229D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0" y="0"/>
            <a:ext cx="7584144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2400" b="0" i="0"/>
            </a:lvl1pPr>
          </a:lstStyle>
          <a:p>
            <a:pPr marL="228600" lvl="0" indent="-228600">
              <a:lnSpc>
                <a:spcPct val="150000"/>
              </a:lnSpc>
            </a:pPr>
            <a:r>
              <a:rPr lang="en-US"/>
              <a:t>  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5484" y="548639"/>
            <a:ext cx="4948747" cy="1554480"/>
          </a:xfrm>
        </p:spPr>
        <p:txBody>
          <a:bodyPr anchor="b">
            <a:noAutofit/>
          </a:bodyPr>
          <a:lstStyle>
            <a:lvl1pPr>
              <a:defRPr sz="4000">
                <a:solidFill>
                  <a:schemeClr val="bg1"/>
                </a:solidFill>
                <a:highlight>
                  <a:srgbClr val="000000"/>
                </a:highligh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12790" y="2256079"/>
            <a:ext cx="3401568" cy="4052646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E7F2C8-9BB5-5A36-DB20-9787777B5325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8212790" y="6453002"/>
            <a:ext cx="700122" cy="365125"/>
          </a:xfrm>
        </p:spPr>
        <p:txBody>
          <a:bodyPr/>
          <a:lstStyle/>
          <a:p>
            <a:fld id="{D291CE83-67BA-4B15-B48A-7DC5C0636664}" type="datetime1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E82E6E-2852-09FE-EC5A-6731A616887B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9981282" y="6453002"/>
            <a:ext cx="1671616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3912C2-0382-F60C-2417-551BD5AC3331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378782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713A3F4-E223-745E-5A5E-95DF707B229D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607856" y="0"/>
            <a:ext cx="7584144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2400" b="0" i="0"/>
            </a:lvl1pPr>
          </a:lstStyle>
          <a:p>
            <a:pPr marL="228600" lvl="0" indent="-228600">
              <a:lnSpc>
                <a:spcPct val="150000"/>
              </a:lnSpc>
            </a:pPr>
            <a:r>
              <a:rPr lang="en-US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548639"/>
            <a:ext cx="4937760" cy="1463040"/>
          </a:xfrm>
        </p:spPr>
        <p:txBody>
          <a:bodyPr anchor="b">
            <a:noAutofit/>
          </a:bodyPr>
          <a:lstStyle>
            <a:lvl1pPr>
              <a:defRPr sz="4000">
                <a:solidFill>
                  <a:schemeClr val="bg1"/>
                </a:solidFill>
                <a:highlight>
                  <a:srgbClr val="000000"/>
                </a:highligh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21792" y="2256079"/>
            <a:ext cx="3401568" cy="4052646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20E7DDD-6501-D485-19E0-E21C13045FC3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D291CE83-67BA-4B15-B48A-7DC5C0636664}" type="datetime1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CC5AD7-9689-4766-9146-F208F76BCED6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2071151" y="6453002"/>
            <a:ext cx="1561447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D21F3F-3845-6D40-C9D6-BE26C3852D58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3661626" y="6453002"/>
            <a:ext cx="379443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408197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611509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2400" b="0" i="0"/>
            </a:lvl1pPr>
          </a:lstStyle>
          <a:p>
            <a:pPr marL="228600" lvl="0" indent="-228600">
              <a:lnSpc>
                <a:spcPct val="150000"/>
              </a:lnSpc>
            </a:pPr>
            <a:r>
              <a:rPr lang="en-US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9768" y="548640"/>
            <a:ext cx="6217920" cy="1425587"/>
          </a:xfrm>
        </p:spPr>
        <p:txBody>
          <a:bodyPr anchor="b">
            <a:normAutofit/>
          </a:bodyPr>
          <a:lstStyle>
            <a:lvl1pPr>
              <a:defRPr sz="4000">
                <a:solidFill>
                  <a:schemeClr val="bg1"/>
                </a:solidFill>
                <a:highlight>
                  <a:srgbClr val="000000"/>
                </a:highligh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973829" y="2103120"/>
            <a:ext cx="4572000" cy="42976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7EAF46-1E68-65AC-7FFE-0B11DA3B892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973829" y="6453002"/>
            <a:ext cx="914400" cy="365125"/>
          </a:xfrm>
        </p:spPr>
        <p:txBody>
          <a:bodyPr/>
          <a:lstStyle/>
          <a:p>
            <a:fld id="{D291CE83-67BA-4B15-B48A-7DC5C0636664}" type="datetime1">
              <a:rPr lang="en-US" smtClean="0"/>
              <a:t>6/1/2026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592920-42E4-564A-FF10-87A61B290C0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32E3C91-6E96-4B5B-04BF-42DADB92908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478184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45480" y="0"/>
            <a:ext cx="644652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2400" b="0" i="0"/>
            </a:lvl1pPr>
          </a:lstStyle>
          <a:p>
            <a:pPr marL="228600" lvl="0" indent="-228600">
              <a:lnSpc>
                <a:spcPct val="150000"/>
              </a:lnSpc>
            </a:pPr>
            <a:r>
              <a:rPr lang="en-US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39"/>
            <a:ext cx="6053957" cy="1463040"/>
          </a:xfrm>
        </p:spPr>
        <p:txBody>
          <a:bodyPr anchor="b">
            <a:normAutofit/>
          </a:bodyPr>
          <a:lstStyle>
            <a:lvl1pPr>
              <a:defRPr sz="4000">
                <a:solidFill>
                  <a:schemeClr val="bg1"/>
                </a:solidFill>
                <a:highlight>
                  <a:srgbClr val="000000"/>
                </a:highligh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4" y="2103120"/>
            <a:ext cx="4572000" cy="42976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F9E2B8-D05E-4F3F-12A0-E5305B9DFCC0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D291CE83-67BA-4B15-B48A-7DC5C0636664}" type="datetime1">
              <a:rPr lang="en-US" smtClean="0"/>
              <a:t>6/1/2026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DA3C70-C3A2-760D-DB41-E2BD236A993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983968" y="6453002"/>
            <a:ext cx="280540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5ECB50E-B5F6-7D99-DDA6-E940617BD39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4818401" y="6453002"/>
            <a:ext cx="379443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694220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77827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2400" b="0" i="0"/>
            </a:lvl1pPr>
          </a:lstStyle>
          <a:p>
            <a:pPr marL="228600" lvl="0" indent="-228600">
              <a:lnSpc>
                <a:spcPct val="150000"/>
              </a:lnSpc>
            </a:pPr>
            <a:r>
              <a:rPr lang="en-US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2831865"/>
            <a:ext cx="3291840" cy="3097879"/>
          </a:xfrm>
        </p:spPr>
        <p:txBody>
          <a:bodyPr anchor="t" anchorCtr="0">
            <a:noAutofit/>
          </a:bodyPr>
          <a:lstStyle>
            <a:lvl1pPr>
              <a:defRPr sz="4000">
                <a:solidFill>
                  <a:schemeClr val="bg1"/>
                </a:solidFill>
                <a:highlight>
                  <a:srgbClr val="000000"/>
                </a:highligh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4162318"/>
            <a:ext cx="7772400" cy="22402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/>
            </a:lvl1pPr>
            <a:lvl2pPr marL="514350" indent="-285750">
              <a:buFont typeface="Arial" panose="020B0604020202020204" pitchFamily="34" charset="0"/>
              <a:buChar char="•"/>
              <a:defRPr sz="14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12A2F-57DF-45DA-A7E9-678FD33267B9}" type="datetime1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159832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3079730"/>
            <a:ext cx="12192000" cy="377827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2400" b="0" i="0" dirty="0"/>
            </a:lvl1pPr>
          </a:lstStyle>
          <a:p>
            <a:pPr marL="228600" lvl="0" indent="-228600">
              <a:lnSpc>
                <a:spcPct val="150000"/>
              </a:lnSpc>
            </a:pPr>
            <a:r>
              <a:rPr lang="en-US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48640"/>
            <a:ext cx="3296110" cy="3464709"/>
          </a:xfrm>
        </p:spPr>
        <p:txBody>
          <a:bodyPr anchor="b" anchorCtr="0">
            <a:noAutofit/>
          </a:bodyPr>
          <a:lstStyle>
            <a:lvl1pPr>
              <a:defRPr sz="4000">
                <a:solidFill>
                  <a:schemeClr val="bg1"/>
                </a:solidFill>
                <a:highlight>
                  <a:srgbClr val="000000"/>
                </a:highligh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548640"/>
            <a:ext cx="7772400" cy="22402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/>
            </a:lvl1pPr>
            <a:lvl2pPr marL="514350" indent="-285750">
              <a:buFont typeface="Arial" panose="020B0604020202020204" pitchFamily="34" charset="0"/>
              <a:buChar char="•"/>
              <a:defRPr sz="14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6917F9-B16A-7D27-FCAF-B93E50E4D6C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37160" y="82296"/>
            <a:ext cx="914400" cy="365125"/>
          </a:xfrm>
        </p:spPr>
        <p:txBody>
          <a:bodyPr/>
          <a:lstStyle/>
          <a:p>
            <a:fld id="{D291CE83-67BA-4B15-B48A-7DC5C0636664}" type="datetime1">
              <a:rPr lang="en-US" smtClean="0"/>
              <a:t>6/1/2026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9941E9-FB5D-31CC-0E61-E72E8858EF1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847493" y="82296"/>
            <a:ext cx="280540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9E528D2-D050-4FE8-C06B-79E43D61A32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681926" y="82296"/>
            <a:ext cx="379443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094528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793885" cy="6858000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2062" y="548640"/>
            <a:ext cx="7738491" cy="1143000"/>
          </a:xfrm>
        </p:spPr>
        <p:txBody>
          <a:bodyPr anchor="b">
            <a:noAutofit/>
          </a:bodyPr>
          <a:lstStyle>
            <a:lvl1pPr>
              <a:defRPr sz="4000">
                <a:solidFill>
                  <a:schemeClr val="bg1"/>
                </a:solidFill>
                <a:highlight>
                  <a:srgbClr val="000000"/>
                </a:highligh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38937" y="1828800"/>
            <a:ext cx="6071616" cy="44897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AC6081-2309-5F36-0983-5C010DC1163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538937" y="6453002"/>
            <a:ext cx="914400" cy="365125"/>
          </a:xfrm>
        </p:spPr>
        <p:txBody>
          <a:bodyPr/>
          <a:lstStyle/>
          <a:p>
            <a:fld id="{D291CE83-67BA-4B15-B48A-7DC5C0636664}" type="datetime1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B736B-B406-9A7E-22AA-76A4D50B1C4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879AEA-65CD-C53A-46A6-3E0B7750CBD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123513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400544" y="0"/>
            <a:ext cx="4791456" cy="6858000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vert="horz" lIns="91440" tIns="45720" rIns="91440" bIns="45720" rtlCol="0">
            <a:normAutofit/>
          </a:bodyPr>
          <a:lstStyle>
            <a:lvl1pPr marL="0" indent="0">
              <a:buFont typeface="Arial" panose="020B0604020202020204" pitchFamily="34" charset="0"/>
              <a:buNone/>
              <a:defRPr lang="en-US" dirty="0"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548640"/>
            <a:ext cx="7717317" cy="1143000"/>
          </a:xfrm>
        </p:spPr>
        <p:txBody>
          <a:bodyPr anchor="b">
            <a:noAutofit/>
          </a:bodyPr>
          <a:lstStyle>
            <a:lvl1pPr>
              <a:defRPr sz="4000">
                <a:solidFill>
                  <a:schemeClr val="bg1"/>
                </a:solidFill>
                <a:highlight>
                  <a:srgbClr val="000000"/>
                </a:highligh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21792" y="1828800"/>
            <a:ext cx="6071616" cy="44897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58995C-B2A0-2BD9-5A1B-B88CE0265AAE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D291CE83-67BA-4B15-B48A-7DC5C0636664}" type="datetime1">
              <a:rPr lang="en-US" smtClean="0"/>
              <a:t>6/1/2026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B089E1-B2B6-08A8-5859-8FDDB86379B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645573" y="6453002"/>
            <a:ext cx="280540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E5AF9F-BF31-C7BB-740C-349D3B0D62A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480006" y="6453002"/>
            <a:ext cx="379443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377888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603504"/>
            <a:ext cx="10964029" cy="1005840"/>
          </a:xfrm>
        </p:spPr>
        <p:txBody>
          <a:bodyPr anchor="t" anchorCtr="0"/>
          <a:lstStyle>
            <a:lvl1pPr>
              <a:defRPr>
                <a:solidFill>
                  <a:schemeClr val="bg1"/>
                </a:solidFill>
                <a:highlight>
                  <a:srgbClr val="000000"/>
                </a:highligh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21792" y="1828800"/>
            <a:ext cx="5577840" cy="4480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648059" y="1828798"/>
            <a:ext cx="4937761" cy="4480561"/>
          </a:xfrm>
          <a:blipFill>
            <a:blip r:embed="rId2">
              <a:alphaModFix amt="70000"/>
            </a:blip>
            <a:stretch>
              <a:fillRect l="-650" t="-6123" b="1"/>
            </a:stretch>
          </a:blip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4D90A4-3BB5-5BF3-1AE7-84F335478E7A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D291CE83-67BA-4B15-B48A-7DC5C0636664}" type="datetime1">
              <a:rPr lang="en-US" smtClean="0"/>
              <a:t>6/1/2026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E8C3D3-AC9B-D17D-77D4-AC4732E81C0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E4867DB-1F5E-6695-55B8-5974C08DD3A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823506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603503"/>
            <a:ext cx="10963656" cy="1005840"/>
          </a:xfrm>
        </p:spPr>
        <p:txBody>
          <a:bodyPr anchor="t" anchorCtr="0"/>
          <a:lstStyle>
            <a:lvl1pPr>
              <a:defRPr>
                <a:solidFill>
                  <a:schemeClr val="bg1"/>
                </a:solidFill>
                <a:highlight>
                  <a:srgbClr val="000000"/>
                </a:highligh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21792" y="1828800"/>
            <a:ext cx="6446520" cy="442569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562088" y="1828800"/>
            <a:ext cx="4023360" cy="4428871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6791B-F730-470C-BD5E-FFF8D449589F}" type="datetime1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227601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603504"/>
            <a:ext cx="10972802" cy="1005840"/>
          </a:xfrm>
        </p:spPr>
        <p:txBody>
          <a:bodyPr anchor="t" anchorCtr="0"/>
          <a:lstStyle>
            <a:lvl1pPr>
              <a:defRPr>
                <a:solidFill>
                  <a:schemeClr val="bg1"/>
                </a:solidFill>
                <a:highlight>
                  <a:srgbClr val="000000"/>
                </a:highligh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73B5F72B-0708-4E77-756F-A5A83827C61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21792" y="1828798"/>
            <a:ext cx="4937761" cy="4480561"/>
          </a:xfrm>
          <a:blipFill>
            <a:blip r:embed="rId2">
              <a:alphaModFix amt="70000"/>
            </a:blip>
            <a:stretch>
              <a:fillRect l="-185" t="-6123" b="1"/>
            </a:stretch>
          </a:blip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52373" y="1828800"/>
            <a:ext cx="5577840" cy="4480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6791B-F730-470C-BD5E-FFF8D449589F}" type="datetime1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287458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023360" cy="6858000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vert="horz" lIns="91440" tIns="45720" rIns="91440" bIns="45720" rtlCol="0">
            <a:normAutofit/>
          </a:bodyPr>
          <a:lstStyle>
            <a:lvl1pPr marL="0" indent="0">
              <a:buFont typeface="Arial" panose="020B0604020202020204" pitchFamily="34" charset="0"/>
              <a:buNone/>
              <a:defRPr lang="en-US"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1537" y="320039"/>
            <a:ext cx="8502199" cy="1258389"/>
          </a:xfrm>
        </p:spPr>
        <p:txBody>
          <a:bodyPr anchor="b">
            <a:noAutofit/>
          </a:bodyPr>
          <a:lstStyle>
            <a:lvl1pPr>
              <a:defRPr sz="4000">
                <a:solidFill>
                  <a:schemeClr val="bg1"/>
                </a:solidFill>
                <a:highlight>
                  <a:srgbClr val="000000"/>
                </a:highligh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45736" y="1725386"/>
            <a:ext cx="6858000" cy="46388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745736" y="6453002"/>
            <a:ext cx="3494314" cy="365125"/>
          </a:xfrm>
        </p:spPr>
        <p:txBody>
          <a:bodyPr/>
          <a:lstStyle/>
          <a:p>
            <a:fld id="{1A5F77D0-C28E-4573-88F0-0A30FF98888E}" type="datetime1">
              <a:rPr lang="en-US" smtClean="0"/>
              <a:t>6/1/2026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834366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vert="horz" lIns="91440" tIns="45720" rIns="91440" bIns="45720" rtlCol="0">
            <a:normAutofit/>
          </a:bodyPr>
          <a:lstStyle>
            <a:lvl1pPr marL="0" indent="0">
              <a:buFont typeface="Arial" panose="020B0604020202020204" pitchFamily="34" charset="0"/>
              <a:buNone/>
              <a:defRPr lang="en-US"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320040"/>
            <a:ext cx="8400908" cy="1261872"/>
          </a:xfrm>
        </p:spPr>
        <p:txBody>
          <a:bodyPr anchor="b">
            <a:noAutofit/>
          </a:bodyPr>
          <a:lstStyle>
            <a:lvl1pPr>
              <a:defRPr sz="4000">
                <a:solidFill>
                  <a:schemeClr val="bg1"/>
                </a:solidFill>
                <a:highlight>
                  <a:srgbClr val="000000"/>
                </a:highligh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728870"/>
            <a:ext cx="6858000" cy="46353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45D377-13FB-4841-FF6E-B9BD15CCC94D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D291CE83-67BA-4B15-B48A-7DC5C0636664}" type="datetime1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E58E07-B079-D675-1C8D-4728A21EA97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275493" y="6453002"/>
            <a:ext cx="280540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0DC5B2-0CA1-6496-FDE3-6FA015A4EE3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109926" y="6453002"/>
            <a:ext cx="379443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0991479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546804" y="2427156"/>
            <a:ext cx="4186010" cy="3905381"/>
          </a:xfrm>
          <a:blipFill>
            <a:blip r:embed="rId2">
              <a:alphaModFix amt="70000"/>
            </a:blip>
            <a:stretch>
              <a:fillRect l="-718" r="1"/>
            </a:stretch>
          </a:blip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2400" b="0" i="0"/>
            </a:lvl1pPr>
          </a:lstStyle>
          <a:p>
            <a:pPr marL="228600" lvl="0" indent="-228600">
              <a:lnSpc>
                <a:spcPct val="150000"/>
              </a:lnSpc>
            </a:pPr>
            <a:r>
              <a:rPr lang="en-US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1" y="548638"/>
            <a:ext cx="5111021" cy="2492735"/>
          </a:xfrm>
        </p:spPr>
        <p:txBody>
          <a:bodyPr anchor="t" anchorCtr="0">
            <a:noAutofit/>
          </a:bodyPr>
          <a:lstStyle>
            <a:lvl1pPr>
              <a:defRPr sz="4000">
                <a:solidFill>
                  <a:schemeClr val="bg1"/>
                </a:solidFill>
                <a:highlight>
                  <a:srgbClr val="000000"/>
                </a:highligh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49275"/>
            <a:ext cx="5585925" cy="57832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3FE0C-303A-49D2-B22C-9FE8AE7D9EF1}" type="datetime1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293428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546803" y="2295144"/>
            <a:ext cx="3085185" cy="4041648"/>
          </a:xfrm>
          <a:blipFill>
            <a:blip r:embed="rId2">
              <a:alphaModFix amt="70000"/>
            </a:blip>
            <a:stretch>
              <a:fillRect l="-974" r="1"/>
            </a:stretch>
          </a:blip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2400" b="0" i="0"/>
            </a:lvl1pPr>
          </a:lstStyle>
          <a:p>
            <a:pPr marL="228600" lvl="0" indent="-228600">
              <a:lnSpc>
                <a:spcPct val="150000"/>
              </a:lnSpc>
            </a:pPr>
            <a:r>
              <a:rPr lang="en-US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549274"/>
            <a:ext cx="4023360" cy="2743200"/>
          </a:xfrm>
        </p:spPr>
        <p:txBody>
          <a:bodyPr anchor="t" anchorCtr="0">
            <a:noAutofit/>
          </a:bodyPr>
          <a:lstStyle>
            <a:lvl1pPr>
              <a:defRPr sz="4000">
                <a:solidFill>
                  <a:schemeClr val="bg1"/>
                </a:solidFill>
                <a:highlight>
                  <a:srgbClr val="000000"/>
                </a:highligh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16500" y="549275"/>
            <a:ext cx="6561138" cy="5759450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859A7-84EB-4384-87AF-59CC16704CF8}" type="datetime1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978652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CBFB767-CAF2-628B-7675-91B983B225C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0172699" cy="5067300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vert="horz" lIns="91440" tIns="45720" rIns="91440" bIns="45720" rtlCol="0">
            <a:normAutofit/>
          </a:bodyPr>
          <a:lstStyle>
            <a:lvl1pPr marL="0" indent="0">
              <a:buFont typeface="Arial" panose="020B0604020202020204" pitchFamily="34" charset="0"/>
              <a:buNone/>
              <a:defRPr lang="en-US"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0FF197-4D72-4945-8068-57D52018E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914399"/>
            <a:ext cx="5448300" cy="3117553"/>
          </a:xfrm>
        </p:spPr>
        <p:txBody>
          <a:bodyPr anchor="t">
            <a:normAutofit/>
          </a:bodyPr>
          <a:lstStyle>
            <a:lvl1pPr algn="r">
              <a:defRPr sz="4000">
                <a:solidFill>
                  <a:schemeClr val="bg1"/>
                </a:solidFill>
                <a:highlight>
                  <a:srgbClr val="000000"/>
                </a:highligh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C81FA8-039D-4BAF-8AAB-7B6616AFEE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1" y="5560042"/>
            <a:ext cx="8271878" cy="542344"/>
          </a:xfrm>
        </p:spPr>
        <p:txBody>
          <a:bodyPr/>
          <a:lstStyle>
            <a:lvl1pPr marL="0" indent="0" algn="r">
              <a:buNone/>
              <a:defRPr lang="en-US" sz="20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27357F-46A1-493A-A5E4-1D7FAE5B9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58DE0-2D5A-4C5D-BB9F-60B17AEDD2D8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7277BC-26F9-4B14-A2DC-C7575C5A6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7BC3FF-EE25-45FB-A7A8-AAA522F70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E107C-2248-4498-B52C-AA96C67291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896342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CBFB767-CAF2-628B-7675-91B983B225C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076700" cy="4193427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2400" b="0" i="0"/>
            </a:lvl1pPr>
          </a:lstStyle>
          <a:p>
            <a:pPr marL="228600" lvl="0" indent="-228600">
              <a:lnSpc>
                <a:spcPct val="150000"/>
              </a:lnSpc>
            </a:pPr>
            <a:r>
              <a:rPr lang="en-US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0FF197-4D72-4945-8068-57D52018E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591" y="3786474"/>
            <a:ext cx="4169890" cy="1614008"/>
          </a:xfrm>
        </p:spPr>
        <p:txBody>
          <a:bodyPr anchor="t">
            <a:noAutofit/>
          </a:bodyPr>
          <a:lstStyle>
            <a:lvl1pPr algn="r">
              <a:defRPr sz="4000">
                <a:solidFill>
                  <a:schemeClr val="bg1"/>
                </a:solidFill>
                <a:highlight>
                  <a:srgbClr val="000000"/>
                </a:highligh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40C7A95-E12A-CD85-629E-0A9E34DCE3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99291" y="914400"/>
            <a:ext cx="5773936" cy="5029200"/>
          </a:xfrm>
        </p:spPr>
        <p:txBody>
          <a:bodyPr>
            <a:normAutofit/>
          </a:bodyPr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27357F-46A1-493A-A5E4-1D7FAE5B9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58DE0-2D5A-4C5D-BB9F-60B17AEDD2D8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7277BC-26F9-4B14-A2DC-C7575C5A6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7BC3FF-EE25-45FB-A7A8-AAA522F70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E107C-2248-4498-B52C-AA96C67291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0504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CBFB767-CAF2-628B-7675-91B983B225C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8115299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2400" b="0" i="0"/>
            </a:lvl1pPr>
          </a:lstStyle>
          <a:p>
            <a:pPr marL="228600" lvl="0" indent="-228600">
              <a:lnSpc>
                <a:spcPct val="150000"/>
              </a:lnSpc>
            </a:pPr>
            <a:r>
              <a:rPr lang="en-US"/>
              <a:t> 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C34B03A4-39B7-F5C1-D964-CA069C0F7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701" y="647698"/>
            <a:ext cx="4225166" cy="2420757"/>
          </a:xfrm>
        </p:spPr>
        <p:txBody>
          <a:bodyPr/>
          <a:lstStyle>
            <a:lvl1pPr>
              <a:defRPr>
                <a:solidFill>
                  <a:schemeClr val="bg1"/>
                </a:solidFill>
                <a:highlight>
                  <a:srgbClr val="000000"/>
                </a:highligh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40C7A95-E12A-CD85-629E-0A9E34DCE3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54931" y="647699"/>
            <a:ext cx="2689367" cy="5562599"/>
          </a:xfrm>
        </p:spPr>
        <p:txBody>
          <a:bodyPr>
            <a:normAutofit/>
          </a:bodyPr>
          <a:lstStyle>
            <a:lvl1pPr marL="342900" indent="-342900">
              <a:buFont typeface="Arial" panose="020B0604020202020204" pitchFamily="34" charset="0"/>
              <a:buChar char="•"/>
              <a:defRPr/>
            </a:lvl1pPr>
            <a:lvl2pPr marL="514350" indent="-285750">
              <a:buFont typeface="Arial" panose="020B0604020202020204" pitchFamily="34" charset="0"/>
              <a:buChar char="•"/>
              <a:defRPr/>
            </a:lvl2pPr>
            <a:lvl3pPr marL="742950" indent="-285750">
              <a:buFont typeface="Arial" panose="020B0604020202020204" pitchFamily="34" charset="0"/>
              <a:buChar char="•"/>
              <a:defRPr/>
            </a:lvl3pPr>
            <a:lvl4pPr marL="971550" indent="-285750">
              <a:buFont typeface="Arial" panose="020B0604020202020204" pitchFamily="34" charset="0"/>
              <a:buChar char="•"/>
              <a:defRPr/>
            </a:lvl4pPr>
            <a:lvl5pPr marL="1085850" indent="-1714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27357F-46A1-493A-A5E4-1D7FAE5B9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58DE0-2D5A-4C5D-BB9F-60B17AEDD2D8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7277BC-26F9-4B14-A2DC-C7575C5A6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7BC3FF-EE25-45FB-A7A8-AAA522F70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E107C-2248-4498-B52C-AA96C67291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390534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CBFB767-CAF2-628B-7675-91B983B225C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981200" y="0"/>
            <a:ext cx="10210798" cy="5067300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1B520403-BDFD-00AF-7685-E3C2366A6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47700"/>
            <a:ext cx="5181600" cy="2595563"/>
          </a:xfrm>
        </p:spPr>
        <p:txBody>
          <a:bodyPr/>
          <a:lstStyle>
            <a:lvl1pPr>
              <a:defRPr>
                <a:solidFill>
                  <a:schemeClr val="bg1"/>
                </a:solidFill>
                <a:highlight>
                  <a:srgbClr val="000000"/>
                </a:highligh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D1DFE5C8-DAB2-CA31-6958-050610D77AD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893888" y="5559425"/>
            <a:ext cx="8278812" cy="65087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27357F-46A1-493A-A5E4-1D7FAE5B9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58DE0-2D5A-4C5D-BB9F-60B17AEDD2D8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7277BC-26F9-4B14-A2DC-C7575C5A6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7BC3FF-EE25-45FB-A7A8-AAA522F70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E107C-2248-4498-B52C-AA96C67291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673171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CBFB767-CAF2-628B-7675-91B983B225C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4193427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4A48BCDE-4694-0B11-3F5D-030F758E5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372" y="1712200"/>
            <a:ext cx="6019892" cy="1896956"/>
          </a:xfrm>
        </p:spPr>
        <p:txBody>
          <a:bodyPr/>
          <a:lstStyle>
            <a:lvl1pPr>
              <a:lnSpc>
                <a:spcPct val="90000"/>
              </a:lnSpc>
              <a:defRPr>
                <a:solidFill>
                  <a:schemeClr val="bg1"/>
                </a:solidFill>
                <a:highlight>
                  <a:srgbClr val="000000"/>
                </a:highligh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E27908E-38A7-B900-61E8-3AB5DD08621C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096000" y="4672013"/>
            <a:ext cx="5448300" cy="1538287"/>
          </a:xfrm>
        </p:spPr>
        <p:txBody>
          <a:bodyPr anchor="t">
            <a:normAutofit fontScale="85000" lnSpcReduction="10000"/>
          </a:bodyPr>
          <a:lstStyle/>
          <a:p>
            <a:pPr marL="0" lvl="0" indent="0" algn="r">
              <a:buNone/>
            </a:pPr>
            <a:r>
              <a:rPr lang="en-US" sz="200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27357F-46A1-493A-A5E4-1D7FAE5B9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58DE0-2D5A-4C5D-BB9F-60B17AEDD2D8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7277BC-26F9-4B14-A2DC-C7575C5A6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7BC3FF-EE25-45FB-A7A8-AAA522F70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E107C-2248-4498-B52C-AA96C67291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133171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F8E65BD-66C5-5FF8-C229-BB94A762D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66916" y="646438"/>
            <a:ext cx="4199074" cy="4641176"/>
          </a:xfrm>
        </p:spPr>
        <p:txBody>
          <a:bodyPr anchor="b">
            <a:normAutofit/>
          </a:bodyPr>
          <a:lstStyle>
            <a:lvl1pPr>
              <a:lnSpc>
                <a:spcPct val="120000"/>
              </a:lnSpc>
              <a:defRPr sz="2800" b="0" cap="none" spc="0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12A23D75-581D-5D22-B65B-6248EE148401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39750" y="566739"/>
            <a:ext cx="6427788" cy="5668316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23200" b="1" spc="600" baseline="0">
                <a:solidFill>
                  <a:schemeClr val="bg1"/>
                </a:solidFill>
                <a:highlight>
                  <a:srgbClr val="000000"/>
                </a:highlight>
                <a:latin typeface="+mj-lt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D3D17-73C9-402C-91E7-BA73E6829C50}" type="datetime1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8771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6DA5FB0-3233-6F76-899A-A1958FBA86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5480" y="5120640"/>
            <a:ext cx="8321040" cy="1188720"/>
          </a:xfrm>
        </p:spPr>
        <p:txBody>
          <a:bodyPr>
            <a:normAutofit/>
          </a:bodyPr>
          <a:lstStyle>
            <a:lvl1pPr algn="ctr">
              <a:lnSpc>
                <a:spcPct val="120000"/>
              </a:lnSpc>
              <a:spcBef>
                <a:spcPts val="1000"/>
              </a:spcBef>
              <a:defRPr sz="2800" b="0" cap="none" spc="0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964560E1-132E-6944-7C66-491949C93CD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603504"/>
            <a:ext cx="10543032" cy="4190614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3200" b="1" cap="all" spc="6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A7CDD-9512-40CC-9351-FC0DE186CFBD}" type="datetime1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8657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3">
    <p:bg>
      <p:bgPr>
        <a:solidFill>
          <a:schemeClr val="tx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4EC46D51-F742-0411-C425-9FB4333D8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4937760"/>
            <a:ext cx="7525512" cy="1371600"/>
          </a:xfrm>
        </p:spPr>
        <p:txBody>
          <a:bodyPr>
            <a:normAutofit/>
          </a:bodyPr>
          <a:lstStyle>
            <a:lvl1pPr algn="ctr">
              <a:lnSpc>
                <a:spcPct val="120000"/>
              </a:lnSpc>
              <a:spcBef>
                <a:spcPts val="1000"/>
              </a:spcBef>
              <a:defRPr sz="2800" b="0" cap="none" spc="0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C6CC1002-9B76-86F0-267A-B8FA2E4F6890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603504"/>
            <a:ext cx="10543032" cy="4190614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3200" b="1" cap="all" spc="600" baseline="0">
                <a:solidFill>
                  <a:schemeClr val="bg1"/>
                </a:solidFill>
                <a:highlight>
                  <a:srgbClr val="FFFFFF"/>
                </a:highlight>
                <a:latin typeface="+mj-lt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83EFCC7-B7E8-4ABE-BBCB-C75FD27800CD}" type="datetime1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6964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-1315405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548640"/>
            <a:ext cx="8961120" cy="5577840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None/>
              <a:defRPr sz="6000" b="1" i="0" spc="600" baseline="0">
                <a:solidFill>
                  <a:schemeClr val="bg1"/>
                </a:solidFill>
                <a:highlight>
                  <a:srgbClr val="000000"/>
                </a:highlight>
                <a:latin typeface="Franklin Gothic Heavy" panose="020B0603020102020204" pitchFamily="34" charset="0"/>
              </a:defRPr>
            </a:lvl1pPr>
            <a:lvl2pPr marL="228600" indent="0">
              <a:lnSpc>
                <a:spcPct val="100000"/>
              </a:lnSpc>
              <a:buNone/>
              <a:defRPr sz="5400" b="1" i="0" spc="600" baseline="0">
                <a:solidFill>
                  <a:schemeClr val="bg1"/>
                </a:solidFill>
                <a:highlight>
                  <a:srgbClr val="000000"/>
                </a:highlight>
                <a:latin typeface="Franklin Gothic Heavy" panose="020B0603020102020204" pitchFamily="34" charset="0"/>
              </a:defRPr>
            </a:lvl2pPr>
            <a:lvl3pPr marL="457200" indent="0">
              <a:lnSpc>
                <a:spcPct val="100000"/>
              </a:lnSpc>
              <a:buNone/>
              <a:defRPr sz="4800" b="1" i="0" spc="600" baseline="0">
                <a:solidFill>
                  <a:schemeClr val="bg1"/>
                </a:solidFill>
                <a:highlight>
                  <a:srgbClr val="000000"/>
                </a:highlight>
                <a:latin typeface="Franklin Gothic Heavy" panose="020B0603020102020204" pitchFamily="34" charset="0"/>
              </a:defRPr>
            </a:lvl3pPr>
            <a:lvl4pPr marL="685800" indent="0">
              <a:lnSpc>
                <a:spcPct val="100000"/>
              </a:lnSpc>
              <a:buNone/>
              <a:defRPr sz="4400" b="1" i="0" spc="600" baseline="0">
                <a:solidFill>
                  <a:schemeClr val="bg1"/>
                </a:solidFill>
                <a:highlight>
                  <a:srgbClr val="000000"/>
                </a:highlight>
                <a:latin typeface="Franklin Gothic Heavy" panose="020B0603020102020204" pitchFamily="34" charset="0"/>
              </a:defRPr>
            </a:lvl4pPr>
            <a:lvl5pPr marL="914400" indent="0">
              <a:lnSpc>
                <a:spcPct val="100000"/>
              </a:lnSpc>
              <a:buNone/>
              <a:defRPr sz="4000" b="1" i="0" spc="600" baseline="0">
                <a:solidFill>
                  <a:schemeClr val="bg1"/>
                </a:solidFill>
                <a:highlight>
                  <a:srgbClr val="000000"/>
                </a:highlight>
                <a:latin typeface="Franklin Gothic Heavy" panose="020B0603020102020204" pitchFamily="34" charset="0"/>
              </a:defRPr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735E4-737B-43D4-B991-92C3D63DE68F}" type="datetime1">
              <a:rPr lang="en-US" smtClean="0"/>
              <a:t>6/1/2026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380684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22529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548640"/>
            <a:ext cx="8961120" cy="557784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6000" b="1" i="0" spc="600" baseline="0">
                <a:solidFill>
                  <a:schemeClr val="tx1"/>
                </a:solidFill>
                <a:highlight>
                  <a:srgbClr val="FFFFFF"/>
                </a:highlight>
                <a:latin typeface="Franklin Gothic Heavy" panose="020B0603020102020204" pitchFamily="34" charset="0"/>
              </a:defRPr>
            </a:lvl1pPr>
            <a:lvl2pPr marL="228600" indent="0">
              <a:lnSpc>
                <a:spcPct val="100000"/>
              </a:lnSpc>
              <a:buNone/>
              <a:defRPr sz="5400" b="1" i="0" spc="600" baseline="0">
                <a:solidFill>
                  <a:schemeClr val="tx1"/>
                </a:solidFill>
                <a:highlight>
                  <a:srgbClr val="FFFFFF"/>
                </a:highlight>
                <a:latin typeface="Franklin Gothic Heavy" panose="020B0603020102020204" pitchFamily="34" charset="0"/>
              </a:defRPr>
            </a:lvl2pPr>
            <a:lvl3pPr marL="457200" indent="0">
              <a:lnSpc>
                <a:spcPct val="100000"/>
              </a:lnSpc>
              <a:buNone/>
              <a:defRPr sz="4800" b="1" i="0" spc="600" baseline="0">
                <a:solidFill>
                  <a:schemeClr val="tx1"/>
                </a:solidFill>
                <a:highlight>
                  <a:srgbClr val="FFFFFF"/>
                </a:highlight>
                <a:latin typeface="Franklin Gothic Heavy" panose="020B0603020102020204" pitchFamily="34" charset="0"/>
              </a:defRPr>
            </a:lvl3pPr>
            <a:lvl4pPr marL="685800" indent="0">
              <a:lnSpc>
                <a:spcPct val="100000"/>
              </a:lnSpc>
              <a:buNone/>
              <a:defRPr sz="4400" b="1" i="0" spc="600" baseline="0">
                <a:solidFill>
                  <a:schemeClr val="tx1"/>
                </a:solidFill>
                <a:highlight>
                  <a:srgbClr val="FFFFFF"/>
                </a:highlight>
                <a:latin typeface="Franklin Gothic Heavy" panose="020B0603020102020204" pitchFamily="34" charset="0"/>
              </a:defRPr>
            </a:lvl4pPr>
            <a:lvl5pPr marL="914400" indent="0">
              <a:lnSpc>
                <a:spcPct val="100000"/>
              </a:lnSpc>
              <a:buNone/>
              <a:defRPr sz="4000" b="1" i="0" spc="600" baseline="0">
                <a:solidFill>
                  <a:schemeClr val="tx1"/>
                </a:solidFill>
                <a:highlight>
                  <a:srgbClr val="FFFFFF"/>
                </a:highlight>
                <a:latin typeface="Franklin Gothic Heavy" panose="020B0603020102020204" pitchFamily="34" charset="0"/>
              </a:defRPr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383AA9C6-9BFF-802B-3D08-CAD56FB80F2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291CE83-67BA-4B15-B48A-7DC5C0636664}" type="datetime1">
              <a:rPr lang="en-US" smtClean="0"/>
              <a:pPr/>
              <a:t>6/1/2026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99B3C5-25B1-DD8E-CF7E-C1D50373CF3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DEB09A-6ABF-4907-9977-AB6069AE9BF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506684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755375"/>
            <a:ext cx="10972800" cy="5553985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6000" b="1" i="0" spc="600" baseline="0">
                <a:latin typeface="Franklin Gothic Heavy" panose="020B0603020102020204" pitchFamily="34" charset="0"/>
              </a:defRPr>
            </a:lvl1pPr>
            <a:lvl2pPr marL="228600" indent="0">
              <a:lnSpc>
                <a:spcPct val="100000"/>
              </a:lnSpc>
              <a:buNone/>
              <a:defRPr sz="5400" b="1" i="0" spc="600" baseline="0">
                <a:latin typeface="Franklin Gothic Heavy" panose="020B0603020102020204" pitchFamily="34" charset="0"/>
              </a:defRPr>
            </a:lvl2pPr>
            <a:lvl3pPr marL="457200" indent="0">
              <a:lnSpc>
                <a:spcPct val="100000"/>
              </a:lnSpc>
              <a:buNone/>
              <a:defRPr sz="4800" b="1" i="0" spc="600" baseline="0">
                <a:latin typeface="Franklin Gothic Heavy" panose="020B0603020102020204" pitchFamily="34" charset="0"/>
              </a:defRPr>
            </a:lvl3pPr>
            <a:lvl4pPr marL="685800" indent="0">
              <a:lnSpc>
                <a:spcPct val="100000"/>
              </a:lnSpc>
              <a:buNone/>
              <a:defRPr sz="4400" b="1" i="0" spc="600" baseline="0">
                <a:latin typeface="Franklin Gothic Heavy" panose="020B0603020102020204" pitchFamily="34" charset="0"/>
              </a:defRPr>
            </a:lvl4pPr>
            <a:lvl5pPr marL="914400" indent="0">
              <a:lnSpc>
                <a:spcPct val="100000"/>
              </a:lnSpc>
              <a:buNone/>
              <a:defRPr sz="4000" b="1" i="0" spc="600" baseline="0">
                <a:latin typeface="Franklin Gothic Heavy" panose="020B0603020102020204" pitchFamily="34" charset="0"/>
              </a:defRPr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E97C173-DA31-C3C5-FF6F-C082DC0E997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291CE83-67BA-4B15-B48A-7DC5C0636664}" type="datetime1">
              <a:rPr lang="en-US" smtClean="0"/>
              <a:t>6/1/2026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0D921EA-2CDB-3B88-15E1-46DEF228FD6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78498F0-58CF-681B-CAC8-641E3E35D01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869064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4ED47E9A-5ED0-EFA2-2AB1-8DCD288130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08760" y="5428752"/>
            <a:ext cx="9189720" cy="466344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spcBef>
                <a:spcPts val="1000"/>
              </a:spcBef>
              <a:defRPr sz="2200" cap="none" spc="0" baseline="0"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6A1702E0-62FB-C224-7CC1-48B8DC9D8330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87424" y="1164194"/>
            <a:ext cx="9204960" cy="3682126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 cap="all" spc="600" baseline="0">
                <a:solidFill>
                  <a:schemeClr val="bg1"/>
                </a:solidFill>
                <a:highlight>
                  <a:srgbClr val="000000"/>
                </a:highlight>
                <a:latin typeface="+mj-lt"/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3035D-22A0-4334-A9AE-2457016C8B47}" type="datetime1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4106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bg>
      <p:bgPr>
        <a:solidFill>
          <a:schemeClr val="tx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ABB8AB19-AEDC-217A-D173-1E75DCDE368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99616" y="5349240"/>
            <a:ext cx="9198864" cy="466344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spcBef>
                <a:spcPts val="1000"/>
              </a:spcBef>
              <a:defRPr sz="2200" cap="none" spc="0" baseline="0"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8824DB12-4761-115A-B7C3-84A7B8EA0C2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3520" y="1344168"/>
            <a:ext cx="9204960" cy="3291840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 cap="all" spc="600" baseline="0">
                <a:solidFill>
                  <a:schemeClr val="bg1"/>
                </a:solidFill>
                <a:highlight>
                  <a:srgbClr val="FFFFFF"/>
                </a:highlight>
                <a:latin typeface="+mj-lt"/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47CA6-BC1D-429A-A289-4E939E49554A}" type="datetime1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9584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5EB6EFAB-F8F1-D75D-ADD0-35D3E8380B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669280"/>
            <a:ext cx="8961120" cy="466344"/>
          </a:xfrm>
        </p:spPr>
        <p:txBody>
          <a:bodyPr anchor="b">
            <a:normAutofit/>
          </a:bodyPr>
          <a:lstStyle>
            <a:lvl1pPr>
              <a:lnSpc>
                <a:spcPct val="120000"/>
              </a:lnSpc>
              <a:spcBef>
                <a:spcPts val="1000"/>
              </a:spcBef>
              <a:defRPr sz="2200" cap="none" spc="0" baseline="0"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A28042F-A2CA-CE28-9169-9C1C2C6C0D87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235710"/>
            <a:ext cx="8961438" cy="3168650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400" cap="all" spc="600" baseline="0">
                <a:solidFill>
                  <a:schemeClr val="bg1"/>
                </a:solidFill>
                <a:highlight>
                  <a:srgbClr val="000000"/>
                </a:highlight>
                <a:latin typeface="+mj-lt"/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418BD-2BA9-41CB-AB89-625779A7563D}" type="datetime1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8631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603504"/>
            <a:ext cx="10741152" cy="1132258"/>
          </a:xfrm>
        </p:spPr>
        <p:txBody>
          <a:bodyPr/>
          <a:lstStyle>
            <a:lvl1pPr>
              <a:defRPr>
                <a:solidFill>
                  <a:schemeClr val="bg1"/>
                </a:solidFill>
                <a:highlight>
                  <a:srgbClr val="000000"/>
                </a:highligh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6F375645-3969-960F-95E9-FF521D145C6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21792" y="1825624"/>
            <a:ext cx="5157788" cy="43513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FB472D51-340A-8B1E-44B0-506409708C68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172200" y="1825624"/>
            <a:ext cx="5183188" cy="43513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65B10-D26A-480A-9509-A9831C5E60D8}" type="datetime1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225555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603504"/>
            <a:ext cx="10745788" cy="822960"/>
          </a:xfrm>
        </p:spPr>
        <p:txBody>
          <a:bodyPr/>
          <a:lstStyle>
            <a:lvl1pPr>
              <a:defRPr>
                <a:solidFill>
                  <a:schemeClr val="bg1"/>
                </a:solidFill>
                <a:highlight>
                  <a:srgbClr val="000000"/>
                </a:highligh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1792" y="1554480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spc="200" baseline="0">
                <a:solidFill>
                  <a:schemeClr val="tx1"/>
                </a:solidFill>
                <a:latin typeface="Franklin Gothic Medium" panose="020B06030201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B785DE4-AACB-128C-17BA-30E12F86F13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21792" y="2194559"/>
            <a:ext cx="5157788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554480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spc="200" baseline="0">
                <a:solidFill>
                  <a:schemeClr val="tx1"/>
                </a:solidFill>
                <a:latin typeface="Franklin Gothic Medium" panose="020B06030201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3DB6B8D4-5453-863F-5D39-32D600D938E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172200" y="2194559"/>
            <a:ext cx="5183188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CB42A-67CE-499B-A4FA-7D4E4469B142}" type="datetime1">
              <a:rPr lang="en-US" smtClean="0"/>
              <a:t>6/1/2026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162741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603504"/>
            <a:ext cx="10653578" cy="1132258"/>
          </a:xfrm>
        </p:spPr>
        <p:txBody>
          <a:bodyPr/>
          <a:lstStyle>
            <a:lvl1pPr>
              <a:defRPr>
                <a:solidFill>
                  <a:schemeClr val="bg1"/>
                </a:solidFill>
                <a:highlight>
                  <a:srgbClr val="000000"/>
                </a:highligh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E5040-F7E0-40EC-B8E9-CED28200FAA3}" type="datetime1">
              <a:rPr lang="en-US" smtClean="0"/>
              <a:t>6/1/2026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1158505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FF128-BAC7-4E0D-8F77-28A571D93B6F}" type="datetime1">
              <a:rPr lang="en-US" smtClean="0"/>
              <a:t>6/1/2026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970950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603504"/>
            <a:ext cx="3595634" cy="1757505"/>
          </a:xfrm>
        </p:spPr>
        <p:txBody>
          <a:bodyPr anchor="t">
            <a:normAutofit/>
          </a:bodyPr>
          <a:lstStyle>
            <a:lvl1pPr>
              <a:defRPr sz="2800">
                <a:solidFill>
                  <a:schemeClr val="bg1"/>
                </a:solidFill>
                <a:highlight>
                  <a:srgbClr val="000000"/>
                </a:highligh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1792" y="2510118"/>
            <a:ext cx="3595634" cy="3794266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5"/>
            <a:ext cx="6440258" cy="5755109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B3EA1-DD0C-4B8D-8364-52024B4530F1}" type="datetime1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040022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603504"/>
            <a:ext cx="3595634" cy="2212313"/>
          </a:xfrm>
        </p:spPr>
        <p:txBody>
          <a:bodyPr anchor="t">
            <a:normAutofit/>
          </a:bodyPr>
          <a:lstStyle>
            <a:lvl1pPr>
              <a:defRPr sz="2800">
                <a:solidFill>
                  <a:schemeClr val="bg1"/>
                </a:solidFill>
                <a:highlight>
                  <a:srgbClr val="000000"/>
                </a:highligh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1792" y="2994211"/>
            <a:ext cx="3585586" cy="3266563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5063319" y="603504"/>
            <a:ext cx="6519080" cy="5779007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57344-9CC7-412D-8C20-072BE86D5A11}" type="datetime1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357139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">
    <p:bg>
      <p:bgPr>
        <a:solidFill>
          <a:schemeClr val="tx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6" y="1847088"/>
            <a:ext cx="7342307" cy="1133856"/>
          </a:xfrm>
        </p:spPr>
        <p:txBody>
          <a:bodyPr anchor="b">
            <a:noAutofit/>
          </a:bodyPr>
          <a:lstStyle>
            <a:lvl1pPr>
              <a:defRPr sz="6000">
                <a:solidFill>
                  <a:schemeClr val="bg1"/>
                </a:solidFill>
                <a:highlight>
                  <a:srgbClr val="FFFFFF"/>
                </a:highligh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775" y="3594099"/>
            <a:ext cx="10890374" cy="2743200"/>
          </a:xfrm>
        </p:spPr>
        <p:txBody>
          <a:bodyPr/>
          <a:lstStyle>
            <a:lvl1pPr marL="0" indent="0">
              <a:buNone/>
              <a:defRPr sz="2000"/>
            </a:lvl1pPr>
            <a:lvl2pPr marL="228600" indent="0">
              <a:buNone/>
              <a:defRPr sz="1800"/>
            </a:lvl2pPr>
            <a:lvl3pPr marL="457200" indent="0">
              <a:buNone/>
              <a:defRPr sz="1600"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987AA-E4E6-4FC1-BAD8-09A952212C58}" type="datetime1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5776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Pr>
        <a:solidFill>
          <a:schemeClr val="tx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627318"/>
            <a:ext cx="8430767" cy="1842020"/>
          </a:xfrm>
        </p:spPr>
        <p:txBody>
          <a:bodyPr anchor="b">
            <a:noAutofit/>
          </a:bodyPr>
          <a:lstStyle>
            <a:lvl1pPr>
              <a:defRPr sz="6000">
                <a:solidFill>
                  <a:schemeClr val="bg1"/>
                </a:solidFill>
                <a:highlight>
                  <a:srgbClr val="FFFFFF"/>
                </a:highligh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3622673"/>
            <a:ext cx="8430639" cy="1737360"/>
          </a:xfrm>
        </p:spPr>
        <p:txBody>
          <a:bodyPr>
            <a:noAutofit/>
          </a:bodyPr>
          <a:lstStyle>
            <a:lvl1pPr marL="0" indent="0">
              <a:buNone/>
              <a:defRPr sz="2000"/>
            </a:lvl1pPr>
            <a:lvl2pPr marL="228600" indent="0">
              <a:buNone/>
              <a:defRPr sz="1800"/>
            </a:lvl2pPr>
            <a:lvl3pPr marL="457200" indent="0">
              <a:buNone/>
              <a:defRPr sz="16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CF65F-0E21-48DE-8D75-4BF66A547E8E}" type="datetime1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7885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32820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89F99-D7F3-F669-6572-2C15091730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448" y="1122636"/>
            <a:ext cx="9143104" cy="2386812"/>
          </a:xfrm>
          <a:prstGeom prst="rect">
            <a:avLst/>
          </a:prstGeom>
        </p:spPr>
        <p:txBody>
          <a:bodyPr anchor="b"/>
          <a:lstStyle>
            <a:lvl1pPr algn="ctr">
              <a:defRPr sz="4516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D8A2B9-300B-C7BE-DAEB-9E8AF56380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448" y="3602597"/>
            <a:ext cx="9143104" cy="165492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6"/>
            </a:lvl1pPr>
            <a:lvl2pPr marL="344106" indent="0" algn="ctr">
              <a:buNone/>
              <a:defRPr sz="1505"/>
            </a:lvl2pPr>
            <a:lvl3pPr marL="688212" indent="0" algn="ctr">
              <a:buNone/>
              <a:defRPr sz="1355"/>
            </a:lvl3pPr>
            <a:lvl4pPr marL="1032318" indent="0" algn="ctr">
              <a:buNone/>
              <a:defRPr sz="1204"/>
            </a:lvl4pPr>
            <a:lvl5pPr marL="1376423" indent="0" algn="ctr">
              <a:buNone/>
              <a:defRPr sz="1204"/>
            </a:lvl5pPr>
            <a:lvl6pPr marL="1720529" indent="0" algn="ctr">
              <a:buNone/>
              <a:defRPr sz="1204"/>
            </a:lvl6pPr>
            <a:lvl7pPr marL="2064635" indent="0" algn="ctr">
              <a:buNone/>
              <a:defRPr sz="1204"/>
            </a:lvl7pPr>
            <a:lvl8pPr marL="2408742" indent="0" algn="ctr">
              <a:buNone/>
              <a:defRPr sz="1204"/>
            </a:lvl8pPr>
            <a:lvl9pPr marL="2752848" indent="0" algn="ctr">
              <a:buNone/>
              <a:defRPr sz="1204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9450633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63.xml"/><Relationship Id="rId18" Type="http://schemas.openxmlformats.org/officeDocument/2006/relationships/slideLayout" Target="../slideLayouts/slideLayout68.xml"/><Relationship Id="rId26" Type="http://schemas.openxmlformats.org/officeDocument/2006/relationships/slideLayout" Target="../slideLayouts/slideLayout76.xml"/><Relationship Id="rId39" Type="http://schemas.openxmlformats.org/officeDocument/2006/relationships/slideLayout" Target="../slideLayouts/slideLayout89.xml"/><Relationship Id="rId21" Type="http://schemas.openxmlformats.org/officeDocument/2006/relationships/slideLayout" Target="../slideLayouts/slideLayout71.xml"/><Relationship Id="rId34" Type="http://schemas.openxmlformats.org/officeDocument/2006/relationships/slideLayout" Target="../slideLayouts/slideLayout84.xml"/><Relationship Id="rId42" Type="http://schemas.openxmlformats.org/officeDocument/2006/relationships/slideLayout" Target="../slideLayouts/slideLayout92.xml"/><Relationship Id="rId47" Type="http://schemas.openxmlformats.org/officeDocument/2006/relationships/slideLayout" Target="../slideLayouts/slideLayout97.xml"/><Relationship Id="rId50" Type="http://schemas.openxmlformats.org/officeDocument/2006/relationships/slideLayout" Target="../slideLayouts/slideLayout100.xml"/><Relationship Id="rId55" Type="http://schemas.openxmlformats.org/officeDocument/2006/relationships/slideLayout" Target="../slideLayouts/slideLayout105.xml"/><Relationship Id="rId7" Type="http://schemas.openxmlformats.org/officeDocument/2006/relationships/slideLayout" Target="../slideLayouts/slideLayout57.xml"/><Relationship Id="rId2" Type="http://schemas.openxmlformats.org/officeDocument/2006/relationships/slideLayout" Target="../slideLayouts/slideLayout52.xml"/><Relationship Id="rId16" Type="http://schemas.openxmlformats.org/officeDocument/2006/relationships/slideLayout" Target="../slideLayouts/slideLayout66.xml"/><Relationship Id="rId29" Type="http://schemas.openxmlformats.org/officeDocument/2006/relationships/slideLayout" Target="../slideLayouts/slideLayout79.xml"/><Relationship Id="rId11" Type="http://schemas.openxmlformats.org/officeDocument/2006/relationships/slideLayout" Target="../slideLayouts/slideLayout61.xml"/><Relationship Id="rId24" Type="http://schemas.openxmlformats.org/officeDocument/2006/relationships/slideLayout" Target="../slideLayouts/slideLayout74.xml"/><Relationship Id="rId32" Type="http://schemas.openxmlformats.org/officeDocument/2006/relationships/slideLayout" Target="../slideLayouts/slideLayout82.xml"/><Relationship Id="rId37" Type="http://schemas.openxmlformats.org/officeDocument/2006/relationships/slideLayout" Target="../slideLayouts/slideLayout87.xml"/><Relationship Id="rId40" Type="http://schemas.openxmlformats.org/officeDocument/2006/relationships/slideLayout" Target="../slideLayouts/slideLayout90.xml"/><Relationship Id="rId45" Type="http://schemas.openxmlformats.org/officeDocument/2006/relationships/slideLayout" Target="../slideLayouts/slideLayout95.xml"/><Relationship Id="rId53" Type="http://schemas.openxmlformats.org/officeDocument/2006/relationships/slideLayout" Target="../slideLayouts/slideLayout103.xml"/><Relationship Id="rId58" Type="http://schemas.openxmlformats.org/officeDocument/2006/relationships/theme" Target="../theme/theme2.xml"/><Relationship Id="rId5" Type="http://schemas.openxmlformats.org/officeDocument/2006/relationships/slideLayout" Target="../slideLayouts/slideLayout55.xml"/><Relationship Id="rId19" Type="http://schemas.openxmlformats.org/officeDocument/2006/relationships/slideLayout" Target="../slideLayouts/slideLayout69.xml"/><Relationship Id="rId4" Type="http://schemas.openxmlformats.org/officeDocument/2006/relationships/slideLayout" Target="../slideLayouts/slideLayout54.xml"/><Relationship Id="rId9" Type="http://schemas.openxmlformats.org/officeDocument/2006/relationships/slideLayout" Target="../slideLayouts/slideLayout59.xml"/><Relationship Id="rId14" Type="http://schemas.openxmlformats.org/officeDocument/2006/relationships/slideLayout" Target="../slideLayouts/slideLayout64.xml"/><Relationship Id="rId22" Type="http://schemas.openxmlformats.org/officeDocument/2006/relationships/slideLayout" Target="../slideLayouts/slideLayout72.xml"/><Relationship Id="rId27" Type="http://schemas.openxmlformats.org/officeDocument/2006/relationships/slideLayout" Target="../slideLayouts/slideLayout77.xml"/><Relationship Id="rId30" Type="http://schemas.openxmlformats.org/officeDocument/2006/relationships/slideLayout" Target="../slideLayouts/slideLayout80.xml"/><Relationship Id="rId35" Type="http://schemas.openxmlformats.org/officeDocument/2006/relationships/slideLayout" Target="../slideLayouts/slideLayout85.xml"/><Relationship Id="rId43" Type="http://schemas.openxmlformats.org/officeDocument/2006/relationships/slideLayout" Target="../slideLayouts/slideLayout93.xml"/><Relationship Id="rId48" Type="http://schemas.openxmlformats.org/officeDocument/2006/relationships/slideLayout" Target="../slideLayouts/slideLayout98.xml"/><Relationship Id="rId56" Type="http://schemas.openxmlformats.org/officeDocument/2006/relationships/slideLayout" Target="../slideLayouts/slideLayout106.xml"/><Relationship Id="rId8" Type="http://schemas.openxmlformats.org/officeDocument/2006/relationships/slideLayout" Target="../slideLayouts/slideLayout58.xml"/><Relationship Id="rId51" Type="http://schemas.openxmlformats.org/officeDocument/2006/relationships/slideLayout" Target="../slideLayouts/slideLayout101.xml"/><Relationship Id="rId3" Type="http://schemas.openxmlformats.org/officeDocument/2006/relationships/slideLayout" Target="../slideLayouts/slideLayout53.xml"/><Relationship Id="rId12" Type="http://schemas.openxmlformats.org/officeDocument/2006/relationships/slideLayout" Target="../slideLayouts/slideLayout62.xml"/><Relationship Id="rId17" Type="http://schemas.openxmlformats.org/officeDocument/2006/relationships/slideLayout" Target="../slideLayouts/slideLayout67.xml"/><Relationship Id="rId25" Type="http://schemas.openxmlformats.org/officeDocument/2006/relationships/slideLayout" Target="../slideLayouts/slideLayout75.xml"/><Relationship Id="rId33" Type="http://schemas.openxmlformats.org/officeDocument/2006/relationships/slideLayout" Target="../slideLayouts/slideLayout83.xml"/><Relationship Id="rId38" Type="http://schemas.openxmlformats.org/officeDocument/2006/relationships/slideLayout" Target="../slideLayouts/slideLayout88.xml"/><Relationship Id="rId46" Type="http://schemas.openxmlformats.org/officeDocument/2006/relationships/slideLayout" Target="../slideLayouts/slideLayout96.xml"/><Relationship Id="rId20" Type="http://schemas.openxmlformats.org/officeDocument/2006/relationships/slideLayout" Target="../slideLayouts/slideLayout70.xml"/><Relationship Id="rId41" Type="http://schemas.openxmlformats.org/officeDocument/2006/relationships/slideLayout" Target="../slideLayouts/slideLayout91.xml"/><Relationship Id="rId54" Type="http://schemas.openxmlformats.org/officeDocument/2006/relationships/slideLayout" Target="../slideLayouts/slideLayout104.xml"/><Relationship Id="rId1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6.xml"/><Relationship Id="rId15" Type="http://schemas.openxmlformats.org/officeDocument/2006/relationships/slideLayout" Target="../slideLayouts/slideLayout65.xml"/><Relationship Id="rId23" Type="http://schemas.openxmlformats.org/officeDocument/2006/relationships/slideLayout" Target="../slideLayouts/slideLayout73.xml"/><Relationship Id="rId28" Type="http://schemas.openxmlformats.org/officeDocument/2006/relationships/slideLayout" Target="../slideLayouts/slideLayout78.xml"/><Relationship Id="rId36" Type="http://schemas.openxmlformats.org/officeDocument/2006/relationships/slideLayout" Target="../slideLayouts/slideLayout86.xml"/><Relationship Id="rId49" Type="http://schemas.openxmlformats.org/officeDocument/2006/relationships/slideLayout" Target="../slideLayouts/slideLayout99.xml"/><Relationship Id="rId57" Type="http://schemas.openxmlformats.org/officeDocument/2006/relationships/slideLayout" Target="../slideLayouts/slideLayout107.xml"/><Relationship Id="rId10" Type="http://schemas.openxmlformats.org/officeDocument/2006/relationships/slideLayout" Target="../slideLayouts/slideLayout60.xml"/><Relationship Id="rId31" Type="http://schemas.openxmlformats.org/officeDocument/2006/relationships/slideLayout" Target="../slideLayouts/slideLayout81.xml"/><Relationship Id="rId44" Type="http://schemas.openxmlformats.org/officeDocument/2006/relationships/slideLayout" Target="../slideLayouts/slideLayout94.xml"/><Relationship Id="rId52" Type="http://schemas.openxmlformats.org/officeDocument/2006/relationships/slideLayout" Target="../slideLayouts/slideLayout10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0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41600" y="710401"/>
            <a:ext cx="11313600" cy="748247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1600" y="1944000"/>
            <a:ext cx="11304000" cy="4296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29" name="Espace réservé de la date 28">
            <a:extLst>
              <a:ext uri="{FF2B5EF4-FFF2-40B4-BE49-F238E27FC236}">
                <a16:creationId xmlns:a16="http://schemas.microsoft.com/office/drawing/2014/main" id="{B6D8E440-8C31-4584-85CD-3DE2B7815CCC}"/>
              </a:ext>
            </a:extLst>
          </p:cNvPr>
          <p:cNvSpPr>
            <a:spLocks noGrp="1"/>
          </p:cNvSpPr>
          <p:nvPr userDrawn="1">
            <p:ph type="dt" sz="half" idx="2"/>
          </p:nvPr>
        </p:nvSpPr>
        <p:spPr>
          <a:xfrm>
            <a:off x="4724400" y="6106773"/>
            <a:ext cx="27432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67" b="0" i="0" spc="27"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 userDrawn="1">
            <p:ph type="sldNum" sz="quarter" idx="4"/>
          </p:nvPr>
        </p:nvSpPr>
        <p:spPr>
          <a:xfrm>
            <a:off x="11114968" y="6427327"/>
            <a:ext cx="635000" cy="27432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20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6B54B0F7-55DD-40D6-B7F4-70B586885C0B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grpSp>
        <p:nvGrpSpPr>
          <p:cNvPr id="10" name="Graphique 7">
            <a:extLst>
              <a:ext uri="{FF2B5EF4-FFF2-40B4-BE49-F238E27FC236}">
                <a16:creationId xmlns:a16="http://schemas.microsoft.com/office/drawing/2014/main" id="{6A66B5A4-BE29-4194-A788-255CA3752BC0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2166" y="6329527"/>
            <a:ext cx="1071853" cy="275084"/>
            <a:chOff x="4768103" y="-471733"/>
            <a:chExt cx="744723" cy="191124"/>
          </a:xfrm>
          <a:solidFill>
            <a:srgbClr val="FFFFFF"/>
          </a:solidFill>
        </p:grpSpPr>
        <p:sp>
          <p:nvSpPr>
            <p:cNvPr id="13" name="Forme libre : forme 9">
              <a:extLst>
                <a:ext uri="{FF2B5EF4-FFF2-40B4-BE49-F238E27FC236}">
                  <a16:creationId xmlns:a16="http://schemas.microsoft.com/office/drawing/2014/main" id="{A7D23DBC-0CE7-4B8C-AB18-B9D29B71215B}"/>
                </a:ext>
              </a:extLst>
            </p:cNvPr>
            <p:cNvSpPr/>
            <p:nvPr userDrawn="1"/>
          </p:nvSpPr>
          <p:spPr>
            <a:xfrm>
              <a:off x="4770087" y="-471716"/>
              <a:ext cx="740699" cy="191096"/>
            </a:xfrm>
            <a:custGeom>
              <a:avLst/>
              <a:gdLst>
                <a:gd name="connsiteX0" fmla="*/ 689325 w 740699"/>
                <a:gd name="connsiteY0" fmla="*/ 7347 h 191096"/>
                <a:gd name="connsiteX1" fmla="*/ 688790 w 740699"/>
                <a:gd name="connsiteY1" fmla="*/ 10847 h 191096"/>
                <a:gd name="connsiteX2" fmla="*/ 686092 w 740699"/>
                <a:gd name="connsiteY2" fmla="*/ 24840 h 191096"/>
                <a:gd name="connsiteX3" fmla="*/ 680980 w 740699"/>
                <a:gd name="connsiteY3" fmla="*/ 29953 h 191096"/>
                <a:gd name="connsiteX4" fmla="*/ 667797 w 740699"/>
                <a:gd name="connsiteY4" fmla="*/ 28608 h 191096"/>
                <a:gd name="connsiteX5" fmla="*/ 646528 w 740699"/>
                <a:gd name="connsiteY5" fmla="*/ 50946 h 191096"/>
                <a:gd name="connsiteX6" fmla="*/ 646528 w 740699"/>
                <a:gd name="connsiteY6" fmla="*/ 53911 h 191096"/>
                <a:gd name="connsiteX7" fmla="*/ 680712 w 740699"/>
                <a:gd name="connsiteY7" fmla="*/ 53911 h 191096"/>
                <a:gd name="connsiteX8" fmla="*/ 686092 w 740699"/>
                <a:gd name="connsiteY8" fmla="*/ 59559 h 191096"/>
                <a:gd name="connsiteX9" fmla="*/ 686092 w 740699"/>
                <a:gd name="connsiteY9" fmla="*/ 78130 h 191096"/>
                <a:gd name="connsiteX10" fmla="*/ 680712 w 740699"/>
                <a:gd name="connsiteY10" fmla="*/ 83518 h 191096"/>
                <a:gd name="connsiteX11" fmla="*/ 646528 w 740699"/>
                <a:gd name="connsiteY11" fmla="*/ 83518 h 191096"/>
                <a:gd name="connsiteX12" fmla="*/ 646528 w 740699"/>
                <a:gd name="connsiteY12" fmla="*/ 183097 h 191096"/>
                <a:gd name="connsiteX13" fmla="*/ 641148 w 740699"/>
                <a:gd name="connsiteY13" fmla="*/ 188485 h 191096"/>
                <a:gd name="connsiteX14" fmla="*/ 617197 w 740699"/>
                <a:gd name="connsiteY14" fmla="*/ 188485 h 191096"/>
                <a:gd name="connsiteX15" fmla="*/ 611809 w 740699"/>
                <a:gd name="connsiteY15" fmla="*/ 183097 h 191096"/>
                <a:gd name="connsiteX16" fmla="*/ 611809 w 740699"/>
                <a:gd name="connsiteY16" fmla="*/ 56602 h 191096"/>
                <a:gd name="connsiteX17" fmla="*/ 666987 w 740699"/>
                <a:gd name="connsiteY17" fmla="*/ 79 h 191096"/>
                <a:gd name="connsiteX18" fmla="*/ 683945 w 740699"/>
                <a:gd name="connsiteY18" fmla="*/ 1966 h 191096"/>
                <a:gd name="connsiteX19" fmla="*/ 689325 w 740699"/>
                <a:gd name="connsiteY19" fmla="*/ 7347 h 191096"/>
                <a:gd name="connsiteX20" fmla="*/ 741003 w 740699"/>
                <a:gd name="connsiteY20" fmla="*/ 59292 h 191096"/>
                <a:gd name="connsiteX21" fmla="*/ 741003 w 740699"/>
                <a:gd name="connsiteY21" fmla="*/ 183097 h 191096"/>
                <a:gd name="connsiteX22" fmla="*/ 735615 w 740699"/>
                <a:gd name="connsiteY22" fmla="*/ 188485 h 191096"/>
                <a:gd name="connsiteX23" fmla="*/ 711396 w 740699"/>
                <a:gd name="connsiteY23" fmla="*/ 188485 h 191096"/>
                <a:gd name="connsiteX24" fmla="*/ 706008 w 740699"/>
                <a:gd name="connsiteY24" fmla="*/ 183097 h 191096"/>
                <a:gd name="connsiteX25" fmla="*/ 706008 w 740699"/>
                <a:gd name="connsiteY25" fmla="*/ 59292 h 191096"/>
                <a:gd name="connsiteX26" fmla="*/ 711396 w 740699"/>
                <a:gd name="connsiteY26" fmla="*/ 53911 h 191096"/>
                <a:gd name="connsiteX27" fmla="*/ 735615 w 740699"/>
                <a:gd name="connsiteY27" fmla="*/ 53911 h 191096"/>
                <a:gd name="connsiteX28" fmla="*/ 741003 w 740699"/>
                <a:gd name="connsiteY28" fmla="*/ 59292 h 191096"/>
                <a:gd name="connsiteX29" fmla="*/ 518954 w 740699"/>
                <a:gd name="connsiteY29" fmla="*/ 158879 h 191096"/>
                <a:gd name="connsiteX30" fmla="*/ 485847 w 740699"/>
                <a:gd name="connsiteY30" fmla="*/ 121195 h 191096"/>
                <a:gd name="connsiteX31" fmla="*/ 517074 w 740699"/>
                <a:gd name="connsiteY31" fmla="*/ 83518 h 191096"/>
                <a:gd name="connsiteX32" fmla="*/ 550173 w 740699"/>
                <a:gd name="connsiteY32" fmla="*/ 121195 h 191096"/>
                <a:gd name="connsiteX33" fmla="*/ 518954 w 740699"/>
                <a:gd name="connsiteY33" fmla="*/ 158879 h 191096"/>
                <a:gd name="connsiteX34" fmla="*/ 517074 w 740699"/>
                <a:gd name="connsiteY34" fmla="*/ 51221 h 191096"/>
                <a:gd name="connsiteX35" fmla="*/ 450317 w 740699"/>
                <a:gd name="connsiteY35" fmla="*/ 121195 h 191096"/>
                <a:gd name="connsiteX36" fmla="*/ 518954 w 740699"/>
                <a:gd name="connsiteY36" fmla="*/ 191176 h 191096"/>
                <a:gd name="connsiteX37" fmla="*/ 585702 w 740699"/>
                <a:gd name="connsiteY37" fmla="*/ 121195 h 191096"/>
                <a:gd name="connsiteX38" fmla="*/ 517074 w 740699"/>
                <a:gd name="connsiteY38" fmla="*/ 51221 h 191096"/>
                <a:gd name="connsiteX39" fmla="*/ 424486 w 740699"/>
                <a:gd name="connsiteY39" fmla="*/ 101813 h 191096"/>
                <a:gd name="connsiteX40" fmla="*/ 424486 w 740699"/>
                <a:gd name="connsiteY40" fmla="*/ 183097 h 191096"/>
                <a:gd name="connsiteX41" fmla="*/ 419098 w 740699"/>
                <a:gd name="connsiteY41" fmla="*/ 188485 h 191096"/>
                <a:gd name="connsiteX42" fmla="*/ 394880 w 740699"/>
                <a:gd name="connsiteY42" fmla="*/ 188485 h 191096"/>
                <a:gd name="connsiteX43" fmla="*/ 389492 w 740699"/>
                <a:gd name="connsiteY43" fmla="*/ 183097 h 191096"/>
                <a:gd name="connsiteX44" fmla="*/ 389492 w 740699"/>
                <a:gd name="connsiteY44" fmla="*/ 106391 h 191096"/>
                <a:gd name="connsiteX45" fmla="*/ 363385 w 740699"/>
                <a:gd name="connsiteY45" fmla="*/ 83518 h 191096"/>
                <a:gd name="connsiteX46" fmla="*/ 343469 w 740699"/>
                <a:gd name="connsiteY46" fmla="*/ 85665 h 191096"/>
                <a:gd name="connsiteX47" fmla="*/ 337012 w 740699"/>
                <a:gd name="connsiteY47" fmla="*/ 92666 h 191096"/>
                <a:gd name="connsiteX48" fmla="*/ 337012 w 740699"/>
                <a:gd name="connsiteY48" fmla="*/ 183097 h 191096"/>
                <a:gd name="connsiteX49" fmla="*/ 331624 w 740699"/>
                <a:gd name="connsiteY49" fmla="*/ 188485 h 191096"/>
                <a:gd name="connsiteX50" fmla="*/ 307405 w 740699"/>
                <a:gd name="connsiteY50" fmla="*/ 188485 h 191096"/>
                <a:gd name="connsiteX51" fmla="*/ 302017 w 740699"/>
                <a:gd name="connsiteY51" fmla="*/ 183097 h 191096"/>
                <a:gd name="connsiteX52" fmla="*/ 302017 w 740699"/>
                <a:gd name="connsiteY52" fmla="*/ 71672 h 191096"/>
                <a:gd name="connsiteX53" fmla="*/ 308750 w 740699"/>
                <a:gd name="connsiteY53" fmla="*/ 60904 h 191096"/>
                <a:gd name="connsiteX54" fmla="*/ 362850 w 740699"/>
                <a:gd name="connsiteY54" fmla="*/ 51221 h 191096"/>
                <a:gd name="connsiteX55" fmla="*/ 424486 w 740699"/>
                <a:gd name="connsiteY55" fmla="*/ 101813 h 191096"/>
                <a:gd name="connsiteX56" fmla="*/ 122497 w 740699"/>
                <a:gd name="connsiteY56" fmla="*/ 167759 h 191096"/>
                <a:gd name="connsiteX57" fmla="*/ 120342 w 740699"/>
                <a:gd name="connsiteY57" fmla="*/ 183097 h 191096"/>
                <a:gd name="connsiteX58" fmla="*/ 113350 w 740699"/>
                <a:gd name="connsiteY58" fmla="*/ 188485 h 191096"/>
                <a:gd name="connsiteX59" fmla="*/ 89123 w 740699"/>
                <a:gd name="connsiteY59" fmla="*/ 188485 h 191096"/>
                <a:gd name="connsiteX60" fmla="*/ 85088 w 740699"/>
                <a:gd name="connsiteY60" fmla="*/ 184718 h 191096"/>
                <a:gd name="connsiteX61" fmla="*/ 85356 w 740699"/>
                <a:gd name="connsiteY61" fmla="*/ 183097 h 191096"/>
                <a:gd name="connsiteX62" fmla="*/ 86968 w 740699"/>
                <a:gd name="connsiteY62" fmla="*/ 173140 h 191096"/>
                <a:gd name="connsiteX63" fmla="*/ 303 w 740699"/>
                <a:gd name="connsiteY63" fmla="*/ 98589 h 191096"/>
                <a:gd name="connsiteX64" fmla="*/ 59517 w 740699"/>
                <a:gd name="connsiteY64" fmla="*/ 50144 h 191096"/>
                <a:gd name="connsiteX65" fmla="*/ 115230 w 740699"/>
                <a:gd name="connsiteY65" fmla="*/ 64404 h 191096"/>
                <a:gd name="connsiteX66" fmla="*/ 118462 w 740699"/>
                <a:gd name="connsiteY66" fmla="*/ 69792 h 191096"/>
                <a:gd name="connsiteX67" fmla="*/ 117385 w 740699"/>
                <a:gd name="connsiteY67" fmla="*/ 74362 h 191096"/>
                <a:gd name="connsiteX68" fmla="*/ 109039 w 740699"/>
                <a:gd name="connsiteY68" fmla="*/ 92131 h 191096"/>
                <a:gd name="connsiteX69" fmla="*/ 103116 w 740699"/>
                <a:gd name="connsiteY69" fmla="*/ 95899 h 191096"/>
                <a:gd name="connsiteX70" fmla="*/ 99081 w 740699"/>
                <a:gd name="connsiteY70" fmla="*/ 94821 h 191096"/>
                <a:gd name="connsiteX71" fmla="*/ 58439 w 740699"/>
                <a:gd name="connsiteY71" fmla="*/ 82708 h 191096"/>
                <a:gd name="connsiteX72" fmla="*/ 35833 w 740699"/>
                <a:gd name="connsiteY72" fmla="*/ 96166 h 191096"/>
                <a:gd name="connsiteX73" fmla="*/ 122497 w 740699"/>
                <a:gd name="connsiteY73" fmla="*/ 167759 h 191096"/>
                <a:gd name="connsiteX74" fmla="*/ 234191 w 740699"/>
                <a:gd name="connsiteY74" fmla="*/ 149189 h 191096"/>
                <a:gd name="connsiteX75" fmla="*/ 227466 w 740699"/>
                <a:gd name="connsiteY75" fmla="*/ 156456 h 191096"/>
                <a:gd name="connsiteX76" fmla="*/ 209162 w 740699"/>
                <a:gd name="connsiteY76" fmla="*/ 158879 h 191096"/>
                <a:gd name="connsiteX77" fmla="*/ 175788 w 740699"/>
                <a:gd name="connsiteY77" fmla="*/ 121195 h 191096"/>
                <a:gd name="connsiteX78" fmla="*/ 209162 w 740699"/>
                <a:gd name="connsiteY78" fmla="*/ 83518 h 191096"/>
                <a:gd name="connsiteX79" fmla="*/ 227466 w 740699"/>
                <a:gd name="connsiteY79" fmla="*/ 85941 h 191096"/>
                <a:gd name="connsiteX80" fmla="*/ 234191 w 740699"/>
                <a:gd name="connsiteY80" fmla="*/ 93201 h 191096"/>
                <a:gd name="connsiteX81" fmla="*/ 234191 w 740699"/>
                <a:gd name="connsiteY81" fmla="*/ 149189 h 191096"/>
                <a:gd name="connsiteX82" fmla="*/ 262452 w 740699"/>
                <a:gd name="connsiteY82" fmla="*/ 61179 h 191096"/>
                <a:gd name="connsiteX83" fmla="*/ 209430 w 740699"/>
                <a:gd name="connsiteY83" fmla="*/ 51221 h 191096"/>
                <a:gd name="connsiteX84" fmla="*/ 140258 w 740699"/>
                <a:gd name="connsiteY84" fmla="*/ 121195 h 191096"/>
                <a:gd name="connsiteX85" fmla="*/ 208895 w 740699"/>
                <a:gd name="connsiteY85" fmla="*/ 191176 h 191096"/>
                <a:gd name="connsiteX86" fmla="*/ 262452 w 740699"/>
                <a:gd name="connsiteY86" fmla="*/ 180407 h 191096"/>
                <a:gd name="connsiteX87" fmla="*/ 269185 w 740699"/>
                <a:gd name="connsiteY87" fmla="*/ 169639 h 191096"/>
                <a:gd name="connsiteX88" fmla="*/ 269185 w 740699"/>
                <a:gd name="connsiteY88" fmla="*/ 71940 h 191096"/>
                <a:gd name="connsiteX89" fmla="*/ 262452 w 740699"/>
                <a:gd name="connsiteY89" fmla="*/ 61179 h 191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740699" h="191096">
                  <a:moveTo>
                    <a:pt x="689325" y="7347"/>
                  </a:moveTo>
                  <a:cubicBezTo>
                    <a:pt x="689325" y="8511"/>
                    <a:pt x="689026" y="9604"/>
                    <a:pt x="688790" y="10847"/>
                  </a:cubicBezTo>
                  <a:lnTo>
                    <a:pt x="686092" y="24840"/>
                  </a:lnTo>
                  <a:cubicBezTo>
                    <a:pt x="685558" y="28073"/>
                    <a:pt x="684213" y="29953"/>
                    <a:pt x="680980" y="29953"/>
                  </a:cubicBezTo>
                  <a:cubicBezTo>
                    <a:pt x="678974" y="29953"/>
                    <a:pt x="673177" y="28608"/>
                    <a:pt x="667797" y="28608"/>
                  </a:cubicBezTo>
                  <a:cubicBezTo>
                    <a:pt x="652993" y="28608"/>
                    <a:pt x="646528" y="36143"/>
                    <a:pt x="646528" y="50946"/>
                  </a:cubicBezTo>
                  <a:lnTo>
                    <a:pt x="646528" y="53911"/>
                  </a:lnTo>
                  <a:lnTo>
                    <a:pt x="680712" y="53911"/>
                  </a:lnTo>
                  <a:cubicBezTo>
                    <a:pt x="684213" y="53911"/>
                    <a:pt x="686092" y="56059"/>
                    <a:pt x="686092" y="59559"/>
                  </a:cubicBezTo>
                  <a:lnTo>
                    <a:pt x="686092" y="78130"/>
                  </a:lnTo>
                  <a:cubicBezTo>
                    <a:pt x="686092" y="81363"/>
                    <a:pt x="684213" y="83518"/>
                    <a:pt x="680712" y="83518"/>
                  </a:cubicBezTo>
                  <a:lnTo>
                    <a:pt x="646528" y="83518"/>
                  </a:lnTo>
                  <a:lnTo>
                    <a:pt x="646528" y="183097"/>
                  </a:lnTo>
                  <a:cubicBezTo>
                    <a:pt x="646528" y="186330"/>
                    <a:pt x="644380" y="188485"/>
                    <a:pt x="641148" y="188485"/>
                  </a:cubicBezTo>
                  <a:lnTo>
                    <a:pt x="617197" y="188485"/>
                  </a:lnTo>
                  <a:cubicBezTo>
                    <a:pt x="613964" y="188485"/>
                    <a:pt x="611809" y="186330"/>
                    <a:pt x="611809" y="183097"/>
                  </a:cubicBezTo>
                  <a:lnTo>
                    <a:pt x="611809" y="56602"/>
                  </a:lnTo>
                  <a:cubicBezTo>
                    <a:pt x="611809" y="17839"/>
                    <a:pt x="633612" y="79"/>
                    <a:pt x="666987" y="79"/>
                  </a:cubicBezTo>
                  <a:cubicBezTo>
                    <a:pt x="672729" y="79"/>
                    <a:pt x="678557" y="621"/>
                    <a:pt x="683945" y="1966"/>
                  </a:cubicBezTo>
                  <a:cubicBezTo>
                    <a:pt x="687713" y="2769"/>
                    <a:pt x="689325" y="4358"/>
                    <a:pt x="689325" y="7347"/>
                  </a:cubicBezTo>
                  <a:moveTo>
                    <a:pt x="741003" y="59292"/>
                  </a:moveTo>
                  <a:lnTo>
                    <a:pt x="741003" y="183097"/>
                  </a:lnTo>
                  <a:cubicBezTo>
                    <a:pt x="741003" y="186330"/>
                    <a:pt x="738848" y="188485"/>
                    <a:pt x="735615" y="188485"/>
                  </a:cubicBezTo>
                  <a:lnTo>
                    <a:pt x="711396" y="188485"/>
                  </a:lnTo>
                  <a:cubicBezTo>
                    <a:pt x="708164" y="188485"/>
                    <a:pt x="706008" y="186330"/>
                    <a:pt x="706008" y="183097"/>
                  </a:cubicBezTo>
                  <a:lnTo>
                    <a:pt x="706008" y="59292"/>
                  </a:lnTo>
                  <a:cubicBezTo>
                    <a:pt x="706008" y="56059"/>
                    <a:pt x="708164" y="53911"/>
                    <a:pt x="711396" y="53911"/>
                  </a:cubicBezTo>
                  <a:lnTo>
                    <a:pt x="735615" y="53911"/>
                  </a:lnTo>
                  <a:cubicBezTo>
                    <a:pt x="738848" y="53911"/>
                    <a:pt x="741003" y="56059"/>
                    <a:pt x="741003" y="59292"/>
                  </a:cubicBezTo>
                  <a:moveTo>
                    <a:pt x="518954" y="158879"/>
                  </a:moveTo>
                  <a:cubicBezTo>
                    <a:pt x="499038" y="158879"/>
                    <a:pt x="485847" y="145956"/>
                    <a:pt x="485847" y="121195"/>
                  </a:cubicBezTo>
                  <a:cubicBezTo>
                    <a:pt x="485847" y="96433"/>
                    <a:pt x="499038" y="83518"/>
                    <a:pt x="517074" y="83518"/>
                  </a:cubicBezTo>
                  <a:cubicBezTo>
                    <a:pt x="536990" y="83518"/>
                    <a:pt x="550173" y="96433"/>
                    <a:pt x="550173" y="121195"/>
                  </a:cubicBezTo>
                  <a:cubicBezTo>
                    <a:pt x="550173" y="145956"/>
                    <a:pt x="536990" y="158879"/>
                    <a:pt x="518954" y="158879"/>
                  </a:cubicBezTo>
                  <a:moveTo>
                    <a:pt x="517074" y="51221"/>
                  </a:moveTo>
                  <a:cubicBezTo>
                    <a:pt x="476699" y="51221"/>
                    <a:pt x="450317" y="80553"/>
                    <a:pt x="450317" y="121195"/>
                  </a:cubicBezTo>
                  <a:cubicBezTo>
                    <a:pt x="450317" y="161837"/>
                    <a:pt x="476699" y="191176"/>
                    <a:pt x="518954" y="191176"/>
                  </a:cubicBezTo>
                  <a:cubicBezTo>
                    <a:pt x="559328" y="191176"/>
                    <a:pt x="585702" y="161837"/>
                    <a:pt x="585702" y="121195"/>
                  </a:cubicBezTo>
                  <a:cubicBezTo>
                    <a:pt x="585702" y="80553"/>
                    <a:pt x="559328" y="51221"/>
                    <a:pt x="517074" y="51221"/>
                  </a:cubicBezTo>
                  <a:moveTo>
                    <a:pt x="424486" y="101813"/>
                  </a:moveTo>
                  <a:lnTo>
                    <a:pt x="424486" y="183097"/>
                  </a:lnTo>
                  <a:cubicBezTo>
                    <a:pt x="424486" y="186330"/>
                    <a:pt x="422331" y="188485"/>
                    <a:pt x="419098" y="188485"/>
                  </a:cubicBezTo>
                  <a:lnTo>
                    <a:pt x="394880" y="188485"/>
                  </a:lnTo>
                  <a:cubicBezTo>
                    <a:pt x="391647" y="188485"/>
                    <a:pt x="389492" y="186330"/>
                    <a:pt x="389492" y="183097"/>
                  </a:cubicBezTo>
                  <a:lnTo>
                    <a:pt x="389492" y="106391"/>
                  </a:lnTo>
                  <a:cubicBezTo>
                    <a:pt x="389492" y="90243"/>
                    <a:pt x="377921" y="83518"/>
                    <a:pt x="363385" y="83518"/>
                  </a:cubicBezTo>
                  <a:cubicBezTo>
                    <a:pt x="355040" y="83518"/>
                    <a:pt x="350470" y="84053"/>
                    <a:pt x="343469" y="85665"/>
                  </a:cubicBezTo>
                  <a:cubicBezTo>
                    <a:pt x="339159" y="86743"/>
                    <a:pt x="337012" y="88631"/>
                    <a:pt x="337012" y="92666"/>
                  </a:cubicBezTo>
                  <a:lnTo>
                    <a:pt x="337012" y="183097"/>
                  </a:lnTo>
                  <a:cubicBezTo>
                    <a:pt x="337012" y="186330"/>
                    <a:pt x="334856" y="188485"/>
                    <a:pt x="331624" y="188485"/>
                  </a:cubicBezTo>
                  <a:lnTo>
                    <a:pt x="307405" y="188485"/>
                  </a:lnTo>
                  <a:cubicBezTo>
                    <a:pt x="304172" y="188485"/>
                    <a:pt x="302017" y="186330"/>
                    <a:pt x="302017" y="183097"/>
                  </a:cubicBezTo>
                  <a:lnTo>
                    <a:pt x="302017" y="71672"/>
                  </a:lnTo>
                  <a:cubicBezTo>
                    <a:pt x="302017" y="65482"/>
                    <a:pt x="304982" y="62249"/>
                    <a:pt x="308750" y="60904"/>
                  </a:cubicBezTo>
                  <a:cubicBezTo>
                    <a:pt x="328399" y="53911"/>
                    <a:pt x="346970" y="51221"/>
                    <a:pt x="362850" y="51221"/>
                  </a:cubicBezTo>
                  <a:cubicBezTo>
                    <a:pt x="404295" y="51221"/>
                    <a:pt x="424486" y="68982"/>
                    <a:pt x="424486" y="101813"/>
                  </a:cubicBezTo>
                  <a:moveTo>
                    <a:pt x="122497" y="167759"/>
                  </a:moveTo>
                  <a:cubicBezTo>
                    <a:pt x="122497" y="172337"/>
                    <a:pt x="121963" y="178528"/>
                    <a:pt x="120342" y="183097"/>
                  </a:cubicBezTo>
                  <a:cubicBezTo>
                    <a:pt x="118997" y="187140"/>
                    <a:pt x="117385" y="188485"/>
                    <a:pt x="113350" y="188485"/>
                  </a:cubicBezTo>
                  <a:lnTo>
                    <a:pt x="89123" y="188485"/>
                  </a:lnTo>
                  <a:cubicBezTo>
                    <a:pt x="86433" y="188485"/>
                    <a:pt x="85088" y="186865"/>
                    <a:pt x="85088" y="184718"/>
                  </a:cubicBezTo>
                  <a:cubicBezTo>
                    <a:pt x="85088" y="184175"/>
                    <a:pt x="85088" y="183640"/>
                    <a:pt x="85356" y="183097"/>
                  </a:cubicBezTo>
                  <a:cubicBezTo>
                    <a:pt x="86433" y="179597"/>
                    <a:pt x="86968" y="177175"/>
                    <a:pt x="86968" y="173140"/>
                  </a:cubicBezTo>
                  <a:cubicBezTo>
                    <a:pt x="86968" y="133559"/>
                    <a:pt x="303" y="155646"/>
                    <a:pt x="303" y="98589"/>
                  </a:cubicBezTo>
                  <a:cubicBezTo>
                    <a:pt x="303" y="69517"/>
                    <a:pt x="23452" y="50144"/>
                    <a:pt x="59517" y="50144"/>
                  </a:cubicBezTo>
                  <a:cubicBezTo>
                    <a:pt x="78623" y="50144"/>
                    <a:pt x="98546" y="54714"/>
                    <a:pt x="115230" y="64404"/>
                  </a:cubicBezTo>
                  <a:cubicBezTo>
                    <a:pt x="117393" y="65490"/>
                    <a:pt x="118462" y="67637"/>
                    <a:pt x="118462" y="69792"/>
                  </a:cubicBezTo>
                  <a:cubicBezTo>
                    <a:pt x="118462" y="71137"/>
                    <a:pt x="118164" y="72710"/>
                    <a:pt x="117385" y="74362"/>
                  </a:cubicBezTo>
                  <a:lnTo>
                    <a:pt x="109039" y="92131"/>
                  </a:lnTo>
                  <a:cubicBezTo>
                    <a:pt x="107962" y="94553"/>
                    <a:pt x="105539" y="95899"/>
                    <a:pt x="103116" y="95899"/>
                  </a:cubicBezTo>
                  <a:cubicBezTo>
                    <a:pt x="101771" y="95899"/>
                    <a:pt x="100426" y="95623"/>
                    <a:pt x="99081" y="94821"/>
                  </a:cubicBezTo>
                  <a:cubicBezTo>
                    <a:pt x="85356" y="87286"/>
                    <a:pt x="72165" y="82708"/>
                    <a:pt x="58439" y="82708"/>
                  </a:cubicBezTo>
                  <a:cubicBezTo>
                    <a:pt x="44179" y="82708"/>
                    <a:pt x="35833" y="87923"/>
                    <a:pt x="35833" y="96166"/>
                  </a:cubicBezTo>
                  <a:cubicBezTo>
                    <a:pt x="35833" y="121368"/>
                    <a:pt x="122497" y="106659"/>
                    <a:pt x="122497" y="167759"/>
                  </a:cubicBezTo>
                  <a:moveTo>
                    <a:pt x="234191" y="149189"/>
                  </a:moveTo>
                  <a:cubicBezTo>
                    <a:pt x="234191" y="153224"/>
                    <a:pt x="232043" y="155111"/>
                    <a:pt x="227466" y="156456"/>
                  </a:cubicBezTo>
                  <a:cubicBezTo>
                    <a:pt x="221543" y="158069"/>
                    <a:pt x="216430" y="158879"/>
                    <a:pt x="209162" y="158879"/>
                  </a:cubicBezTo>
                  <a:cubicBezTo>
                    <a:pt x="191936" y="158879"/>
                    <a:pt x="175788" y="148646"/>
                    <a:pt x="175788" y="121195"/>
                  </a:cubicBezTo>
                  <a:cubicBezTo>
                    <a:pt x="175788" y="93743"/>
                    <a:pt x="191936" y="83518"/>
                    <a:pt x="209162" y="83518"/>
                  </a:cubicBezTo>
                  <a:cubicBezTo>
                    <a:pt x="216430" y="83518"/>
                    <a:pt x="221543" y="84320"/>
                    <a:pt x="227466" y="85941"/>
                  </a:cubicBezTo>
                  <a:cubicBezTo>
                    <a:pt x="232043" y="87286"/>
                    <a:pt x="234191" y="89165"/>
                    <a:pt x="234191" y="93201"/>
                  </a:cubicBezTo>
                  <a:lnTo>
                    <a:pt x="234191" y="149189"/>
                  </a:lnTo>
                  <a:close/>
                  <a:moveTo>
                    <a:pt x="262452" y="61179"/>
                  </a:moveTo>
                  <a:cubicBezTo>
                    <a:pt x="244692" y="54446"/>
                    <a:pt x="228000" y="51221"/>
                    <a:pt x="209430" y="51221"/>
                  </a:cubicBezTo>
                  <a:cubicBezTo>
                    <a:pt x="168795" y="51221"/>
                    <a:pt x="140258" y="78405"/>
                    <a:pt x="140258" y="121195"/>
                  </a:cubicBezTo>
                  <a:cubicBezTo>
                    <a:pt x="140258" y="164527"/>
                    <a:pt x="165020" y="191176"/>
                    <a:pt x="208895" y="191176"/>
                  </a:cubicBezTo>
                  <a:cubicBezTo>
                    <a:pt x="226655" y="191176"/>
                    <a:pt x="243881" y="188210"/>
                    <a:pt x="262452" y="180407"/>
                  </a:cubicBezTo>
                  <a:cubicBezTo>
                    <a:pt x="266763" y="178528"/>
                    <a:pt x="269185" y="175562"/>
                    <a:pt x="269185" y="169639"/>
                  </a:cubicBezTo>
                  <a:lnTo>
                    <a:pt x="269185" y="71940"/>
                  </a:lnTo>
                  <a:cubicBezTo>
                    <a:pt x="269185" y="65749"/>
                    <a:pt x="266763" y="62792"/>
                    <a:pt x="262452" y="61179"/>
                  </a:cubicBezTo>
                </a:path>
              </a:pathLst>
            </a:custGeom>
            <a:solidFill>
              <a:schemeClr val="tx1"/>
            </a:solidFill>
            <a:ln w="78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14" name="Forme libre : forme 10">
              <a:extLst>
                <a:ext uri="{FF2B5EF4-FFF2-40B4-BE49-F238E27FC236}">
                  <a16:creationId xmlns:a16="http://schemas.microsoft.com/office/drawing/2014/main" id="{A40BE689-3FD6-4CA1-BF9A-644A538FE9FF}"/>
                </a:ext>
              </a:extLst>
            </p:cNvPr>
            <p:cNvSpPr/>
            <p:nvPr/>
          </p:nvSpPr>
          <p:spPr>
            <a:xfrm rot="-73896" flipV="1">
              <a:off x="5474877" y="-471733"/>
              <a:ext cx="37949" cy="37711"/>
            </a:xfrm>
            <a:custGeom>
              <a:avLst/>
              <a:gdLst>
                <a:gd name="connsiteX0" fmla="*/ 19483 w 37949"/>
                <a:gd name="connsiteY0" fmla="*/ 17 h 37711"/>
                <a:gd name="connsiteX1" fmla="*/ 38456 w 37949"/>
                <a:gd name="connsiteY1" fmla="*/ 18454 h 37711"/>
                <a:gd name="connsiteX2" fmla="*/ 19491 w 37949"/>
                <a:gd name="connsiteY2" fmla="*/ 37717 h 37711"/>
                <a:gd name="connsiteX3" fmla="*/ 519 w 37949"/>
                <a:gd name="connsiteY3" fmla="*/ 19272 h 37711"/>
                <a:gd name="connsiteX4" fmla="*/ 19483 w 37949"/>
                <a:gd name="connsiteY4" fmla="*/ 17 h 37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49" h="37711">
                  <a:moveTo>
                    <a:pt x="19483" y="17"/>
                  </a:moveTo>
                  <a:cubicBezTo>
                    <a:pt x="30519" y="-219"/>
                    <a:pt x="38212" y="6883"/>
                    <a:pt x="38456" y="18454"/>
                  </a:cubicBezTo>
                  <a:cubicBezTo>
                    <a:pt x="38715" y="30300"/>
                    <a:pt x="31329" y="37457"/>
                    <a:pt x="19491" y="37717"/>
                  </a:cubicBezTo>
                  <a:cubicBezTo>
                    <a:pt x="8188" y="37953"/>
                    <a:pt x="771" y="31118"/>
                    <a:pt x="519" y="19272"/>
                  </a:cubicBezTo>
                  <a:cubicBezTo>
                    <a:pt x="267" y="7701"/>
                    <a:pt x="7378" y="284"/>
                    <a:pt x="19483" y="17"/>
                  </a:cubicBezTo>
                </a:path>
              </a:pathLst>
            </a:custGeom>
            <a:solidFill>
              <a:schemeClr val="accent2"/>
            </a:solidFill>
            <a:ln w="78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fr-FR" sz="2400">
                <a:solidFill>
                  <a:schemeClr val="accent2"/>
                </a:solidFill>
              </a:endParaRPr>
            </a:p>
          </p:txBody>
        </p:sp>
        <p:sp>
          <p:nvSpPr>
            <p:cNvPr id="15" name="Forme libre : forme 11">
              <a:extLst>
                <a:ext uri="{FF2B5EF4-FFF2-40B4-BE49-F238E27FC236}">
                  <a16:creationId xmlns:a16="http://schemas.microsoft.com/office/drawing/2014/main" id="{A9D1E70E-B241-44DA-B07E-44985CED13F1}"/>
                </a:ext>
              </a:extLst>
            </p:cNvPr>
            <p:cNvSpPr/>
            <p:nvPr userDrawn="1"/>
          </p:nvSpPr>
          <p:spPr>
            <a:xfrm rot="10725025" flipV="1">
              <a:off x="4768103" y="-317778"/>
              <a:ext cx="37406" cy="37169"/>
            </a:xfrm>
            <a:custGeom>
              <a:avLst/>
              <a:gdLst>
                <a:gd name="connsiteX0" fmla="*/ 18717 w 37406"/>
                <a:gd name="connsiteY0" fmla="*/ 130 h 37169"/>
                <a:gd name="connsiteX1" fmla="*/ 37414 w 37406"/>
                <a:gd name="connsiteY1" fmla="*/ 18300 h 37169"/>
                <a:gd name="connsiteX2" fmla="*/ 18717 w 37406"/>
                <a:gd name="connsiteY2" fmla="*/ 37288 h 37169"/>
                <a:gd name="connsiteX3" fmla="*/ 20 w 37406"/>
                <a:gd name="connsiteY3" fmla="*/ 19118 h 37169"/>
                <a:gd name="connsiteX4" fmla="*/ 18717 w 37406"/>
                <a:gd name="connsiteY4" fmla="*/ 130 h 37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406" h="37169">
                  <a:moveTo>
                    <a:pt x="18717" y="130"/>
                  </a:moveTo>
                  <a:cubicBezTo>
                    <a:pt x="29745" y="-106"/>
                    <a:pt x="37162" y="6729"/>
                    <a:pt x="37414" y="18300"/>
                  </a:cubicBezTo>
                  <a:cubicBezTo>
                    <a:pt x="37665" y="29603"/>
                    <a:pt x="30555" y="37028"/>
                    <a:pt x="18717" y="37288"/>
                  </a:cubicBezTo>
                  <a:cubicBezTo>
                    <a:pt x="7681" y="37524"/>
                    <a:pt x="264" y="30421"/>
                    <a:pt x="20" y="19118"/>
                  </a:cubicBezTo>
                  <a:cubicBezTo>
                    <a:pt x="-240" y="7547"/>
                    <a:pt x="6871" y="390"/>
                    <a:pt x="18717" y="130"/>
                  </a:cubicBezTo>
                </a:path>
              </a:pathLst>
            </a:custGeom>
            <a:solidFill>
              <a:schemeClr val="accent2"/>
            </a:solidFill>
            <a:ln w="78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fr-FR" sz="2400"/>
            </a:p>
          </p:txBody>
        </p:sp>
      </p:grpSp>
    </p:spTree>
    <p:extLst>
      <p:ext uri="{BB962C8B-B14F-4D97-AF65-F5344CB8AC3E}">
        <p14:creationId xmlns:p14="http://schemas.microsoft.com/office/powerpoint/2010/main" val="9096122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5" r:id="rId34"/>
    <p:sldLayoutId id="2147483696" r:id="rId35"/>
    <p:sldLayoutId id="2147483697" r:id="rId36"/>
    <p:sldLayoutId id="2147483698" r:id="rId37"/>
    <p:sldLayoutId id="2147483699" r:id="rId38"/>
    <p:sldLayoutId id="2147483700" r:id="rId39"/>
    <p:sldLayoutId id="2147483701" r:id="rId40"/>
    <p:sldLayoutId id="2147483702" r:id="rId41"/>
    <p:sldLayoutId id="2147483703" r:id="rId42"/>
    <p:sldLayoutId id="2147483704" r:id="rId43"/>
    <p:sldLayoutId id="2147483705" r:id="rId44"/>
    <p:sldLayoutId id="2147483706" r:id="rId45"/>
    <p:sldLayoutId id="2147483707" r:id="rId46"/>
    <p:sldLayoutId id="2147483708" r:id="rId47"/>
    <p:sldLayoutId id="2147483709" r:id="rId48"/>
    <p:sldLayoutId id="2147483710" r:id="rId49"/>
    <p:sldLayoutId id="2147483711" r:id="rId50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lang="fr-FR" sz="2933" b="0" i="0" kern="1200" dirty="0">
          <a:solidFill>
            <a:schemeClr val="accent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</p:titleStyle>
    <p:bodyStyle>
      <a:lvl1pPr marL="0" indent="0" algn="l" defTabSz="914377" rtl="0" eaLnBrk="1" latinLnBrk="0" hangingPunct="1">
        <a:lnSpc>
          <a:spcPct val="125000"/>
        </a:lnSpc>
        <a:spcBef>
          <a:spcPts val="0"/>
        </a:spcBef>
        <a:buFont typeface="Arial" panose="020B0604020202020204" pitchFamily="34" charset="0"/>
        <a:buNone/>
        <a:defRPr sz="1600" b="0" i="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  <a:lvl2pPr marL="302392" indent="-302392" algn="l" defTabSz="914377" rtl="0" eaLnBrk="1" latinLnBrk="0" hangingPunct="1">
        <a:lnSpc>
          <a:spcPct val="125000"/>
        </a:lnSpc>
        <a:spcBef>
          <a:spcPts val="0"/>
        </a:spcBef>
        <a:buClr>
          <a:schemeClr val="accent2"/>
        </a:buClr>
        <a:buFontTx/>
        <a:buBlip>
          <a:blip r:embed="rId52"/>
        </a:buBlip>
        <a:defRPr sz="1600" b="0" i="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2pPr>
      <a:lvl3pPr marL="609585" indent="-302392" algn="l" defTabSz="914377" rtl="0" eaLnBrk="1" latinLnBrk="0" hangingPunct="1">
        <a:lnSpc>
          <a:spcPct val="125000"/>
        </a:lnSpc>
        <a:spcBef>
          <a:spcPts val="0"/>
        </a:spcBef>
        <a:buFontTx/>
        <a:buBlip>
          <a:blip r:embed="rId52"/>
        </a:buBlip>
        <a:defRPr sz="1600" b="0" i="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3pPr>
      <a:lvl4pPr marL="911977" indent="-302392" algn="l" defTabSz="914377" rtl="0" eaLnBrk="1" latinLnBrk="0" hangingPunct="1">
        <a:lnSpc>
          <a:spcPct val="125000"/>
        </a:lnSpc>
        <a:spcBef>
          <a:spcPts val="0"/>
        </a:spcBef>
        <a:buFontTx/>
        <a:buBlip>
          <a:blip r:embed="rId52"/>
        </a:buBlip>
        <a:defRPr sz="1600" b="0" i="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4pPr>
      <a:lvl5pPr marL="0" indent="0" algn="l" defTabSz="914377" rtl="0" eaLnBrk="1" latinLnBrk="0" hangingPunct="1">
        <a:lnSpc>
          <a:spcPct val="125000"/>
        </a:lnSpc>
        <a:spcBef>
          <a:spcPts val="0"/>
        </a:spcBef>
        <a:buFont typeface="Arial" panose="020B0604020202020204" pitchFamily="34" charset="0"/>
        <a:buNone/>
        <a:defRPr sz="1600" b="1" i="0" kern="1200">
          <a:solidFill>
            <a:schemeClr val="accent1"/>
          </a:solidFill>
          <a:latin typeface="+mj-lt"/>
          <a:ea typeface="Verdana" panose="020B0604030504040204" pitchFamily="34" charset="0"/>
          <a:cs typeface="Georgia" panose="02040502050405020303" pitchFamily="18" charset="0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914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900">
                <a:solidFill>
                  <a:schemeClr val="tx1"/>
                </a:solidFill>
                <a:latin typeface="+mn-lt"/>
              </a:defRPr>
            </a:lvl1pPr>
          </a:lstStyle>
          <a:p>
            <a:fld id="{D291CE83-67BA-4B15-B48A-7DC5C0636664}" type="datetime1">
              <a:rPr lang="en-US" smtClean="0"/>
              <a:pPr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47493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9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81926" y="6453002"/>
            <a:ext cx="3794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900">
                <a:solidFill>
                  <a:schemeClr val="tx1"/>
                </a:solidFill>
                <a:latin typeface="+mn-lt"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0681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  <p:sldLayoutId id="2147483724" r:id="rId12"/>
    <p:sldLayoutId id="2147483725" r:id="rId13"/>
    <p:sldLayoutId id="2147483726" r:id="rId14"/>
    <p:sldLayoutId id="2147483727" r:id="rId15"/>
    <p:sldLayoutId id="2147483728" r:id="rId16"/>
    <p:sldLayoutId id="2147483729" r:id="rId17"/>
    <p:sldLayoutId id="2147483730" r:id="rId18"/>
    <p:sldLayoutId id="2147483731" r:id="rId19"/>
    <p:sldLayoutId id="2147483732" r:id="rId20"/>
    <p:sldLayoutId id="2147483733" r:id="rId21"/>
    <p:sldLayoutId id="2147483734" r:id="rId22"/>
    <p:sldLayoutId id="2147483735" r:id="rId23"/>
    <p:sldLayoutId id="2147483736" r:id="rId24"/>
    <p:sldLayoutId id="2147483737" r:id="rId25"/>
    <p:sldLayoutId id="2147483738" r:id="rId26"/>
    <p:sldLayoutId id="2147483739" r:id="rId27"/>
    <p:sldLayoutId id="2147483740" r:id="rId28"/>
    <p:sldLayoutId id="2147483741" r:id="rId29"/>
    <p:sldLayoutId id="2147483742" r:id="rId30"/>
    <p:sldLayoutId id="2147483743" r:id="rId31"/>
    <p:sldLayoutId id="2147483744" r:id="rId32"/>
    <p:sldLayoutId id="2147483745" r:id="rId33"/>
    <p:sldLayoutId id="2147483746" r:id="rId34"/>
    <p:sldLayoutId id="2147483747" r:id="rId35"/>
    <p:sldLayoutId id="2147483748" r:id="rId36"/>
    <p:sldLayoutId id="2147483749" r:id="rId37"/>
    <p:sldLayoutId id="2147483750" r:id="rId38"/>
    <p:sldLayoutId id="2147483751" r:id="rId39"/>
    <p:sldLayoutId id="2147483752" r:id="rId40"/>
    <p:sldLayoutId id="2147483753" r:id="rId41"/>
    <p:sldLayoutId id="2147483754" r:id="rId42"/>
    <p:sldLayoutId id="2147483755" r:id="rId43"/>
    <p:sldLayoutId id="2147483756" r:id="rId44"/>
    <p:sldLayoutId id="2147483757" r:id="rId45"/>
    <p:sldLayoutId id="2147483758" r:id="rId46"/>
    <p:sldLayoutId id="2147483759" r:id="rId47"/>
    <p:sldLayoutId id="2147483760" r:id="rId48"/>
    <p:sldLayoutId id="2147483761" r:id="rId49"/>
    <p:sldLayoutId id="2147483762" r:id="rId50"/>
    <p:sldLayoutId id="2147483763" r:id="rId51"/>
    <p:sldLayoutId id="2147483764" r:id="rId52"/>
    <p:sldLayoutId id="2147483765" r:id="rId53"/>
    <p:sldLayoutId id="2147483766" r:id="rId54"/>
    <p:sldLayoutId id="2147483767" r:id="rId55"/>
    <p:sldLayoutId id="2147483768" r:id="rId56"/>
    <p:sldLayoutId id="2147483785" r:id="rId57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i="0" kern="1200" cap="all" spc="6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1148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2" r:id="rId1"/>
  </p:sldLayoutIdLst>
  <p:txStyles>
    <p:titleStyle>
      <a:lvl1pPr algn="l" defTabSz="688194" rtl="0" eaLnBrk="1" latinLnBrk="0" hangingPunct="1">
        <a:lnSpc>
          <a:spcPct val="90000"/>
        </a:lnSpc>
        <a:spcBef>
          <a:spcPct val="0"/>
        </a:spcBef>
        <a:buNone/>
        <a:defRPr lang="fr-FR" sz="2408" b="0" i="0" kern="1200" dirty="0">
          <a:solidFill>
            <a:schemeClr val="accent1"/>
          </a:solidFill>
          <a:latin typeface="Sanofi Sans" panose="02010503030201020103" pitchFamily="2" charset="77"/>
          <a:ea typeface="Verdana" panose="020B0604030504040204" pitchFamily="34" charset="0"/>
          <a:cs typeface="Verdana" panose="020B0604030504040204" pitchFamily="34" charset="0"/>
        </a:defRPr>
      </a:lvl1pPr>
    </p:titleStyle>
    <p:bodyStyle>
      <a:lvl1pPr marL="0" indent="0" algn="l" defTabSz="688194" rtl="0" eaLnBrk="1" latinLnBrk="0" hangingPunct="1">
        <a:lnSpc>
          <a:spcPct val="125000"/>
        </a:lnSpc>
        <a:spcBef>
          <a:spcPts val="0"/>
        </a:spcBef>
        <a:buFont typeface="Arial" panose="020B0604020202020204" pitchFamily="34" charset="0"/>
        <a:buNone/>
        <a:defRPr sz="1405" b="0" i="0" kern="1200">
          <a:solidFill>
            <a:schemeClr val="tx1"/>
          </a:solidFill>
          <a:latin typeface="Sanofi Sans" panose="02010503030201020103" pitchFamily="2" charset="77"/>
          <a:ea typeface="Verdana" panose="020B0604030504040204" pitchFamily="34" charset="0"/>
          <a:cs typeface="Verdana" panose="020B0604030504040204" pitchFamily="34" charset="0"/>
        </a:defRPr>
      </a:lvl1pPr>
      <a:lvl2pPr marL="227591" indent="-227591" algn="l" defTabSz="688194" rtl="0" eaLnBrk="1" latinLnBrk="0" hangingPunct="1">
        <a:lnSpc>
          <a:spcPct val="125000"/>
        </a:lnSpc>
        <a:spcBef>
          <a:spcPts val="0"/>
        </a:spcBef>
        <a:buClr>
          <a:schemeClr val="accent2"/>
        </a:buClr>
        <a:buFont typeface="Arial" panose="020B0604020202020204" pitchFamily="34" charset="0"/>
        <a:buChar char="•"/>
        <a:defRPr sz="1405" b="0" i="0" kern="1200">
          <a:solidFill>
            <a:schemeClr val="tx1"/>
          </a:solidFill>
          <a:latin typeface="Sanofi Sans" panose="02010503030201020103" pitchFamily="2" charset="77"/>
          <a:ea typeface="Verdana" panose="020B0604030504040204" pitchFamily="34" charset="0"/>
          <a:cs typeface="Verdana" panose="020B0604030504040204" pitchFamily="34" charset="0"/>
        </a:defRPr>
      </a:lvl2pPr>
      <a:lvl3pPr marL="458797" indent="-227591" algn="l" defTabSz="688194" rtl="0" eaLnBrk="1" latinLnBrk="0" hangingPunct="1">
        <a:lnSpc>
          <a:spcPct val="125000"/>
        </a:lnSpc>
        <a:spcBef>
          <a:spcPts val="0"/>
        </a:spcBef>
        <a:buClr>
          <a:schemeClr val="accent2"/>
        </a:buClr>
        <a:buFont typeface="Arial" panose="020B0604020202020204" pitchFamily="34" charset="0"/>
        <a:buChar char="•"/>
        <a:defRPr sz="1405" b="0" i="0" kern="1200">
          <a:solidFill>
            <a:schemeClr val="tx1"/>
          </a:solidFill>
          <a:latin typeface="Sanofi Sans" panose="02010503030201020103" pitchFamily="2" charset="77"/>
          <a:ea typeface="Verdana" panose="020B0604030504040204" pitchFamily="34" charset="0"/>
          <a:cs typeface="Verdana" panose="020B0604030504040204" pitchFamily="34" charset="0"/>
        </a:defRPr>
      </a:lvl3pPr>
      <a:lvl4pPr marL="686388" indent="-227591" algn="l" defTabSz="688194" rtl="0" eaLnBrk="1" latinLnBrk="0" hangingPunct="1">
        <a:lnSpc>
          <a:spcPct val="125000"/>
        </a:lnSpc>
        <a:spcBef>
          <a:spcPts val="0"/>
        </a:spcBef>
        <a:buClr>
          <a:schemeClr val="accent2"/>
        </a:buClr>
        <a:buFont typeface="Arial" panose="020B0604020202020204" pitchFamily="34" charset="0"/>
        <a:buChar char="•"/>
        <a:defRPr sz="1405" b="0" i="0" kern="1200">
          <a:solidFill>
            <a:schemeClr val="tx1"/>
          </a:solidFill>
          <a:latin typeface="Sanofi Sans" panose="02010503030201020103" pitchFamily="2" charset="77"/>
          <a:ea typeface="Verdana" panose="020B0604030504040204" pitchFamily="34" charset="0"/>
          <a:cs typeface="Verdana" panose="020B0604030504040204" pitchFamily="34" charset="0"/>
        </a:defRPr>
      </a:lvl4pPr>
      <a:lvl5pPr marL="1009352" indent="-286748" algn="l" defTabSz="688194" rtl="0" eaLnBrk="1" latinLnBrk="0" hangingPunct="1">
        <a:lnSpc>
          <a:spcPct val="125000"/>
        </a:lnSpc>
        <a:spcBef>
          <a:spcPts val="0"/>
        </a:spcBef>
        <a:buClr>
          <a:schemeClr val="accent2"/>
        </a:buClr>
        <a:buFont typeface="Arial" panose="020B0604020202020204" pitchFamily="34" charset="0"/>
        <a:buChar char="•"/>
        <a:defRPr sz="1405" b="0" i="0" kern="1200">
          <a:solidFill>
            <a:schemeClr val="tx1"/>
          </a:solidFill>
          <a:latin typeface="Sanofi Sans" panose="02010503030201020103" pitchFamily="2" charset="77"/>
          <a:ea typeface="Verdana" panose="020B0604030504040204" pitchFamily="34" charset="0"/>
          <a:cs typeface="Georgia" panose="02040502050405020303" pitchFamily="18" charset="0"/>
        </a:defRPr>
      </a:lvl5pPr>
      <a:lvl6pPr marL="1720487" indent="0" algn="l" defTabSz="688194" rtl="0" eaLnBrk="1" latinLnBrk="0" hangingPunct="1">
        <a:lnSpc>
          <a:spcPct val="90000"/>
        </a:lnSpc>
        <a:spcBef>
          <a:spcPts val="376"/>
        </a:spcBef>
        <a:buFont typeface="Arial" panose="020B0604020202020204" pitchFamily="34" charset="0"/>
        <a:buNone/>
        <a:defRPr sz="1355" kern="1200">
          <a:solidFill>
            <a:schemeClr val="tx1"/>
          </a:solidFill>
          <a:latin typeface="+mn-lt"/>
          <a:ea typeface="+mn-ea"/>
          <a:cs typeface="+mn-cs"/>
        </a:defRPr>
      </a:lvl6pPr>
      <a:lvl7pPr marL="2236632" indent="-172049" algn="l" defTabSz="688194" rtl="0" eaLnBrk="1" latinLnBrk="0" hangingPunct="1">
        <a:lnSpc>
          <a:spcPct val="90000"/>
        </a:lnSpc>
        <a:spcBef>
          <a:spcPts val="376"/>
        </a:spcBef>
        <a:buFont typeface="Arial" panose="020B0604020202020204" pitchFamily="34" charset="0"/>
        <a:buChar char="•"/>
        <a:defRPr sz="1355" kern="1200">
          <a:solidFill>
            <a:schemeClr val="tx1"/>
          </a:solidFill>
          <a:latin typeface="+mn-lt"/>
          <a:ea typeface="+mn-ea"/>
          <a:cs typeface="+mn-cs"/>
        </a:defRPr>
      </a:lvl7pPr>
      <a:lvl8pPr marL="2580730" indent="-172049" algn="l" defTabSz="688194" rtl="0" eaLnBrk="1" latinLnBrk="0" hangingPunct="1">
        <a:lnSpc>
          <a:spcPct val="90000"/>
        </a:lnSpc>
        <a:spcBef>
          <a:spcPts val="376"/>
        </a:spcBef>
        <a:buFont typeface="Arial" panose="020B0604020202020204" pitchFamily="34" charset="0"/>
        <a:buChar char="•"/>
        <a:defRPr sz="1355" kern="1200">
          <a:solidFill>
            <a:schemeClr val="tx1"/>
          </a:solidFill>
          <a:latin typeface="+mn-lt"/>
          <a:ea typeface="+mn-ea"/>
          <a:cs typeface="+mn-cs"/>
        </a:defRPr>
      </a:lvl8pPr>
      <a:lvl9pPr marL="2924828" indent="-172049" algn="l" defTabSz="688194" rtl="0" eaLnBrk="1" latinLnBrk="0" hangingPunct="1">
        <a:lnSpc>
          <a:spcPct val="90000"/>
        </a:lnSpc>
        <a:spcBef>
          <a:spcPts val="376"/>
        </a:spcBef>
        <a:buFont typeface="Arial" panose="020B0604020202020204" pitchFamily="34" charset="0"/>
        <a:buChar char="•"/>
        <a:defRPr sz="135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8194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1pPr>
      <a:lvl2pPr marL="344098" algn="l" defTabSz="688194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2pPr>
      <a:lvl3pPr marL="688194" algn="l" defTabSz="688194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3pPr>
      <a:lvl4pPr marL="1032292" algn="l" defTabSz="688194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4pPr>
      <a:lvl5pPr marL="1376389" algn="l" defTabSz="688194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5pPr>
      <a:lvl6pPr marL="1720487" algn="l" defTabSz="688194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6pPr>
      <a:lvl7pPr marL="2064584" algn="l" defTabSz="688194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7pPr>
      <a:lvl8pPr marL="2408681" algn="l" defTabSz="688194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8pPr>
      <a:lvl9pPr marL="2752779" algn="l" defTabSz="688194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096">
          <p15:clr>
            <a:srgbClr val="F26B43"/>
          </p15:clr>
        </p15:guide>
        <p15:guide id="2" pos="24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9.xml"/><Relationship Id="rId4" Type="http://schemas.openxmlformats.org/officeDocument/2006/relationships/hyperlink" Target="https://sci-try.github.io/T2DM-DSS/index.html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9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9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9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hyperlink" Target="https://sci-try.github.io/T2DM-DSS/index.html" TargetMode="External"/><Relationship Id="rId1" Type="http://schemas.openxmlformats.org/officeDocument/2006/relationships/slideLayout" Target="../slideLayouts/slideLayout29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9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9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9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9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9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9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9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9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9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9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9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9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sci-try.github.io/T2DM-DSS/index.html" TargetMode="Externa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18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9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9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9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9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9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9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9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9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9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9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9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9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9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9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9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9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9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9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9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9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9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9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9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9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9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8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object 91"/>
          <p:cNvSpPr/>
          <p:nvPr/>
        </p:nvSpPr>
        <p:spPr>
          <a:xfrm>
            <a:off x="5423673" y="1259847"/>
            <a:ext cx="5861118" cy="510621"/>
          </a:xfrm>
          <a:custGeom>
            <a:avLst/>
            <a:gdLst/>
            <a:ahLst/>
            <a:cxnLst/>
            <a:rect l="l" t="t" r="r" b="b"/>
            <a:pathLst>
              <a:path w="4838784" h="370627">
                <a:moveTo>
                  <a:pt x="0" y="0"/>
                </a:moveTo>
                <a:lnTo>
                  <a:pt x="4838784" y="0"/>
                </a:lnTo>
                <a:lnTo>
                  <a:pt x="4838784" y="370627"/>
                </a:lnTo>
                <a:lnTo>
                  <a:pt x="0" y="37062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 w="14638">
            <a:solidFill>
              <a:srgbClr val="002060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HbA1c ≥ 2% from target</a:t>
            </a:r>
            <a:endParaRPr kumimoji="0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04" name="object 104"/>
          <p:cNvSpPr/>
          <p:nvPr/>
        </p:nvSpPr>
        <p:spPr>
          <a:xfrm>
            <a:off x="2293190" y="1054164"/>
            <a:ext cx="301517" cy="226425"/>
          </a:xfrm>
          <a:custGeom>
            <a:avLst/>
            <a:gdLst/>
            <a:ahLst/>
            <a:cxnLst/>
            <a:rect l="l" t="t" r="r" b="b"/>
            <a:pathLst>
              <a:path w="497503" h="373601">
                <a:moveTo>
                  <a:pt x="0" y="127880"/>
                </a:moveTo>
                <a:lnTo>
                  <a:pt x="122865" y="127880"/>
                </a:lnTo>
                <a:lnTo>
                  <a:pt x="122865" y="0"/>
                </a:lnTo>
                <a:lnTo>
                  <a:pt x="374690" y="0"/>
                </a:lnTo>
                <a:lnTo>
                  <a:pt x="374690" y="121734"/>
                </a:lnTo>
                <a:lnTo>
                  <a:pt x="497503" y="121734"/>
                </a:lnTo>
                <a:lnTo>
                  <a:pt x="251824" y="373601"/>
                </a:lnTo>
                <a:lnTo>
                  <a:pt x="0" y="127880"/>
                </a:lnTo>
                <a:close/>
              </a:path>
            </a:pathLst>
          </a:custGeom>
          <a:solidFill>
            <a:schemeClr val="tx2">
              <a:lumMod val="25000"/>
            </a:schemeClr>
          </a:solidFill>
          <a:ln w="14638">
            <a:solidFill>
              <a:srgbClr val="5372AB"/>
            </a:solidFill>
          </a:ln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05" name="object 105"/>
          <p:cNvSpPr/>
          <p:nvPr/>
        </p:nvSpPr>
        <p:spPr>
          <a:xfrm>
            <a:off x="7685488" y="1039375"/>
            <a:ext cx="301517" cy="226425"/>
          </a:xfrm>
          <a:custGeom>
            <a:avLst/>
            <a:gdLst/>
            <a:ahLst/>
            <a:cxnLst/>
            <a:rect l="l" t="t" r="r" b="b"/>
            <a:pathLst>
              <a:path w="497503" h="373601">
                <a:moveTo>
                  <a:pt x="0" y="127880"/>
                </a:moveTo>
                <a:lnTo>
                  <a:pt x="122865" y="127880"/>
                </a:lnTo>
                <a:lnTo>
                  <a:pt x="122865" y="0"/>
                </a:lnTo>
                <a:lnTo>
                  <a:pt x="374690" y="0"/>
                </a:lnTo>
                <a:lnTo>
                  <a:pt x="374690" y="121734"/>
                </a:lnTo>
                <a:lnTo>
                  <a:pt x="497503" y="121734"/>
                </a:lnTo>
                <a:lnTo>
                  <a:pt x="251824" y="373601"/>
                </a:lnTo>
                <a:lnTo>
                  <a:pt x="0" y="127880"/>
                </a:lnTo>
                <a:close/>
              </a:path>
            </a:pathLst>
          </a:custGeom>
          <a:solidFill>
            <a:schemeClr val="tx2">
              <a:lumMod val="25000"/>
            </a:schemeClr>
          </a:solidFill>
          <a:ln w="14638">
            <a:solidFill>
              <a:srgbClr val="5372AB"/>
            </a:solidFill>
          </a:ln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167407" y="-23891"/>
            <a:ext cx="11522934" cy="340875"/>
          </a:xfrm>
          <a:prstGeom prst="rect">
            <a:avLst/>
          </a:prstGeom>
        </p:spPr>
        <p:txBody>
          <a:bodyPr wrap="square" lIns="0" tIns="12584" rIns="0" bIns="0" rtlCol="0">
            <a:noAutofit/>
          </a:bodyPr>
          <a:lstStyle/>
          <a:p>
            <a:pPr marL="7697" lvl="0" algn="ctr">
              <a:defRPr/>
            </a:pP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23004C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Algorithm </a:t>
            </a:r>
            <a:r>
              <a:rPr lang="en-US" sz="2400" b="1">
                <a:solidFill>
                  <a:srgbClr val="23004C"/>
                </a:solidFill>
              </a:rPr>
              <a:t>for Treatment </a:t>
            </a:r>
            <a:r>
              <a:rPr lang="en-US" sz="2400" b="1" dirty="0">
                <a:solidFill>
                  <a:srgbClr val="23004C"/>
                </a:solidFill>
              </a:rPr>
              <a:t>of T2DM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3004C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to </a:t>
            </a:r>
            <a:r>
              <a:rPr lang="en-US" sz="2400" b="1" dirty="0">
                <a:solidFill>
                  <a:srgbClr val="23004C"/>
                </a:solidFill>
                <a:latin typeface="Verdana"/>
              </a:rPr>
              <a:t>I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23004C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nitiate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3004C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 or Intensify</a:t>
            </a: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23004C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 </a:t>
            </a:r>
            <a:r>
              <a:rPr lang="en-US" sz="2400" b="1" dirty="0">
                <a:solidFill>
                  <a:srgbClr val="23004C"/>
                </a:solidFill>
                <a:latin typeface="Verdana"/>
              </a:rPr>
              <a:t>Injectable Therapy in Iraq</a:t>
            </a:r>
            <a:endParaRPr sz="2400" b="1" dirty="0">
              <a:solidFill>
                <a:srgbClr val="23004C"/>
              </a:solidFill>
              <a:latin typeface="Verdan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596468" y="6282759"/>
            <a:ext cx="2595532" cy="340874"/>
          </a:xfrm>
          <a:prstGeom prst="rect">
            <a:avLst/>
          </a:prstGeom>
        </p:spPr>
        <p:txBody>
          <a:bodyPr wrap="square" lIns="0" tIns="5850" rIns="0" bIns="0" rtlCol="0">
            <a:noAutofit/>
          </a:bodyPr>
          <a:lstStyle/>
          <a:p>
            <a:pPr marL="7697" marR="16183" lvl="0" indent="0" algn="l" defTabSz="914400" rtl="0" eaLnBrk="1" fontAlgn="auto" latinLnBrk="0" hangingPunct="1">
              <a:lnSpc>
                <a:spcPts val="92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49" b="0" i="0" u="none" strike="noStrike" kern="1200" cap="none" spc="24" normalizeH="0" baseline="0" noProof="0" dirty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H</a:t>
            </a:r>
            <a:r>
              <a:rPr kumimoji="0" lang="en-US" sz="849" b="0" i="0" u="none" strike="noStrike" kern="1200" cap="none" spc="24" normalizeH="0" baseline="0" noProof="0" dirty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b</a:t>
            </a:r>
            <a:r>
              <a:rPr kumimoji="0" sz="849" b="0" i="0" u="none" strike="noStrike" kern="1200" cap="none" spc="24" normalizeH="0" baseline="0" noProof="0" dirty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A1c: Glycated</a:t>
            </a:r>
            <a:r>
              <a:rPr kumimoji="0" lang="en-US" sz="849" b="0" i="0" u="none" strike="noStrike" kern="1200" cap="none" spc="24" normalizeH="0" baseline="0" noProof="0" dirty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849" b="0" i="0" u="none" strike="noStrike" kern="1200" cap="none" spc="22" normalizeH="0" baseline="0" noProof="0" dirty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Hemoglobin</a:t>
            </a:r>
            <a:endParaRPr kumimoji="0" lang="en-US" sz="849" b="0" i="0" u="none" strike="noStrike" kern="1200" cap="none" spc="22" normalizeH="0" baseline="0" noProof="0" dirty="0">
              <a:ln>
                <a:noFill/>
              </a:ln>
              <a:solidFill>
                <a:srgbClr val="707070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7697" marR="16183" lvl="0" indent="0" algn="l" defTabSz="914400" rtl="0" eaLnBrk="1" fontAlgn="auto" latinLnBrk="0" hangingPunct="1">
              <a:lnSpc>
                <a:spcPts val="92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49" b="0" i="0" u="none" strike="noStrike" kern="1200" cap="none" spc="22" normalizeH="0" baseline="0" noProof="0" dirty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BI: Basal Insulin</a:t>
            </a:r>
          </a:p>
          <a:p>
            <a:pPr marL="7697" marR="16183" lvl="0" indent="0" algn="l" defTabSz="914400" rtl="0" eaLnBrk="1" fontAlgn="auto" latinLnBrk="0" hangingPunct="1">
              <a:lnSpc>
                <a:spcPts val="92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49" b="0" i="0" u="none" strike="noStrike" kern="1200" cap="none" spc="22" normalizeH="0" baseline="0" noProof="0" dirty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GLP-1 RA; Glucagon-like peptide-1 receptor agonists</a:t>
            </a:r>
            <a:r>
              <a:rPr kumimoji="0" lang="en-US" sz="849" b="0" i="0" u="none" strike="noStrike" kern="1200" cap="none" spc="22" normalizeH="0" baseline="0" noProof="0" dirty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</a:p>
          <a:p>
            <a:pPr marL="7697" marR="16183" lvl="0" indent="0" algn="l" defTabSz="914400" rtl="0" eaLnBrk="1" fontAlgn="auto" latinLnBrk="0" hangingPunct="1">
              <a:lnSpc>
                <a:spcPts val="92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49" b="0" i="0" u="none" strike="noStrike" kern="1200" cap="none" spc="22" normalizeH="0" baseline="0" noProof="0" dirty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BMI: </a:t>
            </a:r>
            <a:r>
              <a:rPr kumimoji="0" lang="en-US" sz="849" b="0" i="0" u="none" strike="noStrike" kern="1200" cap="none" spc="24" normalizeH="0" baseline="0" noProof="0" dirty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Body Mass Index</a:t>
            </a:r>
          </a:p>
          <a:p>
            <a:pPr marL="7697" marR="16183" lvl="0" indent="0" algn="l" defTabSz="914400" rtl="0" eaLnBrk="1" fontAlgn="auto" latinLnBrk="0" hangingPunct="1">
              <a:lnSpc>
                <a:spcPts val="92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49" spc="24" dirty="0">
                <a:solidFill>
                  <a:srgbClr val="707070"/>
                </a:solidFill>
                <a:latin typeface="Times New Roman"/>
                <a:cs typeface="Times New Roman"/>
              </a:rPr>
              <a:t>FRC: Fixed Ratio Combination</a:t>
            </a:r>
            <a:endParaRPr kumimoji="0" lang="en-US" sz="849" b="0" i="0" u="none" strike="noStrike" kern="1200" cap="none" spc="24" normalizeH="0" baseline="0" noProof="0" dirty="0">
              <a:ln>
                <a:noFill/>
              </a:ln>
              <a:solidFill>
                <a:srgbClr val="707070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7697" marR="16183" lvl="0" indent="0" algn="l" defTabSz="914400" rtl="0" eaLnBrk="1" fontAlgn="auto" latinLnBrk="0" hangingPunct="1">
              <a:lnSpc>
                <a:spcPts val="92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84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40589" y="684117"/>
            <a:ext cx="10744201" cy="353572"/>
          </a:xfrm>
          <a:prstGeom prst="rect">
            <a:avLst/>
          </a:prstGeom>
          <a:solidFill>
            <a:schemeClr val="tx2"/>
          </a:solidFill>
          <a:ln>
            <a:solidFill>
              <a:srgbClr val="002060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15395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Initiate or intensify injectable therapy</a:t>
            </a:r>
            <a:endParaRPr kumimoji="0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20" name="object 91">
            <a:extLst>
              <a:ext uri="{FF2B5EF4-FFF2-40B4-BE49-F238E27FC236}">
                <a16:creationId xmlns:a16="http://schemas.microsoft.com/office/drawing/2014/main" id="{D6CBAC31-B93B-5DD8-2118-E3EC3A90783E}"/>
              </a:ext>
            </a:extLst>
          </p:cNvPr>
          <p:cNvSpPr/>
          <p:nvPr/>
        </p:nvSpPr>
        <p:spPr>
          <a:xfrm>
            <a:off x="540589" y="1273072"/>
            <a:ext cx="4495801" cy="497395"/>
          </a:xfrm>
          <a:custGeom>
            <a:avLst/>
            <a:gdLst/>
            <a:ahLst/>
            <a:cxnLst/>
            <a:rect l="l" t="t" r="r" b="b"/>
            <a:pathLst>
              <a:path w="4838784" h="370627">
                <a:moveTo>
                  <a:pt x="0" y="0"/>
                </a:moveTo>
                <a:lnTo>
                  <a:pt x="4838784" y="0"/>
                </a:lnTo>
                <a:lnTo>
                  <a:pt x="4838784" y="370627"/>
                </a:lnTo>
                <a:lnTo>
                  <a:pt x="0" y="370627"/>
                </a:lnTo>
                <a:lnTo>
                  <a:pt x="0" y="0"/>
                </a:lnTo>
                <a:close/>
              </a:path>
            </a:pathLst>
          </a:custGeom>
          <a:solidFill>
            <a:srgbClr val="00B0F0"/>
          </a:solidFill>
          <a:ln w="14638">
            <a:solidFill>
              <a:srgbClr val="002060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HbA1c &lt; 2% from target</a:t>
            </a:r>
            <a:endParaRPr kumimoji="0" sz="1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23" name="object 91">
            <a:extLst>
              <a:ext uri="{FF2B5EF4-FFF2-40B4-BE49-F238E27FC236}">
                <a16:creationId xmlns:a16="http://schemas.microsoft.com/office/drawing/2014/main" id="{527D1630-C833-14DC-5EFD-288E309C8919}"/>
              </a:ext>
            </a:extLst>
          </p:cNvPr>
          <p:cNvSpPr/>
          <p:nvPr/>
        </p:nvSpPr>
        <p:spPr>
          <a:xfrm>
            <a:off x="540590" y="1958837"/>
            <a:ext cx="1942863" cy="219295"/>
          </a:xfrm>
          <a:custGeom>
            <a:avLst/>
            <a:gdLst/>
            <a:ahLst/>
            <a:cxnLst/>
            <a:rect l="l" t="t" r="r" b="b"/>
            <a:pathLst>
              <a:path w="4838784" h="370627">
                <a:moveTo>
                  <a:pt x="0" y="0"/>
                </a:moveTo>
                <a:lnTo>
                  <a:pt x="4838784" y="0"/>
                </a:lnTo>
                <a:lnTo>
                  <a:pt x="4838784" y="370627"/>
                </a:lnTo>
                <a:lnTo>
                  <a:pt x="0" y="370627"/>
                </a:lnTo>
                <a:lnTo>
                  <a:pt x="0" y="0"/>
                </a:lnTo>
                <a:close/>
              </a:path>
            </a:pathLst>
          </a:custGeom>
          <a:solidFill>
            <a:srgbClr val="00B0F0"/>
          </a:solidFill>
          <a:ln w="14638">
            <a:solidFill>
              <a:srgbClr val="002060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BMI ≤ 30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24" name="object 91">
            <a:extLst>
              <a:ext uri="{FF2B5EF4-FFF2-40B4-BE49-F238E27FC236}">
                <a16:creationId xmlns:a16="http://schemas.microsoft.com/office/drawing/2014/main" id="{9BE1674A-3C92-317E-E5E7-47919982C582}"/>
              </a:ext>
            </a:extLst>
          </p:cNvPr>
          <p:cNvSpPr/>
          <p:nvPr/>
        </p:nvSpPr>
        <p:spPr>
          <a:xfrm>
            <a:off x="2578368" y="1958837"/>
            <a:ext cx="2458022" cy="245844"/>
          </a:xfrm>
          <a:custGeom>
            <a:avLst/>
            <a:gdLst/>
            <a:ahLst/>
            <a:cxnLst/>
            <a:rect l="l" t="t" r="r" b="b"/>
            <a:pathLst>
              <a:path w="4838784" h="370627">
                <a:moveTo>
                  <a:pt x="0" y="0"/>
                </a:moveTo>
                <a:lnTo>
                  <a:pt x="4838784" y="0"/>
                </a:lnTo>
                <a:lnTo>
                  <a:pt x="4838784" y="370627"/>
                </a:lnTo>
                <a:lnTo>
                  <a:pt x="0" y="370627"/>
                </a:lnTo>
                <a:lnTo>
                  <a:pt x="0" y="0"/>
                </a:lnTo>
                <a:close/>
              </a:path>
            </a:pathLst>
          </a:custGeom>
          <a:solidFill>
            <a:srgbClr val="00B0F0"/>
          </a:solidFill>
          <a:ln w="14638">
            <a:solidFill>
              <a:srgbClr val="002060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BMI &gt; 30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25" name="object 91">
            <a:extLst>
              <a:ext uri="{FF2B5EF4-FFF2-40B4-BE49-F238E27FC236}">
                <a16:creationId xmlns:a16="http://schemas.microsoft.com/office/drawing/2014/main" id="{F2FFB9C9-EE97-374D-40B1-4A9226F4A48C}"/>
              </a:ext>
            </a:extLst>
          </p:cNvPr>
          <p:cNvSpPr/>
          <p:nvPr/>
        </p:nvSpPr>
        <p:spPr>
          <a:xfrm>
            <a:off x="5423672" y="1953509"/>
            <a:ext cx="2164459" cy="262159"/>
          </a:xfrm>
          <a:custGeom>
            <a:avLst/>
            <a:gdLst/>
            <a:ahLst/>
            <a:cxnLst/>
            <a:rect l="l" t="t" r="r" b="b"/>
            <a:pathLst>
              <a:path w="4838784" h="370627">
                <a:moveTo>
                  <a:pt x="0" y="0"/>
                </a:moveTo>
                <a:lnTo>
                  <a:pt x="4838784" y="0"/>
                </a:lnTo>
                <a:lnTo>
                  <a:pt x="4838784" y="370627"/>
                </a:lnTo>
                <a:lnTo>
                  <a:pt x="0" y="370627"/>
                </a:lnTo>
                <a:lnTo>
                  <a:pt x="0" y="0"/>
                </a:lnTo>
                <a:close/>
              </a:path>
            </a:pathLst>
          </a:custGeom>
          <a:solidFill>
            <a:srgbClr val="00B0F0"/>
          </a:solidFill>
          <a:ln w="14638">
            <a:solidFill>
              <a:srgbClr val="002060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BMI ≤ 30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26" name="object 91">
            <a:extLst>
              <a:ext uri="{FF2B5EF4-FFF2-40B4-BE49-F238E27FC236}">
                <a16:creationId xmlns:a16="http://schemas.microsoft.com/office/drawing/2014/main" id="{38C4BEDB-6207-22AC-27A7-7406FEB4EE2A}"/>
              </a:ext>
            </a:extLst>
          </p:cNvPr>
          <p:cNvSpPr/>
          <p:nvPr/>
        </p:nvSpPr>
        <p:spPr>
          <a:xfrm>
            <a:off x="7703391" y="1952270"/>
            <a:ext cx="3581399" cy="264020"/>
          </a:xfrm>
          <a:custGeom>
            <a:avLst/>
            <a:gdLst/>
            <a:ahLst/>
            <a:cxnLst/>
            <a:rect l="l" t="t" r="r" b="b"/>
            <a:pathLst>
              <a:path w="4838784" h="370627">
                <a:moveTo>
                  <a:pt x="0" y="0"/>
                </a:moveTo>
                <a:lnTo>
                  <a:pt x="4838784" y="0"/>
                </a:lnTo>
                <a:lnTo>
                  <a:pt x="4838784" y="370627"/>
                </a:lnTo>
                <a:lnTo>
                  <a:pt x="0" y="370627"/>
                </a:lnTo>
                <a:lnTo>
                  <a:pt x="0" y="0"/>
                </a:lnTo>
                <a:close/>
              </a:path>
            </a:pathLst>
          </a:custGeom>
          <a:solidFill>
            <a:srgbClr val="00B0F0"/>
          </a:solidFill>
          <a:ln w="14638">
            <a:solidFill>
              <a:srgbClr val="002060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BMI &gt; 30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27" name="object 91">
            <a:extLst>
              <a:ext uri="{FF2B5EF4-FFF2-40B4-BE49-F238E27FC236}">
                <a16:creationId xmlns:a16="http://schemas.microsoft.com/office/drawing/2014/main" id="{10BF77F9-28C2-1E31-BE2A-8370F777C470}"/>
              </a:ext>
            </a:extLst>
          </p:cNvPr>
          <p:cNvSpPr/>
          <p:nvPr/>
        </p:nvSpPr>
        <p:spPr>
          <a:xfrm>
            <a:off x="540591" y="2460618"/>
            <a:ext cx="1903358" cy="682088"/>
          </a:xfrm>
          <a:custGeom>
            <a:avLst/>
            <a:gdLst/>
            <a:ahLst/>
            <a:cxnLst/>
            <a:rect l="l" t="t" r="r" b="b"/>
            <a:pathLst>
              <a:path w="4838784" h="370627">
                <a:moveTo>
                  <a:pt x="0" y="0"/>
                </a:moveTo>
                <a:lnTo>
                  <a:pt x="4838784" y="0"/>
                </a:lnTo>
                <a:lnTo>
                  <a:pt x="4838784" y="370627"/>
                </a:lnTo>
                <a:lnTo>
                  <a:pt x="0" y="370627"/>
                </a:lnTo>
                <a:lnTo>
                  <a:pt x="0" y="0"/>
                </a:lnTo>
                <a:close/>
              </a:path>
            </a:pathLst>
          </a:custGeom>
          <a:solidFill>
            <a:srgbClr val="92D050"/>
          </a:solidFill>
          <a:ln w="14638">
            <a:solidFill>
              <a:srgbClr val="002060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Basal insulin</a:t>
            </a:r>
            <a:r>
              <a:rPr lang="en-US" dirty="0">
                <a:solidFill>
                  <a:prstClr val="black"/>
                </a:solidFill>
                <a:latin typeface="Verdana"/>
              </a:rPr>
              <a:t>  ⃰⃰⃰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&amp; titration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28" name="object 91">
            <a:extLst>
              <a:ext uri="{FF2B5EF4-FFF2-40B4-BE49-F238E27FC236}">
                <a16:creationId xmlns:a16="http://schemas.microsoft.com/office/drawing/2014/main" id="{0118D190-5FA2-6C2A-7003-B57C4F3E0907}"/>
              </a:ext>
            </a:extLst>
          </p:cNvPr>
          <p:cNvSpPr/>
          <p:nvPr/>
        </p:nvSpPr>
        <p:spPr>
          <a:xfrm>
            <a:off x="540589" y="3191778"/>
            <a:ext cx="10776571" cy="354438"/>
          </a:xfrm>
          <a:custGeom>
            <a:avLst/>
            <a:gdLst/>
            <a:ahLst/>
            <a:cxnLst/>
            <a:rect l="l" t="t" r="r" b="b"/>
            <a:pathLst>
              <a:path w="4838784" h="370627">
                <a:moveTo>
                  <a:pt x="0" y="0"/>
                </a:moveTo>
                <a:lnTo>
                  <a:pt x="4838784" y="0"/>
                </a:lnTo>
                <a:lnTo>
                  <a:pt x="4838784" y="370627"/>
                </a:lnTo>
                <a:lnTo>
                  <a:pt x="0" y="370627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4638">
            <a:solidFill>
              <a:srgbClr val="002060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If HbA1c above Target</a:t>
            </a:r>
            <a:endParaRPr kumimoji="0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29" name="object 91">
            <a:extLst>
              <a:ext uri="{FF2B5EF4-FFF2-40B4-BE49-F238E27FC236}">
                <a16:creationId xmlns:a16="http://schemas.microsoft.com/office/drawing/2014/main" id="{37FF40EA-C8C5-05B0-9B95-B982576292F1}"/>
              </a:ext>
            </a:extLst>
          </p:cNvPr>
          <p:cNvSpPr/>
          <p:nvPr/>
        </p:nvSpPr>
        <p:spPr>
          <a:xfrm>
            <a:off x="540590" y="3592719"/>
            <a:ext cx="1942863" cy="675776"/>
          </a:xfrm>
          <a:custGeom>
            <a:avLst/>
            <a:gdLst/>
            <a:ahLst/>
            <a:cxnLst/>
            <a:rect l="l" t="t" r="r" b="b"/>
            <a:pathLst>
              <a:path w="4838784" h="370627">
                <a:moveTo>
                  <a:pt x="0" y="0"/>
                </a:moveTo>
                <a:lnTo>
                  <a:pt x="4838784" y="0"/>
                </a:lnTo>
                <a:lnTo>
                  <a:pt x="4838784" y="370627"/>
                </a:lnTo>
                <a:lnTo>
                  <a:pt x="0" y="370627"/>
                </a:lnTo>
                <a:lnTo>
                  <a:pt x="0" y="0"/>
                </a:lnTo>
                <a:close/>
              </a:path>
            </a:pathLst>
          </a:custGeom>
          <a:solidFill>
            <a:srgbClr val="92D050"/>
          </a:solidFill>
          <a:ln w="14638">
            <a:solidFill>
              <a:srgbClr val="002060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BI + GLP-1 RA </a:t>
            </a:r>
            <a:r>
              <a:rPr lang="en-US" sz="1400" dirty="0">
                <a:solidFill>
                  <a:prstClr val="black"/>
                </a:solidFill>
                <a:latin typeface="Verdana"/>
              </a:rPr>
              <a:t> ⃰  ⃰ 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latin typeface="Verdana"/>
              </a:rPr>
              <a:t>(FRC preferably or separately)</a:t>
            </a:r>
          </a:p>
        </p:txBody>
      </p:sp>
      <p:sp>
        <p:nvSpPr>
          <p:cNvPr id="33" name="object 91">
            <a:extLst>
              <a:ext uri="{FF2B5EF4-FFF2-40B4-BE49-F238E27FC236}">
                <a16:creationId xmlns:a16="http://schemas.microsoft.com/office/drawing/2014/main" id="{06582BBE-A8EE-C650-10EF-80730AD002B6}"/>
              </a:ext>
            </a:extLst>
          </p:cNvPr>
          <p:cNvSpPr/>
          <p:nvPr/>
        </p:nvSpPr>
        <p:spPr>
          <a:xfrm>
            <a:off x="2578367" y="2439161"/>
            <a:ext cx="2522527" cy="698572"/>
          </a:xfrm>
          <a:custGeom>
            <a:avLst/>
            <a:gdLst/>
            <a:ahLst/>
            <a:cxnLst/>
            <a:rect l="l" t="t" r="r" b="b"/>
            <a:pathLst>
              <a:path w="4838784" h="370627">
                <a:moveTo>
                  <a:pt x="0" y="0"/>
                </a:moveTo>
                <a:lnTo>
                  <a:pt x="4838784" y="0"/>
                </a:lnTo>
                <a:lnTo>
                  <a:pt x="4838784" y="370627"/>
                </a:lnTo>
                <a:lnTo>
                  <a:pt x="0" y="370627"/>
                </a:lnTo>
                <a:lnTo>
                  <a:pt x="0" y="0"/>
                </a:lnTo>
                <a:close/>
              </a:path>
            </a:pathLst>
          </a:custGeom>
          <a:solidFill>
            <a:srgbClr val="00B050"/>
          </a:solidFill>
          <a:ln w="14638">
            <a:solidFill>
              <a:srgbClr val="002060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GLP-RA </a:t>
            </a:r>
            <a:r>
              <a:rPr lang="en-US" sz="1400" baseline="30000" dirty="0">
                <a:solidFill>
                  <a:prstClr val="black"/>
                </a:solidFill>
                <a:latin typeface="Verdana"/>
              </a:rPr>
              <a:t> ⃰⃰  ⃰⃰ </a:t>
            </a:r>
            <a:endParaRPr kumimoji="0" lang="en-US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prstClr val="black"/>
                </a:solidFill>
                <a:latin typeface="Verdana"/>
              </a:rPr>
              <a:t>o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r BI + GLP-1 RA </a:t>
            </a:r>
            <a:r>
              <a:rPr lang="en-US" sz="1400" dirty="0">
                <a:solidFill>
                  <a:prstClr val="black"/>
                </a:solidFill>
                <a:latin typeface="Verdana"/>
              </a:rPr>
              <a:t> ⃰  ⃰ 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  <a:p>
            <a:pPr algn="ctr">
              <a:defRPr/>
            </a:pPr>
            <a:r>
              <a:rPr lang="en-US" sz="1400" dirty="0">
                <a:solidFill>
                  <a:prstClr val="black"/>
                </a:solidFill>
                <a:latin typeface="Verdana"/>
              </a:rPr>
              <a:t>(FRC or separately)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34" name="object 91">
            <a:extLst>
              <a:ext uri="{FF2B5EF4-FFF2-40B4-BE49-F238E27FC236}">
                <a16:creationId xmlns:a16="http://schemas.microsoft.com/office/drawing/2014/main" id="{7500CEA4-3736-9F5A-6BB0-F0C7AB3AF6DA}"/>
              </a:ext>
            </a:extLst>
          </p:cNvPr>
          <p:cNvSpPr/>
          <p:nvPr/>
        </p:nvSpPr>
        <p:spPr>
          <a:xfrm>
            <a:off x="5423672" y="2439161"/>
            <a:ext cx="2164459" cy="687191"/>
          </a:xfrm>
          <a:custGeom>
            <a:avLst/>
            <a:gdLst/>
            <a:ahLst/>
            <a:cxnLst/>
            <a:rect l="l" t="t" r="r" b="b"/>
            <a:pathLst>
              <a:path w="4838784" h="370627">
                <a:moveTo>
                  <a:pt x="0" y="0"/>
                </a:moveTo>
                <a:lnTo>
                  <a:pt x="4838784" y="0"/>
                </a:lnTo>
                <a:lnTo>
                  <a:pt x="4838784" y="370627"/>
                </a:lnTo>
                <a:lnTo>
                  <a:pt x="0" y="370627"/>
                </a:lnTo>
                <a:lnTo>
                  <a:pt x="0" y="0"/>
                </a:lnTo>
                <a:close/>
              </a:path>
            </a:pathLst>
          </a:custGeom>
          <a:solidFill>
            <a:srgbClr val="00B050"/>
          </a:solidFill>
          <a:ln w="14638">
            <a:solidFill>
              <a:srgbClr val="002060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BI + GLP-1 RA </a:t>
            </a:r>
            <a:r>
              <a:rPr lang="en-US" sz="1100" dirty="0">
                <a:solidFill>
                  <a:prstClr val="black"/>
                </a:solidFill>
                <a:latin typeface="Verdana"/>
              </a:rPr>
              <a:t> ⃰  ⃰ 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 dirty="0">
                <a:solidFill>
                  <a:prstClr val="black"/>
                </a:solidFill>
                <a:latin typeface="Verdana"/>
              </a:rPr>
              <a:t>(FRC or separately) </a:t>
            </a:r>
          </a:p>
          <a:p>
            <a:pPr algn="ctr">
              <a:defRPr/>
            </a:pPr>
            <a:r>
              <a:rPr lang="en-US" sz="1100" dirty="0">
                <a:solidFill>
                  <a:prstClr val="black"/>
                </a:solidFill>
                <a:latin typeface="Verdana"/>
              </a:rPr>
              <a:t>Or Premix agents♯</a:t>
            </a:r>
            <a:endParaRPr kumimoji="0" lang="en-US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36" name="object 91">
            <a:extLst>
              <a:ext uri="{FF2B5EF4-FFF2-40B4-BE49-F238E27FC236}">
                <a16:creationId xmlns:a16="http://schemas.microsoft.com/office/drawing/2014/main" id="{3325D58F-5412-4360-5C93-69AE1DA00320}"/>
              </a:ext>
            </a:extLst>
          </p:cNvPr>
          <p:cNvSpPr/>
          <p:nvPr/>
        </p:nvSpPr>
        <p:spPr>
          <a:xfrm>
            <a:off x="534070" y="5306020"/>
            <a:ext cx="4768422" cy="716076"/>
          </a:xfrm>
          <a:custGeom>
            <a:avLst/>
            <a:gdLst/>
            <a:ahLst/>
            <a:cxnLst/>
            <a:rect l="l" t="t" r="r" b="b"/>
            <a:pathLst>
              <a:path w="4838784" h="370627">
                <a:moveTo>
                  <a:pt x="0" y="0"/>
                </a:moveTo>
                <a:lnTo>
                  <a:pt x="4838784" y="0"/>
                </a:lnTo>
                <a:lnTo>
                  <a:pt x="4838784" y="370627"/>
                </a:lnTo>
                <a:lnTo>
                  <a:pt x="0" y="370627"/>
                </a:lnTo>
                <a:lnTo>
                  <a:pt x="0" y="0"/>
                </a:lnTo>
                <a:close/>
              </a:path>
            </a:pathLst>
          </a:custGeom>
          <a:solidFill>
            <a:srgbClr val="92D050"/>
          </a:solidFill>
          <a:ln w="14638">
            <a:solidFill>
              <a:srgbClr val="002060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Basal +/ Bolus Insulin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38" name="object 91">
            <a:extLst>
              <a:ext uri="{FF2B5EF4-FFF2-40B4-BE49-F238E27FC236}">
                <a16:creationId xmlns:a16="http://schemas.microsoft.com/office/drawing/2014/main" id="{845C0DB2-4710-9F0E-3A36-159E496E6A9D}"/>
              </a:ext>
            </a:extLst>
          </p:cNvPr>
          <p:cNvSpPr/>
          <p:nvPr/>
        </p:nvSpPr>
        <p:spPr>
          <a:xfrm>
            <a:off x="528603" y="4928586"/>
            <a:ext cx="10776571" cy="304501"/>
          </a:xfrm>
          <a:custGeom>
            <a:avLst/>
            <a:gdLst/>
            <a:ahLst/>
            <a:cxnLst/>
            <a:rect l="l" t="t" r="r" b="b"/>
            <a:pathLst>
              <a:path w="4838784" h="370627">
                <a:moveTo>
                  <a:pt x="0" y="0"/>
                </a:moveTo>
                <a:lnTo>
                  <a:pt x="4838784" y="0"/>
                </a:lnTo>
                <a:lnTo>
                  <a:pt x="4838784" y="370627"/>
                </a:lnTo>
                <a:lnTo>
                  <a:pt x="0" y="370627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4638">
            <a:solidFill>
              <a:srgbClr val="002060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If HbA1c above Target</a:t>
            </a:r>
            <a:endParaRPr kumimoji="0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39" name="object 91">
            <a:extLst>
              <a:ext uri="{FF2B5EF4-FFF2-40B4-BE49-F238E27FC236}">
                <a16:creationId xmlns:a16="http://schemas.microsoft.com/office/drawing/2014/main" id="{13845041-D6E6-E5A0-19B8-B63D2C9F69A3}"/>
              </a:ext>
            </a:extLst>
          </p:cNvPr>
          <p:cNvSpPr/>
          <p:nvPr/>
        </p:nvSpPr>
        <p:spPr>
          <a:xfrm>
            <a:off x="540589" y="6065226"/>
            <a:ext cx="10776570" cy="211145"/>
          </a:xfrm>
          <a:custGeom>
            <a:avLst/>
            <a:gdLst/>
            <a:ahLst/>
            <a:cxnLst/>
            <a:rect l="l" t="t" r="r" b="b"/>
            <a:pathLst>
              <a:path w="4838784" h="370627">
                <a:moveTo>
                  <a:pt x="0" y="0"/>
                </a:moveTo>
                <a:lnTo>
                  <a:pt x="4838784" y="0"/>
                </a:lnTo>
                <a:lnTo>
                  <a:pt x="4838784" y="370627"/>
                </a:lnTo>
                <a:lnTo>
                  <a:pt x="0" y="370627"/>
                </a:lnTo>
                <a:lnTo>
                  <a:pt x="0" y="0"/>
                </a:lnTo>
                <a:close/>
              </a:path>
            </a:pathLst>
          </a:custGeom>
          <a:solidFill>
            <a:srgbClr val="FFFF00"/>
          </a:solidFill>
          <a:ln w="14638">
            <a:solidFill>
              <a:srgbClr val="002060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Intensify insulin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46" name="object 114">
            <a:extLst>
              <a:ext uri="{FF2B5EF4-FFF2-40B4-BE49-F238E27FC236}">
                <a16:creationId xmlns:a16="http://schemas.microsoft.com/office/drawing/2014/main" id="{2E86A383-A3B0-B347-2401-D68A5A71B698}"/>
              </a:ext>
            </a:extLst>
          </p:cNvPr>
          <p:cNvSpPr/>
          <p:nvPr/>
        </p:nvSpPr>
        <p:spPr>
          <a:xfrm>
            <a:off x="6216529" y="1712107"/>
            <a:ext cx="301517" cy="226418"/>
          </a:xfrm>
          <a:custGeom>
            <a:avLst/>
            <a:gdLst/>
            <a:ahLst/>
            <a:cxnLst/>
            <a:rect l="l" t="t" r="r" b="b"/>
            <a:pathLst>
              <a:path w="497503" h="373590">
                <a:moveTo>
                  <a:pt x="0" y="127870"/>
                </a:moveTo>
                <a:lnTo>
                  <a:pt x="122865" y="127870"/>
                </a:lnTo>
                <a:lnTo>
                  <a:pt x="122865" y="0"/>
                </a:lnTo>
                <a:lnTo>
                  <a:pt x="374690" y="0"/>
                </a:lnTo>
                <a:lnTo>
                  <a:pt x="374690" y="121724"/>
                </a:lnTo>
                <a:lnTo>
                  <a:pt x="497503" y="121724"/>
                </a:lnTo>
                <a:lnTo>
                  <a:pt x="251824" y="373590"/>
                </a:lnTo>
                <a:lnTo>
                  <a:pt x="0" y="127870"/>
                </a:lnTo>
                <a:close/>
              </a:path>
            </a:pathLst>
          </a:custGeom>
          <a:solidFill>
            <a:schemeClr val="tx2">
              <a:lumMod val="25000"/>
            </a:schemeClr>
          </a:solidFill>
          <a:ln w="14638">
            <a:solidFill>
              <a:srgbClr val="5372AB"/>
            </a:solidFill>
          </a:ln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47" name="object 114">
            <a:extLst>
              <a:ext uri="{FF2B5EF4-FFF2-40B4-BE49-F238E27FC236}">
                <a16:creationId xmlns:a16="http://schemas.microsoft.com/office/drawing/2014/main" id="{C728CE6E-25DE-A8D2-AA7E-6493E1104A17}"/>
              </a:ext>
            </a:extLst>
          </p:cNvPr>
          <p:cNvSpPr/>
          <p:nvPr/>
        </p:nvSpPr>
        <p:spPr>
          <a:xfrm>
            <a:off x="9356686" y="1701165"/>
            <a:ext cx="301517" cy="226418"/>
          </a:xfrm>
          <a:custGeom>
            <a:avLst/>
            <a:gdLst/>
            <a:ahLst/>
            <a:cxnLst/>
            <a:rect l="l" t="t" r="r" b="b"/>
            <a:pathLst>
              <a:path w="497503" h="373590">
                <a:moveTo>
                  <a:pt x="0" y="127870"/>
                </a:moveTo>
                <a:lnTo>
                  <a:pt x="122865" y="127870"/>
                </a:lnTo>
                <a:lnTo>
                  <a:pt x="122865" y="0"/>
                </a:lnTo>
                <a:lnTo>
                  <a:pt x="374690" y="0"/>
                </a:lnTo>
                <a:lnTo>
                  <a:pt x="374690" y="121724"/>
                </a:lnTo>
                <a:lnTo>
                  <a:pt x="497503" y="121724"/>
                </a:lnTo>
                <a:lnTo>
                  <a:pt x="251824" y="373590"/>
                </a:lnTo>
                <a:lnTo>
                  <a:pt x="0" y="127870"/>
                </a:lnTo>
                <a:close/>
              </a:path>
            </a:pathLst>
          </a:custGeom>
          <a:solidFill>
            <a:schemeClr val="tx2">
              <a:lumMod val="25000"/>
            </a:schemeClr>
          </a:solidFill>
          <a:ln w="14638">
            <a:solidFill>
              <a:srgbClr val="5372AB"/>
            </a:solidFill>
          </a:ln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48" name="object 114">
            <a:extLst>
              <a:ext uri="{FF2B5EF4-FFF2-40B4-BE49-F238E27FC236}">
                <a16:creationId xmlns:a16="http://schemas.microsoft.com/office/drawing/2014/main" id="{EA8BAD31-5A36-78DB-A91D-0A748CD6C283}"/>
              </a:ext>
            </a:extLst>
          </p:cNvPr>
          <p:cNvSpPr/>
          <p:nvPr/>
        </p:nvSpPr>
        <p:spPr>
          <a:xfrm>
            <a:off x="1534725" y="2245576"/>
            <a:ext cx="301517" cy="226418"/>
          </a:xfrm>
          <a:custGeom>
            <a:avLst/>
            <a:gdLst/>
            <a:ahLst/>
            <a:cxnLst/>
            <a:rect l="l" t="t" r="r" b="b"/>
            <a:pathLst>
              <a:path w="497503" h="373590">
                <a:moveTo>
                  <a:pt x="0" y="127870"/>
                </a:moveTo>
                <a:lnTo>
                  <a:pt x="122865" y="127870"/>
                </a:lnTo>
                <a:lnTo>
                  <a:pt x="122865" y="0"/>
                </a:lnTo>
                <a:lnTo>
                  <a:pt x="374690" y="0"/>
                </a:lnTo>
                <a:lnTo>
                  <a:pt x="374690" y="121724"/>
                </a:lnTo>
                <a:lnTo>
                  <a:pt x="497503" y="121724"/>
                </a:lnTo>
                <a:lnTo>
                  <a:pt x="251824" y="373590"/>
                </a:lnTo>
                <a:lnTo>
                  <a:pt x="0" y="127870"/>
                </a:lnTo>
                <a:close/>
              </a:path>
            </a:pathLst>
          </a:custGeom>
          <a:solidFill>
            <a:schemeClr val="tx2">
              <a:lumMod val="25000"/>
            </a:schemeClr>
          </a:solidFill>
          <a:ln w="14638">
            <a:solidFill>
              <a:srgbClr val="5372AB"/>
            </a:solidFill>
          </a:ln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49" name="object 114">
            <a:extLst>
              <a:ext uri="{FF2B5EF4-FFF2-40B4-BE49-F238E27FC236}">
                <a16:creationId xmlns:a16="http://schemas.microsoft.com/office/drawing/2014/main" id="{B7B94F21-0D2A-14F5-4335-845B421014B6}"/>
              </a:ext>
            </a:extLst>
          </p:cNvPr>
          <p:cNvSpPr/>
          <p:nvPr/>
        </p:nvSpPr>
        <p:spPr>
          <a:xfrm>
            <a:off x="3331758" y="2243743"/>
            <a:ext cx="301517" cy="226418"/>
          </a:xfrm>
          <a:custGeom>
            <a:avLst/>
            <a:gdLst/>
            <a:ahLst/>
            <a:cxnLst/>
            <a:rect l="l" t="t" r="r" b="b"/>
            <a:pathLst>
              <a:path w="497503" h="373590">
                <a:moveTo>
                  <a:pt x="0" y="127870"/>
                </a:moveTo>
                <a:lnTo>
                  <a:pt x="122865" y="127870"/>
                </a:lnTo>
                <a:lnTo>
                  <a:pt x="122865" y="0"/>
                </a:lnTo>
                <a:lnTo>
                  <a:pt x="374690" y="0"/>
                </a:lnTo>
                <a:lnTo>
                  <a:pt x="374690" y="121724"/>
                </a:lnTo>
                <a:lnTo>
                  <a:pt x="497503" y="121724"/>
                </a:lnTo>
                <a:lnTo>
                  <a:pt x="251824" y="373590"/>
                </a:lnTo>
                <a:lnTo>
                  <a:pt x="0" y="127870"/>
                </a:lnTo>
                <a:close/>
              </a:path>
            </a:pathLst>
          </a:custGeom>
          <a:solidFill>
            <a:schemeClr val="tx2">
              <a:lumMod val="25000"/>
            </a:schemeClr>
          </a:solidFill>
          <a:ln w="14638">
            <a:solidFill>
              <a:srgbClr val="5372AB"/>
            </a:solidFill>
          </a:ln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50" name="object 114">
            <a:extLst>
              <a:ext uri="{FF2B5EF4-FFF2-40B4-BE49-F238E27FC236}">
                <a16:creationId xmlns:a16="http://schemas.microsoft.com/office/drawing/2014/main" id="{E27971C8-DC58-B496-48CA-4E4F37C55044}"/>
              </a:ext>
            </a:extLst>
          </p:cNvPr>
          <p:cNvSpPr/>
          <p:nvPr/>
        </p:nvSpPr>
        <p:spPr>
          <a:xfrm>
            <a:off x="9174992" y="2257961"/>
            <a:ext cx="301517" cy="226418"/>
          </a:xfrm>
          <a:custGeom>
            <a:avLst/>
            <a:gdLst/>
            <a:ahLst/>
            <a:cxnLst/>
            <a:rect l="l" t="t" r="r" b="b"/>
            <a:pathLst>
              <a:path w="497503" h="373590">
                <a:moveTo>
                  <a:pt x="0" y="127870"/>
                </a:moveTo>
                <a:lnTo>
                  <a:pt x="122865" y="127870"/>
                </a:lnTo>
                <a:lnTo>
                  <a:pt x="122865" y="0"/>
                </a:lnTo>
                <a:lnTo>
                  <a:pt x="374690" y="0"/>
                </a:lnTo>
                <a:lnTo>
                  <a:pt x="374690" y="121724"/>
                </a:lnTo>
                <a:lnTo>
                  <a:pt x="497503" y="121724"/>
                </a:lnTo>
                <a:lnTo>
                  <a:pt x="251824" y="373590"/>
                </a:lnTo>
                <a:lnTo>
                  <a:pt x="0" y="127870"/>
                </a:lnTo>
                <a:close/>
              </a:path>
            </a:pathLst>
          </a:custGeom>
          <a:solidFill>
            <a:schemeClr val="tx2">
              <a:lumMod val="25000"/>
            </a:schemeClr>
          </a:solidFill>
          <a:ln w="14638">
            <a:solidFill>
              <a:srgbClr val="5372AB"/>
            </a:solidFill>
          </a:ln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52" name="object 91">
            <a:extLst>
              <a:ext uri="{FF2B5EF4-FFF2-40B4-BE49-F238E27FC236}">
                <a16:creationId xmlns:a16="http://schemas.microsoft.com/office/drawing/2014/main" id="{0F76BB23-6FAC-2CBB-5D62-31E787C4CCBF}"/>
              </a:ext>
            </a:extLst>
          </p:cNvPr>
          <p:cNvSpPr/>
          <p:nvPr/>
        </p:nvSpPr>
        <p:spPr>
          <a:xfrm>
            <a:off x="7722551" y="2448847"/>
            <a:ext cx="3581398" cy="677506"/>
          </a:xfrm>
          <a:custGeom>
            <a:avLst/>
            <a:gdLst/>
            <a:ahLst/>
            <a:cxnLst/>
            <a:rect l="l" t="t" r="r" b="b"/>
            <a:pathLst>
              <a:path w="4838784" h="370627">
                <a:moveTo>
                  <a:pt x="0" y="0"/>
                </a:moveTo>
                <a:lnTo>
                  <a:pt x="4838784" y="0"/>
                </a:lnTo>
                <a:lnTo>
                  <a:pt x="4838784" y="370627"/>
                </a:lnTo>
                <a:lnTo>
                  <a:pt x="0" y="370627"/>
                </a:lnTo>
                <a:lnTo>
                  <a:pt x="0" y="0"/>
                </a:lnTo>
                <a:close/>
              </a:path>
            </a:pathLst>
          </a:custGeom>
          <a:solidFill>
            <a:srgbClr val="00B050"/>
          </a:solidFill>
          <a:ln w="14638">
            <a:solidFill>
              <a:srgbClr val="002060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 BI + GLP-1 RA </a:t>
            </a:r>
            <a:r>
              <a:rPr lang="en-US" sz="1800" dirty="0">
                <a:solidFill>
                  <a:prstClr val="black"/>
                </a:solidFill>
                <a:latin typeface="Verdana"/>
              </a:rPr>
              <a:t> ⃰  ⃰ 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latin typeface="Verdana"/>
              </a:rPr>
              <a:t>(FRC </a:t>
            </a:r>
            <a:r>
              <a:rPr lang="en-US" sz="1800" dirty="0">
                <a:solidFill>
                  <a:prstClr val="black"/>
                </a:solidFill>
                <a:latin typeface="Verdana"/>
              </a:rPr>
              <a:t>or separately) 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54" name="object 114">
            <a:extLst>
              <a:ext uri="{FF2B5EF4-FFF2-40B4-BE49-F238E27FC236}">
                <a16:creationId xmlns:a16="http://schemas.microsoft.com/office/drawing/2014/main" id="{ABCB7B03-2227-1D23-9675-D66B368EEEC6}"/>
              </a:ext>
            </a:extLst>
          </p:cNvPr>
          <p:cNvSpPr/>
          <p:nvPr/>
        </p:nvSpPr>
        <p:spPr>
          <a:xfrm>
            <a:off x="6216529" y="2265185"/>
            <a:ext cx="301517" cy="226418"/>
          </a:xfrm>
          <a:custGeom>
            <a:avLst/>
            <a:gdLst/>
            <a:ahLst/>
            <a:cxnLst/>
            <a:rect l="l" t="t" r="r" b="b"/>
            <a:pathLst>
              <a:path w="497503" h="373590">
                <a:moveTo>
                  <a:pt x="0" y="127870"/>
                </a:moveTo>
                <a:lnTo>
                  <a:pt x="122865" y="127870"/>
                </a:lnTo>
                <a:lnTo>
                  <a:pt x="122865" y="0"/>
                </a:lnTo>
                <a:lnTo>
                  <a:pt x="374690" y="0"/>
                </a:lnTo>
                <a:lnTo>
                  <a:pt x="374690" y="121724"/>
                </a:lnTo>
                <a:lnTo>
                  <a:pt x="497503" y="121724"/>
                </a:lnTo>
                <a:lnTo>
                  <a:pt x="251824" y="373590"/>
                </a:lnTo>
                <a:lnTo>
                  <a:pt x="0" y="127870"/>
                </a:lnTo>
                <a:close/>
              </a:path>
            </a:pathLst>
          </a:custGeom>
          <a:solidFill>
            <a:schemeClr val="tx2">
              <a:lumMod val="25000"/>
            </a:schemeClr>
          </a:solidFill>
          <a:ln w="14638">
            <a:solidFill>
              <a:srgbClr val="5372AB"/>
            </a:solidFill>
          </a:ln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4" name="Arrow: Down 3">
            <a:extLst>
              <a:ext uri="{FF2B5EF4-FFF2-40B4-BE49-F238E27FC236}">
                <a16:creationId xmlns:a16="http://schemas.microsoft.com/office/drawing/2014/main" id="{00C2988B-D44F-DAF3-CECE-5FAF0DBA2FE5}"/>
              </a:ext>
            </a:extLst>
          </p:cNvPr>
          <p:cNvSpPr/>
          <p:nvPr/>
        </p:nvSpPr>
        <p:spPr>
          <a:xfrm>
            <a:off x="1383966" y="3176794"/>
            <a:ext cx="301517" cy="441806"/>
          </a:xfrm>
          <a:prstGeom prst="downArrow">
            <a:avLst/>
          </a:prstGeom>
          <a:solidFill>
            <a:schemeClr val="tx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FCDC1CF-624B-AAFA-3B8F-D904D1D98AB1}"/>
              </a:ext>
            </a:extLst>
          </p:cNvPr>
          <p:cNvSpPr/>
          <p:nvPr/>
        </p:nvSpPr>
        <p:spPr>
          <a:xfrm>
            <a:off x="5423672" y="5291936"/>
            <a:ext cx="864575" cy="738674"/>
          </a:xfrm>
          <a:prstGeom prst="rect">
            <a:avLst/>
          </a:prstGeom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OR</a:t>
            </a:r>
          </a:p>
        </p:txBody>
      </p:sp>
      <p:sp>
        <p:nvSpPr>
          <p:cNvPr id="10" name="object 114">
            <a:extLst>
              <a:ext uri="{FF2B5EF4-FFF2-40B4-BE49-F238E27FC236}">
                <a16:creationId xmlns:a16="http://schemas.microsoft.com/office/drawing/2014/main" id="{EF2AAFEB-9B61-E799-172B-E414C34A0258}"/>
              </a:ext>
            </a:extLst>
          </p:cNvPr>
          <p:cNvSpPr/>
          <p:nvPr/>
        </p:nvSpPr>
        <p:spPr>
          <a:xfrm>
            <a:off x="4149995" y="5209199"/>
            <a:ext cx="457250" cy="226418"/>
          </a:xfrm>
          <a:custGeom>
            <a:avLst/>
            <a:gdLst/>
            <a:ahLst/>
            <a:cxnLst/>
            <a:rect l="l" t="t" r="r" b="b"/>
            <a:pathLst>
              <a:path w="497503" h="373590">
                <a:moveTo>
                  <a:pt x="0" y="127870"/>
                </a:moveTo>
                <a:lnTo>
                  <a:pt x="122865" y="127870"/>
                </a:lnTo>
                <a:lnTo>
                  <a:pt x="122865" y="0"/>
                </a:lnTo>
                <a:lnTo>
                  <a:pt x="374690" y="0"/>
                </a:lnTo>
                <a:lnTo>
                  <a:pt x="374690" y="121724"/>
                </a:lnTo>
                <a:lnTo>
                  <a:pt x="497503" y="121724"/>
                </a:lnTo>
                <a:lnTo>
                  <a:pt x="251824" y="373590"/>
                </a:lnTo>
                <a:lnTo>
                  <a:pt x="0" y="127870"/>
                </a:lnTo>
                <a:close/>
              </a:path>
            </a:pathLst>
          </a:custGeom>
          <a:solidFill>
            <a:schemeClr val="tx2">
              <a:lumMod val="25000"/>
            </a:schemeClr>
          </a:solidFill>
          <a:ln w="14638">
            <a:solidFill>
              <a:srgbClr val="5372AB"/>
            </a:solidFill>
          </a:ln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6" name="object 91">
            <a:extLst>
              <a:ext uri="{FF2B5EF4-FFF2-40B4-BE49-F238E27FC236}">
                <a16:creationId xmlns:a16="http://schemas.microsoft.com/office/drawing/2014/main" id="{348C6CA6-FCE7-256E-AA44-0B64E9666D42}"/>
              </a:ext>
            </a:extLst>
          </p:cNvPr>
          <p:cNvSpPr/>
          <p:nvPr/>
        </p:nvSpPr>
        <p:spPr>
          <a:xfrm>
            <a:off x="540589" y="4540836"/>
            <a:ext cx="10776571" cy="354438"/>
          </a:xfrm>
          <a:custGeom>
            <a:avLst/>
            <a:gdLst/>
            <a:ahLst/>
            <a:cxnLst/>
            <a:rect l="l" t="t" r="r" b="b"/>
            <a:pathLst>
              <a:path w="4838784" h="370627">
                <a:moveTo>
                  <a:pt x="0" y="0"/>
                </a:moveTo>
                <a:lnTo>
                  <a:pt x="4838784" y="0"/>
                </a:lnTo>
                <a:lnTo>
                  <a:pt x="4838784" y="370627"/>
                </a:lnTo>
                <a:lnTo>
                  <a:pt x="0" y="370627"/>
                </a:lnTo>
                <a:lnTo>
                  <a:pt x="0" y="0"/>
                </a:lnTo>
                <a:close/>
              </a:path>
            </a:pathLst>
          </a:custGeom>
          <a:solidFill>
            <a:srgbClr val="00B050"/>
          </a:solidFill>
          <a:ln w="14638">
            <a:solidFill>
              <a:srgbClr val="002060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BI + GLP-1 RA</a:t>
            </a:r>
            <a:r>
              <a:rPr lang="en-US" sz="1800" dirty="0">
                <a:solidFill>
                  <a:prstClr val="black"/>
                </a:solidFill>
                <a:latin typeface="Verdana"/>
              </a:rPr>
              <a:t> ⃰  ⃰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 (</a:t>
            </a:r>
            <a:r>
              <a:rPr lang="en-US" dirty="0">
                <a:solidFill>
                  <a:prstClr val="black"/>
                </a:solidFill>
                <a:latin typeface="Verdana"/>
              </a:rPr>
              <a:t>BI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max dose) + Rapid Acting Insulin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6327B1BE-BF29-8B21-E54A-E0826F878935}"/>
              </a:ext>
            </a:extLst>
          </p:cNvPr>
          <p:cNvSpPr/>
          <p:nvPr/>
        </p:nvSpPr>
        <p:spPr>
          <a:xfrm>
            <a:off x="3590177" y="3472130"/>
            <a:ext cx="301517" cy="1042827"/>
          </a:xfrm>
          <a:prstGeom prst="downArrow">
            <a:avLst/>
          </a:prstGeom>
          <a:solidFill>
            <a:schemeClr val="tx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FB2207B1-AF13-5DA2-356D-1F2A51905669}"/>
              </a:ext>
            </a:extLst>
          </p:cNvPr>
          <p:cNvSpPr/>
          <p:nvPr/>
        </p:nvSpPr>
        <p:spPr>
          <a:xfrm>
            <a:off x="7515212" y="3472130"/>
            <a:ext cx="301517" cy="1042827"/>
          </a:xfrm>
          <a:prstGeom prst="downArrow">
            <a:avLst/>
          </a:prstGeom>
          <a:solidFill>
            <a:schemeClr val="tx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E2B3B7-C9FA-5A3F-617C-5D31F4FBEA00}"/>
              </a:ext>
            </a:extLst>
          </p:cNvPr>
          <p:cNvSpPr txBox="1"/>
          <p:nvPr/>
        </p:nvSpPr>
        <p:spPr>
          <a:xfrm>
            <a:off x="246846" y="6293434"/>
            <a:ext cx="843132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prstClr val="black"/>
                </a:solidFill>
                <a:latin typeface="Verdana"/>
              </a:rPr>
              <a:t> ⃰⃰ </a:t>
            </a:r>
            <a:r>
              <a:rPr lang="en-US" sz="1000" dirty="0">
                <a:latin typeface="Segoe UI" panose="020B0502040204020203" pitchFamily="34" charset="0"/>
              </a:rPr>
              <a:t>2</a:t>
            </a:r>
            <a:r>
              <a:rPr lang="en-US" sz="1000" baseline="30000" dirty="0">
                <a:latin typeface="Segoe UI" panose="020B0502040204020203" pitchFamily="34" charset="0"/>
              </a:rPr>
              <a:t>nd</a:t>
            </a:r>
            <a:r>
              <a:rPr lang="en-US" sz="1000" dirty="0">
                <a:latin typeface="Segoe UI" panose="020B0502040204020203" pitchFamily="34" charset="0"/>
              </a:rPr>
              <a:t> generation Basal Insulins are preferred over older generations</a:t>
            </a:r>
          </a:p>
          <a:p>
            <a:r>
              <a:rPr lang="en-US" sz="1000" dirty="0">
                <a:latin typeface="+mj-lt"/>
              </a:rPr>
              <a:t> ⃰ </a:t>
            </a:r>
            <a:r>
              <a:rPr lang="en-US" sz="1000" dirty="0">
                <a:solidFill>
                  <a:prstClr val="black"/>
                </a:solidFill>
                <a:latin typeface="Verdana"/>
              </a:rPr>
              <a:t> ⃰</a:t>
            </a:r>
            <a:r>
              <a:rPr lang="en-US" sz="1000" dirty="0">
                <a:latin typeface="Segoe UI" panose="020B0502040204020203" pitchFamily="34" charset="0"/>
              </a:rPr>
              <a:t>The choice of GLP-1 RA is based on patient-specific considerations, including established CVD, CKD, desired weight benefit, access and cost</a:t>
            </a:r>
          </a:p>
          <a:p>
            <a:r>
              <a:rPr lang="en-US" sz="1000" dirty="0">
                <a:latin typeface="Segoe UI" panose="020B0502040204020203" pitchFamily="34" charset="0"/>
              </a:rPr>
              <a:t>♯  Complex insulin regimens (such as premix insulins) may be used as alternatives if other options are not accessible locally</a:t>
            </a:r>
          </a:p>
        </p:txBody>
      </p:sp>
      <p:sp>
        <p:nvSpPr>
          <p:cNvPr id="5" name="object 114"/>
          <p:cNvSpPr/>
          <p:nvPr/>
        </p:nvSpPr>
        <p:spPr>
          <a:xfrm>
            <a:off x="2293190" y="1693025"/>
            <a:ext cx="301517" cy="226418"/>
          </a:xfrm>
          <a:custGeom>
            <a:avLst/>
            <a:gdLst/>
            <a:ahLst/>
            <a:cxnLst/>
            <a:rect l="l" t="t" r="r" b="b"/>
            <a:pathLst>
              <a:path w="497503" h="373590">
                <a:moveTo>
                  <a:pt x="0" y="127870"/>
                </a:moveTo>
                <a:lnTo>
                  <a:pt x="122865" y="127870"/>
                </a:lnTo>
                <a:lnTo>
                  <a:pt x="122865" y="0"/>
                </a:lnTo>
                <a:lnTo>
                  <a:pt x="374690" y="0"/>
                </a:lnTo>
                <a:lnTo>
                  <a:pt x="374690" y="121724"/>
                </a:lnTo>
                <a:lnTo>
                  <a:pt x="497503" y="121724"/>
                </a:lnTo>
                <a:lnTo>
                  <a:pt x="251824" y="373590"/>
                </a:lnTo>
                <a:lnTo>
                  <a:pt x="0" y="127870"/>
                </a:lnTo>
                <a:close/>
              </a:path>
            </a:pathLst>
          </a:custGeom>
          <a:solidFill>
            <a:schemeClr val="tx2">
              <a:lumMod val="25000"/>
            </a:schemeClr>
          </a:solidFill>
          <a:ln w="14638">
            <a:solidFill>
              <a:srgbClr val="5372AB"/>
            </a:solidFill>
          </a:ln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8" name="object 91">
            <a:extLst>
              <a:ext uri="{FF2B5EF4-FFF2-40B4-BE49-F238E27FC236}">
                <a16:creationId xmlns:a16="http://schemas.microsoft.com/office/drawing/2014/main" id="{5A6622A7-B0F3-D318-3E9C-80B865521131}"/>
              </a:ext>
            </a:extLst>
          </p:cNvPr>
          <p:cNvSpPr/>
          <p:nvPr/>
        </p:nvSpPr>
        <p:spPr>
          <a:xfrm>
            <a:off x="519415" y="4289842"/>
            <a:ext cx="1964038" cy="226308"/>
          </a:xfrm>
          <a:custGeom>
            <a:avLst/>
            <a:gdLst/>
            <a:ahLst/>
            <a:cxnLst/>
            <a:rect l="l" t="t" r="r" b="b"/>
            <a:pathLst>
              <a:path w="4838784" h="370627">
                <a:moveTo>
                  <a:pt x="0" y="0"/>
                </a:moveTo>
                <a:lnTo>
                  <a:pt x="4838784" y="0"/>
                </a:lnTo>
                <a:lnTo>
                  <a:pt x="4838784" y="370627"/>
                </a:lnTo>
                <a:lnTo>
                  <a:pt x="0" y="370627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4638">
            <a:solidFill>
              <a:srgbClr val="002060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If HbA1c above Target</a:t>
            </a:r>
            <a:endParaRPr kumimoji="0" sz="105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9" name="object 114">
            <a:extLst>
              <a:ext uri="{FF2B5EF4-FFF2-40B4-BE49-F238E27FC236}">
                <a16:creationId xmlns:a16="http://schemas.microsoft.com/office/drawing/2014/main" id="{7BD59DCB-BAEC-7C1F-DBE0-2B1E990ABB53}"/>
              </a:ext>
            </a:extLst>
          </p:cNvPr>
          <p:cNvSpPr/>
          <p:nvPr/>
        </p:nvSpPr>
        <p:spPr>
          <a:xfrm>
            <a:off x="1383966" y="4504285"/>
            <a:ext cx="301517" cy="226418"/>
          </a:xfrm>
          <a:custGeom>
            <a:avLst/>
            <a:gdLst/>
            <a:ahLst/>
            <a:cxnLst/>
            <a:rect l="l" t="t" r="r" b="b"/>
            <a:pathLst>
              <a:path w="497503" h="373590">
                <a:moveTo>
                  <a:pt x="0" y="127870"/>
                </a:moveTo>
                <a:lnTo>
                  <a:pt x="122865" y="127870"/>
                </a:lnTo>
                <a:lnTo>
                  <a:pt x="122865" y="0"/>
                </a:lnTo>
                <a:lnTo>
                  <a:pt x="374690" y="0"/>
                </a:lnTo>
                <a:lnTo>
                  <a:pt x="374690" y="121724"/>
                </a:lnTo>
                <a:lnTo>
                  <a:pt x="497503" y="121724"/>
                </a:lnTo>
                <a:lnTo>
                  <a:pt x="251824" y="373590"/>
                </a:lnTo>
                <a:lnTo>
                  <a:pt x="0" y="127870"/>
                </a:lnTo>
                <a:close/>
              </a:path>
            </a:pathLst>
          </a:custGeom>
          <a:solidFill>
            <a:schemeClr val="tx2">
              <a:lumMod val="25000"/>
            </a:schemeClr>
          </a:solidFill>
          <a:ln w="14638">
            <a:solidFill>
              <a:srgbClr val="5372AB"/>
            </a:solidFill>
          </a:ln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1" name="object 91">
            <a:extLst>
              <a:ext uri="{FF2B5EF4-FFF2-40B4-BE49-F238E27FC236}">
                <a16:creationId xmlns:a16="http://schemas.microsoft.com/office/drawing/2014/main" id="{39A6B566-2FB1-0B77-3696-4DBBC5A2CCC4}"/>
              </a:ext>
            </a:extLst>
          </p:cNvPr>
          <p:cNvSpPr/>
          <p:nvPr/>
        </p:nvSpPr>
        <p:spPr>
          <a:xfrm>
            <a:off x="6392175" y="5307630"/>
            <a:ext cx="4924986" cy="717466"/>
          </a:xfrm>
          <a:custGeom>
            <a:avLst/>
            <a:gdLst/>
            <a:ahLst/>
            <a:cxnLst/>
            <a:rect l="l" t="t" r="r" b="b"/>
            <a:pathLst>
              <a:path w="4838784" h="370627">
                <a:moveTo>
                  <a:pt x="0" y="0"/>
                </a:moveTo>
                <a:lnTo>
                  <a:pt x="4838784" y="0"/>
                </a:lnTo>
                <a:lnTo>
                  <a:pt x="4838784" y="370627"/>
                </a:lnTo>
                <a:lnTo>
                  <a:pt x="0" y="37062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14638">
            <a:solidFill>
              <a:srgbClr val="002060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Premix insulin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4" name="object 114">
            <a:extLst>
              <a:ext uri="{FF2B5EF4-FFF2-40B4-BE49-F238E27FC236}">
                <a16:creationId xmlns:a16="http://schemas.microsoft.com/office/drawing/2014/main" id="{0FE9DAAF-2AE6-25AC-FE30-52C30AE8CF2B}"/>
              </a:ext>
            </a:extLst>
          </p:cNvPr>
          <p:cNvSpPr/>
          <p:nvPr/>
        </p:nvSpPr>
        <p:spPr>
          <a:xfrm>
            <a:off x="7539035" y="5195979"/>
            <a:ext cx="457250" cy="226418"/>
          </a:xfrm>
          <a:custGeom>
            <a:avLst/>
            <a:gdLst/>
            <a:ahLst/>
            <a:cxnLst/>
            <a:rect l="l" t="t" r="r" b="b"/>
            <a:pathLst>
              <a:path w="497503" h="373590">
                <a:moveTo>
                  <a:pt x="0" y="127870"/>
                </a:moveTo>
                <a:lnTo>
                  <a:pt x="122865" y="127870"/>
                </a:lnTo>
                <a:lnTo>
                  <a:pt x="122865" y="0"/>
                </a:lnTo>
                <a:lnTo>
                  <a:pt x="374690" y="0"/>
                </a:lnTo>
                <a:lnTo>
                  <a:pt x="374690" y="121724"/>
                </a:lnTo>
                <a:lnTo>
                  <a:pt x="497503" y="121724"/>
                </a:lnTo>
                <a:lnTo>
                  <a:pt x="251824" y="373590"/>
                </a:lnTo>
                <a:lnTo>
                  <a:pt x="0" y="127870"/>
                </a:lnTo>
                <a:close/>
              </a:path>
            </a:pathLst>
          </a:custGeom>
          <a:solidFill>
            <a:schemeClr val="tx2">
              <a:lumMod val="25000"/>
            </a:schemeClr>
          </a:solidFill>
          <a:ln w="14638">
            <a:solidFill>
              <a:srgbClr val="5372AB"/>
            </a:solidFill>
          </a:ln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38900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78D9AE9-D65B-277B-AA5B-D4401B3EECC0}"/>
              </a:ext>
            </a:extLst>
          </p:cNvPr>
          <p:cNvSpPr txBox="1"/>
          <p:nvPr/>
        </p:nvSpPr>
        <p:spPr>
          <a:xfrm>
            <a:off x="2635758" y="2827681"/>
            <a:ext cx="7084314" cy="8829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lnSpc>
                <a:spcPts val="1500"/>
              </a:lnSpc>
              <a:buNone/>
            </a:pPr>
            <a:r>
              <a:rPr lang="en-US" b="0" i="0" dirty="0">
                <a:effectLst/>
                <a:latin typeface="Segoe UI" panose="020B0502040204020203" pitchFamily="34" charset="0"/>
              </a:rPr>
              <a:t>Disclaimer:</a:t>
            </a:r>
          </a:p>
          <a:p>
            <a:pPr algn="ctr" fontAlgn="t">
              <a:lnSpc>
                <a:spcPts val="1500"/>
              </a:lnSpc>
              <a:buNone/>
            </a:pPr>
            <a:endParaRPr lang="en-US" b="0" i="0" dirty="0">
              <a:effectLst/>
              <a:latin typeface="Segoe UI" panose="020B0502040204020203" pitchFamily="34" charset="0"/>
            </a:endParaRPr>
          </a:p>
          <a:p>
            <a:pPr algn="ctr" fontAlgn="t">
              <a:lnSpc>
                <a:spcPts val="1500"/>
              </a:lnSpc>
              <a:buNone/>
            </a:pPr>
            <a:r>
              <a:rPr lang="en-US" b="0" i="0" dirty="0">
                <a:effectLst/>
                <a:latin typeface="Segoe UI" panose="020B0502040204020203" pitchFamily="34" charset="0"/>
              </a:rPr>
              <a:t>“For clinical decision support only. Physician judgment required.”</a:t>
            </a:r>
          </a:p>
          <a:p>
            <a:pPr fontAlgn="t">
              <a:lnSpc>
                <a:spcPts val="1500"/>
              </a:lnSpc>
              <a:buNone/>
            </a:pP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80FC14-3BB2-2BAD-1AF5-7A96F7E366ED}"/>
              </a:ext>
            </a:extLst>
          </p:cNvPr>
          <p:cNvSpPr txBox="1"/>
          <p:nvPr/>
        </p:nvSpPr>
        <p:spPr>
          <a:xfrm>
            <a:off x="3047238" y="3907379"/>
            <a:ext cx="6094476" cy="3058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lnSpc>
                <a:spcPts val="1500"/>
              </a:lnSpc>
              <a:buNone/>
            </a:pPr>
            <a:r>
              <a:rPr lang="en-US" b="0" i="0" dirty="0">
                <a:effectLst/>
                <a:latin typeface="Segoe UI" panose="020B0502040204020203" pitchFamily="34" charset="0"/>
              </a:rPr>
              <a:t>“Based on Iraqi Consensus 2026”</a:t>
            </a:r>
          </a:p>
        </p:txBody>
      </p:sp>
    </p:spTree>
    <p:extLst>
      <p:ext uri="{BB962C8B-B14F-4D97-AF65-F5344CB8AC3E}">
        <p14:creationId xmlns:p14="http://schemas.microsoft.com/office/powerpoint/2010/main" val="36492026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EE5FD-7A24-B58C-1629-91653DA76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548640"/>
            <a:ext cx="11060134" cy="731520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200"/>
              <a:t>One-Glance Decision Flow for Initiating and Intensifying Injectables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219E4431-B238-47E4-91FF-7389B8D0305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55973883"/>
              </p:ext>
            </p:extLst>
          </p:nvPr>
        </p:nvGraphicFramePr>
        <p:xfrm>
          <a:off x="324465" y="1547954"/>
          <a:ext cx="11611895" cy="4767935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4207648">
                  <a:extLst>
                    <a:ext uri="{9D8B030D-6E8A-4147-A177-3AD203B41FA5}">
                      <a16:colId xmlns:a16="http://schemas.microsoft.com/office/drawing/2014/main" val="3280006958"/>
                    </a:ext>
                  </a:extLst>
                </a:gridCol>
                <a:gridCol w="3469703">
                  <a:extLst>
                    <a:ext uri="{9D8B030D-6E8A-4147-A177-3AD203B41FA5}">
                      <a16:colId xmlns:a16="http://schemas.microsoft.com/office/drawing/2014/main" val="1326730478"/>
                    </a:ext>
                  </a:extLst>
                </a:gridCol>
                <a:gridCol w="3934544">
                  <a:extLst>
                    <a:ext uri="{9D8B030D-6E8A-4147-A177-3AD203B41FA5}">
                      <a16:colId xmlns:a16="http://schemas.microsoft.com/office/drawing/2014/main" val="1820399538"/>
                    </a:ext>
                  </a:extLst>
                </a:gridCol>
              </a:tblGrid>
              <a:tr h="10497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b="1" cap="all" spc="150" dirty="0">
                          <a:solidFill>
                            <a:schemeClr val="tx1"/>
                          </a:solidFill>
                        </a:rPr>
                        <a:t>Clinical Situation</a:t>
                      </a:r>
                    </a:p>
                  </a:txBody>
                  <a:tcPr marL="180300" marR="180300" marT="180300" marB="18030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b="1" cap="all" spc="150">
                          <a:solidFill>
                            <a:schemeClr val="tx1"/>
                          </a:solidFill>
                        </a:rPr>
                        <a:t>Recommended Strategy</a:t>
                      </a:r>
                    </a:p>
                  </a:txBody>
                  <a:tcPr marL="180300" marR="180300" marT="180300" marB="18030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b="1" cap="all" spc="150" dirty="0">
                          <a:solidFill>
                            <a:schemeClr val="tx1"/>
                          </a:solidFill>
                        </a:rPr>
                        <a:t>Iraqi Practice Emphasis</a:t>
                      </a:r>
                    </a:p>
                  </a:txBody>
                  <a:tcPr marL="180300" marR="180300" marT="180300" marB="18030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5450511"/>
                  </a:ext>
                </a:extLst>
              </a:tr>
              <a:tr h="9295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 cap="none" spc="0" dirty="0">
                          <a:solidFill>
                            <a:schemeClr val="tx1"/>
                          </a:solidFill>
                        </a:rPr>
                        <a:t>HbA1c &lt; 2% above target, BMI ≤30</a:t>
                      </a:r>
                    </a:p>
                  </a:txBody>
                  <a:tcPr marL="180300" marR="180300" marT="180300" marB="18030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cap="none" spc="0" dirty="0">
                          <a:solidFill>
                            <a:schemeClr val="tx1"/>
                          </a:solidFill>
                        </a:rPr>
                        <a:t>Basal insulin (2nd generation) + titration</a:t>
                      </a:r>
                    </a:p>
                  </a:txBody>
                  <a:tcPr marL="180300" marR="180300" marT="180300" marB="18030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cap="none" spc="0" dirty="0">
                          <a:solidFill>
                            <a:schemeClr val="tx1"/>
                          </a:solidFill>
                        </a:rPr>
                        <a:t>Advance to BI + GLP-1 RA or FRC if not at target</a:t>
                      </a:r>
                    </a:p>
                  </a:txBody>
                  <a:tcPr marL="180300" marR="180300" marT="180300" marB="18030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7431658"/>
                  </a:ext>
                </a:extLst>
              </a:tr>
              <a:tr h="9295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 cap="none" spc="0">
                          <a:solidFill>
                            <a:schemeClr val="tx1"/>
                          </a:solidFill>
                        </a:rPr>
                        <a:t>HbA1c &lt; 2% above target, BMI &gt;30</a:t>
                      </a:r>
                    </a:p>
                  </a:txBody>
                  <a:tcPr marL="180300" marR="180300" marT="180300" marB="18030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cap="none" spc="0">
                          <a:solidFill>
                            <a:schemeClr val="tx1"/>
                          </a:solidFill>
                        </a:rPr>
                        <a:t>Basal insulin + GLP-1 RA</a:t>
                      </a:r>
                    </a:p>
                  </a:txBody>
                  <a:tcPr marL="180300" marR="180300" marT="180300" marB="18030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cap="none" spc="0" dirty="0">
                          <a:solidFill>
                            <a:schemeClr val="tx1"/>
                          </a:solidFill>
                        </a:rPr>
                        <a:t>FRC preferred due to access and simplicity</a:t>
                      </a:r>
                    </a:p>
                  </a:txBody>
                  <a:tcPr marL="180300" marR="180300" marT="180300" marB="18030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415917"/>
                  </a:ext>
                </a:extLst>
              </a:tr>
              <a:tr h="9295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 cap="none" spc="0">
                          <a:solidFill>
                            <a:schemeClr val="tx1"/>
                          </a:solidFill>
                        </a:rPr>
                        <a:t>HbA1c ≥ 2% above target (all BMI)</a:t>
                      </a:r>
                    </a:p>
                  </a:txBody>
                  <a:tcPr marL="180300" marR="180300" marT="180300" marB="18030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cap="none" spc="0" dirty="0">
                          <a:solidFill>
                            <a:schemeClr val="tx1"/>
                          </a:solidFill>
                        </a:rPr>
                        <a:t>Initiate BI + GLP-1 RA</a:t>
                      </a:r>
                    </a:p>
                  </a:txBody>
                  <a:tcPr marL="180300" marR="180300" marT="180300" marB="18030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cap="none" spc="0">
                          <a:solidFill>
                            <a:schemeClr val="tx1"/>
                          </a:solidFill>
                        </a:rPr>
                        <a:t>FRC positioned as default option</a:t>
                      </a:r>
                    </a:p>
                  </a:txBody>
                  <a:tcPr marL="180300" marR="180300" marT="180300" marB="18030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2622209"/>
                  </a:ext>
                </a:extLst>
              </a:tr>
              <a:tr h="9295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 cap="none" spc="0">
                          <a:solidFill>
                            <a:schemeClr val="tx1"/>
                          </a:solidFill>
                        </a:rPr>
                        <a:t>Persistent uncontrolled HbA1c</a:t>
                      </a:r>
                    </a:p>
                  </a:txBody>
                  <a:tcPr marL="180300" marR="180300" marT="180300" marB="18030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0" cap="none" spc="0">
                          <a:solidFill>
                            <a:schemeClr val="tx1"/>
                          </a:solidFill>
                        </a:rPr>
                        <a:t>Further intensification</a:t>
                      </a:r>
                    </a:p>
                  </a:txBody>
                  <a:tcPr marL="180300" marR="180300" marT="180300" marB="18030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0" cap="none" spc="0" dirty="0">
                          <a:solidFill>
                            <a:schemeClr val="tx1"/>
                          </a:solidFill>
                        </a:rPr>
                        <a:t>Add rapid-acting insulin; </a:t>
                      </a:r>
                    </a:p>
                    <a:p>
                      <a:pPr>
                        <a:buNone/>
                      </a:pPr>
                      <a:r>
                        <a:rPr lang="en-US" sz="1700" b="0" cap="none" spc="0" dirty="0">
                          <a:solidFill>
                            <a:schemeClr val="tx1"/>
                          </a:solidFill>
                        </a:rPr>
                        <a:t>premix only if others unavailable</a:t>
                      </a:r>
                    </a:p>
                  </a:txBody>
                  <a:tcPr marL="180300" marR="180300" marT="180300" marB="18030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30865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0138417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168A029-48CE-F5B1-5F89-DA13323269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7277122"/>
              </p:ext>
            </p:extLst>
          </p:nvPr>
        </p:nvGraphicFramePr>
        <p:xfrm>
          <a:off x="6031992" y="1609343"/>
          <a:ext cx="5480304" cy="4023360"/>
        </p:xfrm>
        <a:graphic>
          <a:graphicData uri="http://schemas.openxmlformats.org/drawingml/2006/table">
            <a:tbl>
              <a:tblPr/>
              <a:tblGrid>
                <a:gridCol w="5480304">
                  <a:extLst>
                    <a:ext uri="{9D8B030D-6E8A-4147-A177-3AD203B41FA5}">
                      <a16:colId xmlns:a16="http://schemas.microsoft.com/office/drawing/2014/main" val="114342826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b="1" i="0" dirty="0">
                          <a:effectLst/>
                          <a:latin typeface="Segoe UI" panose="020B0502040204020203" pitchFamily="34" charset="0"/>
                        </a:rPr>
                        <a:t>Every scenario should follow this exact structure: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endParaRPr lang="en-US" b="1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b="1" i="0" dirty="0">
                          <a:effectLst/>
                          <a:latin typeface="Segoe UI" panose="020B0502040204020203" pitchFamily="34" charset="0"/>
                        </a:rPr>
                        <a:t>1. Title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→ “On [Therapy] – Inadequate Control”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endParaRPr lang="en-US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b="1" i="0" dirty="0">
                          <a:effectLst/>
                          <a:latin typeface="Segoe UI" panose="020B0502040204020203" pitchFamily="34" charset="0"/>
                        </a:rPr>
                        <a:t>2. Recommendation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→ What to optimize first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endParaRPr lang="en-US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b="1" i="0" dirty="0">
                          <a:effectLst/>
                          <a:latin typeface="Segoe UI" panose="020B0502040204020203" pitchFamily="34" charset="0"/>
                        </a:rPr>
                        <a:t>3. If HbA1c above target (next step)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→ Stepwise action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endParaRPr lang="en-US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b="1" i="0" dirty="0">
                          <a:effectLst/>
                          <a:latin typeface="Segoe UI" panose="020B0502040204020203" pitchFamily="34" charset="0"/>
                        </a:rPr>
                        <a:t>4. Key Considerations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→ Clinical + positioning</a:t>
                      </a:r>
                    </a:p>
                  </a:txBody>
                  <a:tcPr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5952417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39370989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C5D2500-4C74-20D4-706F-9AF297E391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5562550"/>
              </p:ext>
            </p:extLst>
          </p:nvPr>
        </p:nvGraphicFramePr>
        <p:xfrm>
          <a:off x="1307719" y="1343125"/>
          <a:ext cx="3986657" cy="5240655"/>
        </p:xfrm>
        <a:graphic>
          <a:graphicData uri="http://schemas.openxmlformats.org/drawingml/2006/table">
            <a:tbl>
              <a:tblPr/>
              <a:tblGrid>
                <a:gridCol w="3986657">
                  <a:extLst>
                    <a:ext uri="{9D8B030D-6E8A-4147-A177-3AD203B41FA5}">
                      <a16:colId xmlns:a16="http://schemas.microsoft.com/office/drawing/2014/main" val="409786263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b="1" i="0" dirty="0">
                          <a:effectLst/>
                          <a:latin typeface="Segoe UI" panose="020B0502040204020203" pitchFamily="34" charset="0"/>
                        </a:rPr>
                        <a:t>Inputs: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✅ HbA1c gap vs target:</a:t>
                      </a:r>
                    </a:p>
                    <a:p>
                      <a:pPr marL="285750" indent="-28575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&lt; 2% above target</a:t>
                      </a:r>
                    </a:p>
                    <a:p>
                      <a:pPr marL="285750" indent="-28575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u="none" strike="noStrike" dirty="0">
                          <a:effectLst/>
                        </a:rPr>
                        <a:t>≥</a:t>
                      </a:r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2% above target</a:t>
                      </a:r>
                    </a:p>
                    <a:p>
                      <a:pPr marL="285750" indent="-28575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✅ BMI:</a:t>
                      </a:r>
                    </a:p>
                    <a:p>
                      <a:pPr marL="285750" indent="-28575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u="none" strike="noStrike" dirty="0">
                          <a:effectLst/>
                        </a:rPr>
                        <a:t>≤ 30</a:t>
                      </a:r>
                    </a:p>
                    <a:p>
                      <a:pPr marL="285750" indent="-28575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u="none" strike="noStrike" dirty="0">
                          <a:effectLst/>
                          <a:latin typeface="Segoe UI" panose="020B0502040204020203" pitchFamily="34" charset="0"/>
                        </a:rPr>
                        <a:t>&gt;30</a:t>
                      </a:r>
                    </a:p>
                    <a:p>
                      <a:pPr marL="0" indent="0" fontAlgn="t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b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</a:br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✅ Meal pattern: </a:t>
                      </a:r>
                    </a:p>
                    <a:p>
                      <a:pPr marL="285750" indent="-28575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Regular</a:t>
                      </a:r>
                    </a:p>
                    <a:p>
                      <a:pPr marL="285750" indent="-28575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Irregular</a:t>
                      </a:r>
                    </a:p>
                    <a:p>
                      <a:pPr marL="0" indent="0" fontAlgn="t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b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</a:br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✅ GLP‑1 RA accessible / tolerated</a:t>
                      </a:r>
                    </a:p>
                    <a:p>
                      <a:pPr marL="285750" indent="-28575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Yes</a:t>
                      </a:r>
                    </a:p>
                    <a:p>
                      <a:pPr marL="285750" indent="-28575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No</a:t>
                      </a:r>
                    </a:p>
                    <a:p>
                      <a:pPr marL="285750" indent="-28575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✅Current injectable regimen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endParaRPr lang="en-US" b="0" i="0" dirty="0">
                        <a:effectLst/>
                        <a:latin typeface="Segoe UI" panose="020B0502040204020203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2923525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E45B60CE-A9C3-8F7E-1B2B-16CBCAB260F8}"/>
              </a:ext>
            </a:extLst>
          </p:cNvPr>
          <p:cNvSpPr txBox="1"/>
          <p:nvPr/>
        </p:nvSpPr>
        <p:spPr>
          <a:xfrm>
            <a:off x="1405128" y="447956"/>
            <a:ext cx="9381744" cy="498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lnSpc>
                <a:spcPts val="1500"/>
              </a:lnSpc>
              <a:buNone/>
            </a:pPr>
            <a:r>
              <a:rPr lang="en-US" b="1" i="0" dirty="0">
                <a:effectLst/>
                <a:latin typeface="Segoe UI" panose="020B0502040204020203" pitchFamily="34" charset="0"/>
              </a:rPr>
              <a:t>From “digital guideline” → “point‑of‑care decision engine”=‘’rule based clinical engine’’</a:t>
            </a:r>
          </a:p>
        </p:txBody>
      </p:sp>
    </p:spTree>
    <p:extLst>
      <p:ext uri="{BB962C8B-B14F-4D97-AF65-F5344CB8AC3E}">
        <p14:creationId xmlns:p14="http://schemas.microsoft.com/office/powerpoint/2010/main" val="1006514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89D56CF-8ACF-7980-5C97-A2DFB0A92E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0735311"/>
              </p:ext>
            </p:extLst>
          </p:nvPr>
        </p:nvGraphicFramePr>
        <p:xfrm>
          <a:off x="3191036" y="973692"/>
          <a:ext cx="5809927" cy="182030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809927">
                  <a:extLst>
                    <a:ext uri="{9D8B030D-6E8A-4147-A177-3AD203B41FA5}">
                      <a16:colId xmlns:a16="http://schemas.microsoft.com/office/drawing/2014/main" val="2860684736"/>
                    </a:ext>
                  </a:extLst>
                </a:gridCol>
              </a:tblGrid>
              <a:tr h="64722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 dirty="0">
                          <a:effectLst/>
                        </a:rPr>
                        <a:t>1- None / first injectable selection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059188839"/>
                  </a:ext>
                </a:extLst>
              </a:tr>
              <a:tr h="58654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HbA1c &lt; 2%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03911312"/>
                  </a:ext>
                </a:extLst>
              </a:tr>
              <a:tr h="58654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BMI ≤ 30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187702267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0B12B45E-8110-87F3-1FB1-17BC336FFE0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272" t="21902" r="58070" b="38113"/>
          <a:stretch>
            <a:fillRect/>
          </a:stretch>
        </p:blipFill>
        <p:spPr>
          <a:xfrm>
            <a:off x="4508738" y="3605682"/>
            <a:ext cx="3985022" cy="2644609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7309A2A-F875-5D6E-0261-7BEF770E1757}"/>
              </a:ext>
            </a:extLst>
          </p:cNvPr>
          <p:cNvSpPr/>
          <p:nvPr/>
        </p:nvSpPr>
        <p:spPr>
          <a:xfrm>
            <a:off x="4310673" y="3314268"/>
            <a:ext cx="2236737" cy="3105425"/>
          </a:xfrm>
          <a:prstGeom prst="round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A555CF8-F371-53EF-5C90-7093F5665532}"/>
              </a:ext>
            </a:extLst>
          </p:cNvPr>
          <p:cNvSpPr/>
          <p:nvPr/>
        </p:nvSpPr>
        <p:spPr>
          <a:xfrm>
            <a:off x="7006709" y="5599494"/>
            <a:ext cx="513875" cy="1228026"/>
          </a:xfrm>
          <a:prstGeom prst="roundRect">
            <a:avLst/>
          </a:prstGeom>
          <a:solidFill>
            <a:schemeClr val="bg1"/>
          </a:solidFill>
          <a:ln w="317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BD2CAC-A545-FA97-5B5D-585D721EB5D1}"/>
              </a:ext>
            </a:extLst>
          </p:cNvPr>
          <p:cNvSpPr txBox="1"/>
          <p:nvPr/>
        </p:nvSpPr>
        <p:spPr>
          <a:xfrm>
            <a:off x="4391406" y="312946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4"/>
              </a:rPr>
              <a:t>T2D Injectable Therapy CDS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74640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8506C1-5235-D8C0-A1C3-607D462BB1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5E06C20-CCFB-574F-E14C-F6935E988F13}"/>
              </a:ext>
            </a:extLst>
          </p:cNvPr>
          <p:cNvSpPr txBox="1"/>
          <p:nvPr/>
        </p:nvSpPr>
        <p:spPr>
          <a:xfrm>
            <a:off x="624838" y="1957366"/>
            <a:ext cx="669988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>
              <a:buNone/>
            </a:pPr>
            <a:r>
              <a:rPr lang="en-US" sz="1600" b="0" i="0" dirty="0">
                <a:effectLst/>
                <a:latin typeface="Segoe UI" panose="020B0502040204020203" pitchFamily="34" charset="0"/>
              </a:rPr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E9A03C-DAB8-39F0-2B1E-2F6BA16A32B6}"/>
              </a:ext>
            </a:extLst>
          </p:cNvPr>
          <p:cNvSpPr txBox="1"/>
          <p:nvPr/>
        </p:nvSpPr>
        <p:spPr>
          <a:xfrm>
            <a:off x="6297168" y="221293"/>
            <a:ext cx="4968240" cy="52322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anchor="ctr">
            <a:spAutoFit/>
          </a:bodyPr>
          <a:lstStyle/>
          <a:p>
            <a:pPr algn="ctr" fontAlgn="t"/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None / first injectable selection - Inadequate Control</a:t>
            </a:r>
          </a:p>
          <a:p>
            <a:pPr algn="ctr" fontAlgn="t">
              <a:buNone/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HbA1c &lt;2% above target | BMI ≤30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AF72F94-DBBF-9006-3159-DE3A5CD261FE}"/>
              </a:ext>
            </a:extLst>
          </p:cNvPr>
          <p:cNvSpPr txBox="1"/>
          <p:nvPr/>
        </p:nvSpPr>
        <p:spPr>
          <a:xfrm>
            <a:off x="151638" y="295001"/>
            <a:ext cx="5124450" cy="6370975"/>
          </a:xfrm>
          <a:prstGeom prst="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txBody>
          <a:bodyPr wrap="square" anchor="ctr">
            <a:spAutoFit/>
          </a:bodyPr>
          <a:lstStyle/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🧠 RECOMMENDATION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🟩 Start Basal Insulin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Prefer 2nd‑generation BI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defTabSz="914377" fontAlgn="t">
              <a:lnSpc>
                <a:spcPts val="1500"/>
              </a:lnSpc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💡 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Targets FPG · appropriate for mild HbA1c elevation</a:t>
            </a:r>
            <a:r>
              <a:rPr lang="en-US" sz="1000" i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· low hypo risk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🟩 Titrate to FPG Target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(up to ~0.5 U/kg/day)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🟨 If HbA1c Above Target → Intensify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↺ 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Reassess every 3–6 months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⚡ Basal insulin addresses FPG, not PPG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🟩 Add GLP‑1 RA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💡 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Targets PPG · low hypo risk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🟩 Choose Combination Strategy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🔗 FRC (BI + GLP‑1 RA)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Once daily · simplified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⚪ Separate BI + GLP‑1 RA</a:t>
            </a:r>
          </a:p>
          <a:p>
            <a:pPr defTabSz="914377" fontAlgn="t">
              <a:lnSpc>
                <a:spcPts val="1500"/>
              </a:lnSpc>
              <a:defRPr/>
            </a:pPr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Optimize BI + GLP-1 RA before 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escalation to </a:t>
            </a:r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complex regimens</a:t>
            </a:r>
          </a:p>
          <a:p>
            <a:pPr defTabSz="914377" fontAlgn="t">
              <a:defRPr/>
            </a:pPr>
            <a:endParaRPr lang="en-US" sz="1000" i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914377" fontAlgn="t">
              <a:defRPr/>
            </a:pPr>
            <a:endParaRPr lang="en-US" sz="1000" i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🔹 Key Considerations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🧪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HbA1c target (~7%):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Individualized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💉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2nd‑gen basal insulin</a:t>
            </a:r>
            <a:r>
              <a:rPr lang="en-US" sz="10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↓ hypo · &gt;24h stable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⚖️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GLP‑1 RA choice: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→ Weight · CVD/CKD · access/cost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🔗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FRC (BI + GLP‑1 RA):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Simple · once daily · ↓ hypo · weight neutral · ↑ adherence</a:t>
            </a:r>
            <a:b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→ Consider when GLP‑1 RA access or tolerability is limited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🔄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Basal–bolus: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Flexible · higher injection burden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⚖️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Premix insulin: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Simple · fixed meals required</a:t>
            </a:r>
            <a:b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→ Alternative when preferred options are unavailable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877DD57-931E-BDC2-0685-0B9D930FAA1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778" r="31556" b="8267"/>
          <a:stretch>
            <a:fillRect/>
          </a:stretch>
        </p:blipFill>
        <p:spPr>
          <a:xfrm>
            <a:off x="5515244" y="793435"/>
            <a:ext cx="6521252" cy="5872541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237127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CFBA9E-9D7F-4EF2-3D73-F05C24C7D8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D9336E5-DC8A-6CDB-F07D-8BD09E8D0AF8}"/>
              </a:ext>
            </a:extLst>
          </p:cNvPr>
          <p:cNvSpPr txBox="1"/>
          <p:nvPr/>
        </p:nvSpPr>
        <p:spPr>
          <a:xfrm>
            <a:off x="6419088" y="118315"/>
            <a:ext cx="5239512" cy="73866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anchor="ctr">
            <a:spAutoFit/>
          </a:bodyPr>
          <a:lstStyle/>
          <a:p>
            <a:pPr algn="ctr" fontAlgn="t"/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None / first injectable selection - Inadequate Control</a:t>
            </a:r>
          </a:p>
          <a:p>
            <a:pPr algn="ctr" fontAlgn="t">
              <a:buNone/>
            </a:pPr>
            <a:r>
              <a:rPr lang="en-US" sz="14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HbA1c &lt;2% above target | BMI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≤</a:t>
            </a:r>
            <a:r>
              <a:rPr lang="en-US" sz="14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30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| Limited GLP-1 RA access / tolerability</a:t>
            </a:r>
            <a:endParaRPr lang="en-US" sz="1400" b="1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92EDD5-CEDF-34C4-4B52-5213B650D6B3}"/>
              </a:ext>
            </a:extLst>
          </p:cNvPr>
          <p:cNvSpPr txBox="1"/>
          <p:nvPr/>
        </p:nvSpPr>
        <p:spPr>
          <a:xfrm>
            <a:off x="316230" y="856979"/>
            <a:ext cx="5104959" cy="5870838"/>
          </a:xfrm>
          <a:prstGeom prst="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txBody>
          <a:bodyPr wrap="square" anchor="ctr">
            <a:spAutoFit/>
          </a:bodyPr>
          <a:lstStyle/>
          <a:p>
            <a:pPr lvl="0" defTabSz="914377" fontAlgn="t">
              <a:lnSpc>
                <a:spcPts val="1500"/>
              </a:lnSpc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🧠 </a:t>
            </a:r>
            <a:r>
              <a:rPr lang="en-US" sz="10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RECOMMENDATION</a:t>
            </a: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🟩 Start Basal Insulin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Prefer 2nd‑generation BI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914377" fontAlgn="t">
              <a:lnSpc>
                <a:spcPts val="1500"/>
              </a:lnSpc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💡 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Targets FPG · appropriate for mild HbA1c elevation</a:t>
            </a:r>
            <a:r>
              <a:rPr lang="en-US" sz="1000" i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· low hypo risk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🟩 Titrate to FPG Target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(up to ~0.5 U/kg/day)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🟨 If HbA1c Above Target → Intensify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↺ 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Reassess every 3–6 months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⚡ Basal insulin addresses FPG, not PPG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🟩 Add GLP‑1 RA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💡 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Targets PPG · low hypo risk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914377" fontAlgn="t">
              <a:lnSpc>
                <a:spcPts val="1500"/>
              </a:lnSpc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🟩 Prefer FRC (BI + GLP‑1 RA)</a:t>
            </a:r>
            <a:r>
              <a:rPr lang="en-US" sz="1000" i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Once daily · simplified</a:t>
            </a:r>
            <a:endParaRPr lang="en-US" sz="1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defTabSz="914377" fontAlgn="t">
              <a:lnSpc>
                <a:spcPts val="1500"/>
              </a:lnSpc>
              <a:defRPr/>
            </a:pPr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(when limited GLP-1 RA access/ tolerability)</a:t>
            </a: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914377" fontAlgn="t">
              <a:lnSpc>
                <a:spcPts val="1500"/>
              </a:lnSpc>
              <a:defRPr/>
            </a:pPr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Optimize BI + GLP-1 RA before 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escalation to </a:t>
            </a:r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complex regimens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0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🔹 Key Considerations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🧪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HbA1c target (~7%):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Individualized</a:t>
            </a:r>
          </a:p>
          <a:p>
            <a:pPr lvl="0" defTabSz="914377" fontAlgn="t">
              <a:lnSpc>
                <a:spcPts val="1500"/>
              </a:lnSpc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💉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2nd‑gen basal insulin: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↓ hypo · &gt;24h stable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⚖️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GLP‑1 RA choice: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→ Weight · CVD/CKD · access/cost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🔗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FRC (BI + GLP‑1 RA):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Simple · once daily · ↓ hypo · weight neutral · ↑ adherence</a:t>
            </a:r>
            <a:b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→ Consider when GLP‑1 RA access or tolerability is limited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🔄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Basal–bolus: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Flexible · higher injection burden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⚖️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Premix insulin: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Simple · fixed meals required</a:t>
            </a:r>
            <a:b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→ Alternative when preferred options are unavailable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572BF8-426D-97B1-E439-BAF6A5CE2BA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778" r="31472" b="8800"/>
          <a:stretch>
            <a:fillRect/>
          </a:stretch>
        </p:blipFill>
        <p:spPr>
          <a:xfrm>
            <a:off x="5638359" y="1006202"/>
            <a:ext cx="6402003" cy="5724144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432138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860598-9C69-3B4B-D362-78CFBBC00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CEC9A76-73F9-6CFF-BFE7-6F8DFC216C18}"/>
              </a:ext>
            </a:extLst>
          </p:cNvPr>
          <p:cNvSpPr txBox="1"/>
          <p:nvPr/>
        </p:nvSpPr>
        <p:spPr>
          <a:xfrm>
            <a:off x="624838" y="1957366"/>
            <a:ext cx="669988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>
              <a:buNone/>
            </a:pPr>
            <a:r>
              <a:rPr lang="en-US" sz="1600" b="0" i="0" dirty="0">
                <a:effectLst/>
                <a:latin typeface="Segoe UI" panose="020B0502040204020203" pitchFamily="34" charset="0"/>
              </a:rPr>
              <a:t>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43611B7-152C-72B0-72C6-C0C273360CD4}"/>
              </a:ext>
            </a:extLst>
          </p:cNvPr>
          <p:cNvSpPr txBox="1"/>
          <p:nvPr/>
        </p:nvSpPr>
        <p:spPr>
          <a:xfrm>
            <a:off x="6492240" y="193613"/>
            <a:ext cx="4700016" cy="52322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anchor="ctr">
            <a:spAutoFit/>
          </a:bodyPr>
          <a:lstStyle/>
          <a:p>
            <a:pPr algn="ctr" fontAlgn="t"/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None / first injectable selection - Inadequate Control</a:t>
            </a:r>
          </a:p>
          <a:p>
            <a:pPr algn="ctr" fontAlgn="t">
              <a:buNone/>
            </a:pPr>
            <a:r>
              <a:rPr lang="en-US" sz="14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HbA1c &lt;2% above target | BMI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≤</a:t>
            </a:r>
            <a:r>
              <a:rPr lang="en-US" sz="14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30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| irregular meals</a:t>
            </a:r>
            <a:endParaRPr lang="en-US" sz="1400" b="1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F15B945-8399-E957-38E1-83BAA1B3283A}"/>
              </a:ext>
            </a:extLst>
          </p:cNvPr>
          <p:cNvSpPr/>
          <p:nvPr/>
        </p:nvSpPr>
        <p:spPr>
          <a:xfrm>
            <a:off x="9674352" y="3767328"/>
            <a:ext cx="1856232" cy="3657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631F55D-5EC4-45E0-4091-6F69BE0BA22B}"/>
              </a:ext>
            </a:extLst>
          </p:cNvPr>
          <p:cNvSpPr txBox="1"/>
          <p:nvPr/>
        </p:nvSpPr>
        <p:spPr>
          <a:xfrm>
            <a:off x="151638" y="172023"/>
            <a:ext cx="5023866" cy="6563335"/>
          </a:xfrm>
          <a:prstGeom prst="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txBody>
          <a:bodyPr wrap="square" anchor="ctr">
            <a:spAutoFit/>
          </a:bodyPr>
          <a:lstStyle/>
          <a:p>
            <a:pPr lvl="0" defTabSz="914377" fontAlgn="t">
              <a:lnSpc>
                <a:spcPts val="1500"/>
              </a:lnSpc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🧠 </a:t>
            </a:r>
            <a:r>
              <a:rPr lang="en-US" sz="10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RECOMMENDATION</a:t>
            </a: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🟩 Start Basal Insulin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Prefer 2nd‑generation BI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914377" fontAlgn="t">
              <a:lnSpc>
                <a:spcPts val="1500"/>
              </a:lnSpc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💡 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Targets FPG · appropriate for mild HbA1c elevation</a:t>
            </a:r>
            <a:r>
              <a:rPr lang="en-US" sz="1000" i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· low hypo risk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🟩 Titrate to FPG Target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(up to ~0.5 U/kg/day)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🟨 If HbA1c Above Target → Intensify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↺ 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Reassess every 3–6 months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⚡ Basal insulin addresses FPG, not PPG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🟩 Add GLP‑1 RA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💡 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Targets PPG · low hypo risk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🟩 Choose Combination Strategy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🔗 FRC (BI + GLP‑1 RA)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Once daily · simplified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⚪ Separate BI + GLP‑1 RA</a:t>
            </a:r>
          </a:p>
          <a:p>
            <a:pPr defTabSz="914377" fontAlgn="t">
              <a:lnSpc>
                <a:spcPts val="1500"/>
              </a:lnSpc>
              <a:defRPr/>
            </a:pPr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Optimize BI + GLP-1 RA before 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escalation to </a:t>
            </a:r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complex regimens</a:t>
            </a:r>
          </a:p>
          <a:p>
            <a:pPr defTabSz="914377" fontAlgn="t">
              <a:defRPr/>
            </a:pPr>
            <a:endParaRPr lang="en-US" sz="1000" i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914377" fontAlgn="t">
              <a:defRPr/>
            </a:pPr>
            <a:endParaRPr lang="en-US" sz="1000" i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🔹 Key Considerations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🧪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HbA1c target (~7%):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Individualized</a:t>
            </a:r>
          </a:p>
          <a:p>
            <a:pPr lvl="0" defTabSz="914377" fontAlgn="t">
              <a:lnSpc>
                <a:spcPts val="1500"/>
              </a:lnSpc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💉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2nd‑gen basal insulin: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↓ hypo · &gt;24h stable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⚖️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GLP‑1 RA choice: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→ Weight · CVD/CKD · access/cost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🔗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FRC (BI + GLP‑1 RA):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Simple · once daily · ↓ hypo · weight neutral · ↑ adherence</a:t>
            </a:r>
            <a:b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→ Consider when GLP‑1 RA access or tolerability is limited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🔄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Basal–bolus: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Flexible · higher injection burden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⚖️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Premix insulin: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Simple · fixed meals required</a:t>
            </a:r>
            <a:b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→ Alternative when preferred options are unavailable</a:t>
            </a:r>
          </a:p>
          <a:p>
            <a:pPr defTabSz="914377" fontAlgn="t">
              <a:lnSpc>
                <a:spcPts val="1500"/>
              </a:lnSpc>
              <a:defRPr/>
            </a:pPr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⚠ </a:t>
            </a:r>
            <a:r>
              <a:rPr lang="en-US" sz="10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Irregular meals: </a:t>
            </a:r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avoid premix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53548EA-44B6-112C-E0E9-9B38FC2EC96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944" r="31722" b="8533"/>
          <a:stretch>
            <a:fillRect/>
          </a:stretch>
        </p:blipFill>
        <p:spPr>
          <a:xfrm>
            <a:off x="5367528" y="819546"/>
            <a:ext cx="6553961" cy="5915812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5563229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A6A134-654E-499A-B77E-754FB86F00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85E3171-D7AC-2F15-4B37-6B356DD05997}"/>
              </a:ext>
            </a:extLst>
          </p:cNvPr>
          <p:cNvSpPr txBox="1"/>
          <p:nvPr/>
        </p:nvSpPr>
        <p:spPr>
          <a:xfrm>
            <a:off x="6096000" y="168881"/>
            <a:ext cx="5705856" cy="73866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anchor="ctr">
            <a:spAutoFit/>
          </a:bodyPr>
          <a:lstStyle/>
          <a:p>
            <a:pPr algn="ctr" fontAlgn="t"/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None / first injectable selection - Inadequate Control</a:t>
            </a:r>
          </a:p>
          <a:p>
            <a:pPr algn="ctr" fontAlgn="t">
              <a:buNone/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HbA1c &lt;2% above target | BMI ≤30 | Limited GLP-1 RA access / tolerability &amp; irregular meals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0111821-DA0D-4442-E295-C1796019A020}"/>
              </a:ext>
            </a:extLst>
          </p:cNvPr>
          <p:cNvSpPr/>
          <p:nvPr/>
        </p:nvSpPr>
        <p:spPr>
          <a:xfrm>
            <a:off x="9628632" y="3886200"/>
            <a:ext cx="1856232" cy="3657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676DAB-DD60-0280-899E-B367B0B2EC1C}"/>
              </a:ext>
            </a:extLst>
          </p:cNvPr>
          <p:cNvSpPr txBox="1"/>
          <p:nvPr/>
        </p:nvSpPr>
        <p:spPr>
          <a:xfrm>
            <a:off x="279654" y="691198"/>
            <a:ext cx="5042154" cy="6055504"/>
          </a:xfrm>
          <a:prstGeom prst="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txBody>
          <a:bodyPr wrap="square" anchor="ctr">
            <a:spAutoFit/>
          </a:bodyPr>
          <a:lstStyle/>
          <a:p>
            <a:pPr lvl="0" defTabSz="914377" fontAlgn="t">
              <a:lnSpc>
                <a:spcPts val="1500"/>
              </a:lnSpc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🧠 </a:t>
            </a:r>
            <a:r>
              <a:rPr lang="en-US" sz="10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RECOMMENDATION</a:t>
            </a: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🟩 Start Basal Insulin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Prefer 2nd‑generation BI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914377" fontAlgn="t">
              <a:lnSpc>
                <a:spcPts val="1500"/>
              </a:lnSpc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💡 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Targets FPG · appropriate for mild HbA1c elevation</a:t>
            </a:r>
            <a:r>
              <a:rPr lang="en-US" sz="1000" i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· low hypo risk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🟩 Titrate to FPG Target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(up to ~0.5 U/kg/day)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🟨 If HbA1c Above Target → Intensify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↺ 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Reassess every 3–6 months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⚡ Basal insulin addresses FPG, not PPG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🟩 Add GLP‑1 RA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💡 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Targets PPG · low hypo risk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914377" fontAlgn="t">
              <a:lnSpc>
                <a:spcPts val="1500"/>
              </a:lnSpc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🟩 Prefer FRC (BI + GLP‑1 RA)</a:t>
            </a:r>
            <a:r>
              <a:rPr lang="en-US" sz="1000" i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Once daily · simplified</a:t>
            </a:r>
            <a:endParaRPr lang="en-US" sz="1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defTabSz="914377" fontAlgn="t">
              <a:lnSpc>
                <a:spcPts val="1500"/>
              </a:lnSpc>
              <a:defRPr/>
            </a:pPr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(when limited GLP-1 RA access/ tolerability)</a:t>
            </a: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914377" fontAlgn="t">
              <a:lnSpc>
                <a:spcPts val="1500"/>
              </a:lnSpc>
              <a:defRPr/>
            </a:pPr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Optimize BI + GLP-1 RA before 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escalation to </a:t>
            </a:r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complex regimens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0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🔹 Key Considerations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🧪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HbA1c target (~7%):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Individualized</a:t>
            </a:r>
          </a:p>
          <a:p>
            <a:pPr lvl="0" defTabSz="914377" fontAlgn="t">
              <a:lnSpc>
                <a:spcPts val="1500"/>
              </a:lnSpc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💉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2nd‑gen basal insulin: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↓ hypo · &gt;24h stable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⚖️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GLP‑1 RA choice: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→ Weight · CVD/CKD · access/cost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🔗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FRC (BI + GLP‑1 RA):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Simple · once daily · ↓ hypo · weight neutral · ↑ adherence</a:t>
            </a:r>
            <a:b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→ Consider when GLP‑1 RA access or tolerability is limited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🔄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Basal–bolus: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Flexible · higher injection burden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⚖️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Premix insulin: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Simple · fixed meals required</a:t>
            </a:r>
            <a:b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→ Alternative when preferred options are unavailable</a:t>
            </a:r>
          </a:p>
          <a:p>
            <a:pPr defTabSz="914377" fontAlgn="t">
              <a:lnSpc>
                <a:spcPts val="1500"/>
              </a:lnSpc>
              <a:defRPr/>
            </a:pPr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⚠ </a:t>
            </a:r>
            <a:r>
              <a:rPr lang="en-US" sz="10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Irregular meals: </a:t>
            </a:r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avoid premix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A6EB71A-739C-E058-BD56-1C64E44D5E4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194" r="31305" b="8800"/>
          <a:stretch>
            <a:fillRect/>
          </a:stretch>
        </p:blipFill>
        <p:spPr>
          <a:xfrm>
            <a:off x="5623560" y="986738"/>
            <a:ext cx="6416802" cy="5759964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837035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D1F21AB-1927-1588-304A-6FC597F7F1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253305"/>
              </p:ext>
            </p:extLst>
          </p:nvPr>
        </p:nvGraphicFramePr>
        <p:xfrm>
          <a:off x="3191036" y="1137628"/>
          <a:ext cx="5809927" cy="182030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809927">
                  <a:extLst>
                    <a:ext uri="{9D8B030D-6E8A-4147-A177-3AD203B41FA5}">
                      <a16:colId xmlns:a16="http://schemas.microsoft.com/office/drawing/2014/main" val="2860684736"/>
                    </a:ext>
                  </a:extLst>
                </a:gridCol>
              </a:tblGrid>
              <a:tr h="64722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 dirty="0">
                          <a:effectLst/>
                        </a:rPr>
                        <a:t>2- None / first injectable selection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059188839"/>
                  </a:ext>
                </a:extLst>
              </a:tr>
              <a:tr h="58654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HbA1c &lt; 2%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03911312"/>
                  </a:ext>
                </a:extLst>
              </a:tr>
              <a:tr h="58654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BMI &gt; 30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187702267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8F2A1739-B727-E383-7AF0-8394FE49E9B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90" t="18666" r="24444" b="29630"/>
          <a:stretch>
            <a:fillRect/>
          </a:stretch>
        </p:blipFill>
        <p:spPr>
          <a:xfrm>
            <a:off x="3089098" y="3429000"/>
            <a:ext cx="5911865" cy="2976879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45BDBE3-D656-3E7B-827C-64C1B26D7E37}"/>
              </a:ext>
            </a:extLst>
          </p:cNvPr>
          <p:cNvSpPr/>
          <p:nvPr/>
        </p:nvSpPr>
        <p:spPr>
          <a:xfrm>
            <a:off x="4375529" y="3298024"/>
            <a:ext cx="1893191" cy="1914056"/>
          </a:xfrm>
          <a:prstGeom prst="round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2188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A4F8A8-69A4-D4A8-A10A-8730851F5D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F1D1D6A-ED52-FE8F-082F-39851C4B7415}"/>
              </a:ext>
            </a:extLst>
          </p:cNvPr>
          <p:cNvSpPr txBox="1"/>
          <p:nvPr/>
        </p:nvSpPr>
        <p:spPr>
          <a:xfrm>
            <a:off x="1971324" y="156417"/>
            <a:ext cx="8534400" cy="70788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anchor="ctr">
            <a:spAutoFit/>
          </a:bodyPr>
          <a:lstStyle/>
          <a:p>
            <a:pPr algn="ctr" fontAlgn="t"/>
            <a:r>
              <a:rPr lang="en-US" sz="2000" b="1" dirty="0"/>
              <a:t>None / first injectable selection - Inadequate Control</a:t>
            </a:r>
          </a:p>
          <a:p>
            <a:pPr algn="ctr" fontAlgn="t">
              <a:buNone/>
            </a:pPr>
            <a:r>
              <a:rPr lang="en-US" sz="2000" b="1" dirty="0"/>
              <a:t>HbA1c &lt;2% above target | BMI &gt;30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9DABCF8-44F0-5A04-681A-97D13417AE4E}"/>
              </a:ext>
            </a:extLst>
          </p:cNvPr>
          <p:cNvSpPr txBox="1"/>
          <p:nvPr/>
        </p:nvSpPr>
        <p:spPr>
          <a:xfrm>
            <a:off x="201168" y="1095915"/>
            <a:ext cx="5140219" cy="5324535"/>
          </a:xfrm>
          <a:prstGeom prst="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txBody>
          <a:bodyPr wrap="square" anchor="ctr">
            <a:spAutoFit/>
          </a:bodyPr>
          <a:lstStyle/>
          <a:p>
            <a:pPr lvl="0" defTabSz="914377" fontAlgn="t">
              <a:lnSpc>
                <a:spcPts val="1500"/>
              </a:lnSpc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🧠 </a:t>
            </a:r>
            <a:r>
              <a:rPr lang="en-US" sz="10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RECOMMENDATION</a:t>
            </a: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defTabSz="914377" fontAlgn="t"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🟩 </a:t>
            </a:r>
            <a:r>
              <a:rPr lang="en-US" sz="10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Start GLP‑1 RA </a:t>
            </a:r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(preferred)</a:t>
            </a:r>
          </a:p>
          <a:p>
            <a:pPr fontAlgn="t">
              <a:lnSpc>
                <a:spcPts val="1500"/>
              </a:lnSpc>
              <a:buNone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💡 </a:t>
            </a:r>
            <a:r>
              <a:rPr lang="en-US" sz="1000" i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Promotes weight loss · addresses PPG · preferred first injectable in obesity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🟨 If HbA1c Above Target → Intensify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↺ 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Reassess every 3–6 months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t"/>
            <a:r>
              <a:rPr kumimoji="0" lang="en-US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⚡ </a:t>
            </a:r>
            <a:r>
              <a:rPr lang="en-US" sz="1000" b="1" i="1" dirty="0">
                <a:latin typeface="Arial" panose="020B0604020202020204" pitchFamily="34" charset="0"/>
                <a:cs typeface="Arial" panose="020B0604020202020204" pitchFamily="34" charset="0"/>
              </a:rPr>
              <a:t>GLP‑1 RA alone may not adequately control FPG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🟩 Add basal insulin</a:t>
            </a:r>
          </a:p>
          <a:p>
            <a:pPr lvl="0" defTabSz="914377" fontAlgn="t">
              <a:lnSpc>
                <a:spcPts val="1500"/>
              </a:lnSpc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💡 </a:t>
            </a:r>
            <a:r>
              <a:rPr lang="en-US" sz="1000" i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Targets FPG not adequately controlled with GLP-1 RA</a:t>
            </a:r>
            <a:endParaRPr lang="en-US" sz="1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🟩 Choose Combination Strategy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🔗 FRC (BI + GLP‑1 RA)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Once daily · simplified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⚪ Separate BI + GLP‑1 RA</a:t>
            </a:r>
          </a:p>
          <a:p>
            <a:pPr defTabSz="914377" fontAlgn="t">
              <a:lnSpc>
                <a:spcPts val="1500"/>
              </a:lnSpc>
              <a:defRPr/>
            </a:pPr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Optimize BI + GLP-1 RA before 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escalation to </a:t>
            </a:r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complex regimens</a:t>
            </a:r>
          </a:p>
          <a:p>
            <a:pPr defTabSz="914377" fontAlgn="t">
              <a:defRPr/>
            </a:pPr>
            <a:endParaRPr lang="en-US" sz="1000" i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914377" fontAlgn="t">
              <a:defRPr/>
            </a:pPr>
            <a:endParaRPr lang="en-US" sz="1000" i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🔹 Key Considerations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🧪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HbA1c target (~7%):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Individualized</a:t>
            </a:r>
          </a:p>
          <a:p>
            <a:pPr lvl="0" defTabSz="914377" fontAlgn="t">
              <a:lnSpc>
                <a:spcPts val="1500"/>
              </a:lnSpc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💉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2nd‑gen basal insulin: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↓ hypo · &gt;24h stable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⚖️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GLP‑1 RA choice: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→ Weight · CVD/CKD · access/cost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🔗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FRC (BI + GLP‑1 RA):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Simple · once daily · ↓ hypo · weight neutral · ↑ adherence</a:t>
            </a:r>
            <a:b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→ Consider when GLP‑1 RA access or tolerability is limited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🔄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Basal–bolus: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Flexible · higher injection burden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⚖️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Premix insulin: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Simple · fixed meals required</a:t>
            </a:r>
            <a:b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→ Alternative when preferred options are unavailable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86415A-A1ED-3C4C-81BD-19BEE4E40CD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861" r="30806" b="17467"/>
          <a:stretch>
            <a:fillRect/>
          </a:stretch>
        </p:blipFill>
        <p:spPr>
          <a:xfrm>
            <a:off x="5533271" y="1252728"/>
            <a:ext cx="6545225" cy="5167722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482989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ACA7A6-BA71-AD92-D33E-D0E449C408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Box 30">
            <a:extLst>
              <a:ext uri="{FF2B5EF4-FFF2-40B4-BE49-F238E27FC236}">
                <a16:creationId xmlns:a16="http://schemas.microsoft.com/office/drawing/2014/main" id="{CDCAEEFD-9DF8-C682-66AA-2F0FA14EFF66}"/>
              </a:ext>
            </a:extLst>
          </p:cNvPr>
          <p:cNvSpPr txBox="1"/>
          <p:nvPr/>
        </p:nvSpPr>
        <p:spPr>
          <a:xfrm>
            <a:off x="948688" y="186653"/>
            <a:ext cx="10439402" cy="70788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anchor="ctr">
            <a:spAutoFit/>
          </a:bodyPr>
          <a:lstStyle/>
          <a:p>
            <a:pPr algn="ctr" fontAlgn="t"/>
            <a:r>
              <a:rPr lang="en-US" sz="2000" b="1" dirty="0"/>
              <a:t>None / first injectable selection - Inadequate Control</a:t>
            </a:r>
          </a:p>
          <a:p>
            <a:pPr algn="ctr" fontAlgn="t">
              <a:buNone/>
            </a:pPr>
            <a:r>
              <a:rPr lang="en-US" sz="2000" b="1" i="0" dirty="0">
                <a:effectLst/>
                <a:latin typeface="Segoe UI" panose="020B0502040204020203" pitchFamily="34" charset="0"/>
              </a:rPr>
              <a:t>HbA1c &lt;2% above target | BMI </a:t>
            </a:r>
            <a:r>
              <a:rPr lang="en-US" sz="2000" b="1" dirty="0">
                <a:latin typeface="Segoe UI" panose="020B0502040204020203" pitchFamily="34" charset="0"/>
              </a:rPr>
              <a:t>&gt;</a:t>
            </a:r>
            <a:r>
              <a:rPr lang="en-US" sz="2000" b="1" i="0" dirty="0">
                <a:effectLst/>
                <a:latin typeface="Segoe UI" panose="020B0502040204020203" pitchFamily="34" charset="0"/>
              </a:rPr>
              <a:t>30 </a:t>
            </a:r>
            <a:r>
              <a:rPr lang="en-US" sz="2000" b="1" dirty="0">
                <a:latin typeface="Segoe UI" panose="020B0502040204020203" pitchFamily="34" charset="0"/>
              </a:rPr>
              <a:t>| Limited GLP-1 RA access / tolerability</a:t>
            </a:r>
            <a:endParaRPr lang="en-US" sz="2000" b="1" i="0" dirty="0">
              <a:effectLst/>
              <a:latin typeface="Segoe UI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EA0E9F9-C199-AC05-F410-D87BA8C18D8F}"/>
              </a:ext>
            </a:extLst>
          </p:cNvPr>
          <p:cNvSpPr txBox="1"/>
          <p:nvPr/>
        </p:nvSpPr>
        <p:spPr>
          <a:xfrm>
            <a:off x="132587" y="1821188"/>
            <a:ext cx="5216653" cy="4324261"/>
          </a:xfrm>
          <a:prstGeom prst="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txBody>
          <a:bodyPr wrap="square" anchor="ctr">
            <a:spAutoFit/>
          </a:bodyPr>
          <a:lstStyle/>
          <a:p>
            <a:pPr lvl="0" defTabSz="914377" fontAlgn="t">
              <a:lnSpc>
                <a:spcPts val="1500"/>
              </a:lnSpc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🧠 </a:t>
            </a:r>
            <a:r>
              <a:rPr lang="en-US" sz="10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RECOMMENDATION</a:t>
            </a: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914377" fontAlgn="t"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🟩 </a:t>
            </a:r>
            <a:r>
              <a:rPr lang="en-US" sz="10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Start FRC (BI + GLP-1 RA)</a:t>
            </a:r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(preferred when limited GLP-1 RA access/ tolerability)</a:t>
            </a:r>
          </a:p>
          <a:p>
            <a:pPr defTabSz="914377" fontAlgn="t">
              <a:defRPr/>
            </a:pPr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💡 </a:t>
            </a:r>
            <a:r>
              <a:rPr lang="en-US" sz="1000" i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Provides GLP‑1 RA benefits (weight, PPG) plus basal insulin for FPG control </a:t>
            </a:r>
          </a:p>
          <a:p>
            <a:pPr defTabSz="914377" fontAlgn="t">
              <a:defRPr/>
            </a:pP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Optimize </a:t>
            </a:r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 + GLP-1 RA 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before escalation to complex regimens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🟨 If HbA1c Above Target → Intensify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↺ 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Reassess every 3–6 months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t"/>
            <a:r>
              <a:rPr kumimoji="0" lang="en-US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⚡ </a:t>
            </a:r>
            <a:r>
              <a:rPr lang="en-US" sz="1000" b="1" i="1" dirty="0">
                <a:latin typeface="Arial" panose="020B0604020202020204" pitchFamily="34" charset="0"/>
                <a:cs typeface="Arial" panose="020B0604020202020204" pitchFamily="34" charset="0"/>
              </a:rPr>
              <a:t>Persistent hyperglycemia despite optimized therapy</a:t>
            </a:r>
          </a:p>
          <a:p>
            <a:pPr fontAlgn="t"/>
            <a:b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🟩 Add </a:t>
            </a:r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stepwise prandial insulin 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(start with largest meal)</a:t>
            </a:r>
          </a:p>
          <a:p>
            <a:pPr fontAlgn="t"/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💡 </a:t>
            </a:r>
            <a:r>
              <a:rPr lang="en-US" sz="1000" i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Addresses remaining PPG excursions</a:t>
            </a:r>
          </a:p>
          <a:p>
            <a:pPr fontAlgn="t"/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914377" fontAlgn="t">
              <a:defRPr/>
            </a:pPr>
            <a:endParaRPr lang="en-US" sz="1000" i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🔹 Key Considerations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🧪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HbA1c target (~7%):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Individualized</a:t>
            </a:r>
          </a:p>
          <a:p>
            <a:pPr lvl="0" defTabSz="914377" fontAlgn="t">
              <a:lnSpc>
                <a:spcPts val="1500"/>
              </a:lnSpc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💉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2nd‑gen basal insulin</a:t>
            </a:r>
            <a:r>
              <a:rPr lang="en-US" sz="10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↓ hypo · &gt;24h stable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⚖️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GLP‑1 RA choice: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→ Weight · CVD/CKD · access/cost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🔗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FRC (BI + GLP‑1 RA):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Simple · once daily · ↓ hypo · weight neutral · ↑ adherence</a:t>
            </a:r>
            <a:b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→ Consider when GLP‑1 RA access or tolerability is limited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🔄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Basal–bolus: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Flexible · higher injection burden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⚖️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Premix insulin: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Simple · fixed meals required</a:t>
            </a:r>
            <a:b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→ Alternative when preferred options are unavailable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61203DC-50AC-B9A2-3307-F81F284664D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361" r="29223" b="20400"/>
          <a:stretch>
            <a:fillRect/>
          </a:stretch>
        </p:blipFill>
        <p:spPr>
          <a:xfrm>
            <a:off x="5485714" y="1645920"/>
            <a:ext cx="6492926" cy="4721409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4140560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D03827-E8E7-C563-278A-274953AFD0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3F9E6FA0-9E51-A5E7-BD1E-37BAF8999368}"/>
              </a:ext>
            </a:extLst>
          </p:cNvPr>
          <p:cNvSpPr txBox="1"/>
          <p:nvPr/>
        </p:nvSpPr>
        <p:spPr>
          <a:xfrm>
            <a:off x="876299" y="123001"/>
            <a:ext cx="10439402" cy="70788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anchor="ctr">
            <a:spAutoFit/>
          </a:bodyPr>
          <a:lstStyle/>
          <a:p>
            <a:pPr algn="ctr" fontAlgn="t"/>
            <a:r>
              <a:rPr lang="en-US" sz="2000" b="1" dirty="0"/>
              <a:t>None / first injectable selection - Inadequate Control</a:t>
            </a:r>
          </a:p>
          <a:p>
            <a:pPr algn="ctr" fontAlgn="t">
              <a:buNone/>
            </a:pPr>
            <a:r>
              <a:rPr lang="en-US" sz="2000" b="1" i="0" dirty="0">
                <a:effectLst/>
                <a:latin typeface="Segoe UI" panose="020B0502040204020203" pitchFamily="34" charset="0"/>
              </a:rPr>
              <a:t>HbA1c &lt;2% above target | BMI </a:t>
            </a:r>
            <a:r>
              <a:rPr lang="en-US" sz="2000" b="1" dirty="0">
                <a:latin typeface="Segoe UI" panose="020B0502040204020203" pitchFamily="34" charset="0"/>
              </a:rPr>
              <a:t>&gt;</a:t>
            </a:r>
            <a:r>
              <a:rPr lang="en-US" sz="2000" b="1" i="0" dirty="0">
                <a:effectLst/>
                <a:latin typeface="Segoe UI" panose="020B0502040204020203" pitchFamily="34" charset="0"/>
              </a:rPr>
              <a:t>30 </a:t>
            </a:r>
            <a:r>
              <a:rPr lang="en-US" sz="2000" b="1" dirty="0">
                <a:latin typeface="Segoe UI" panose="020B0502040204020203" pitchFamily="34" charset="0"/>
              </a:rPr>
              <a:t>| irregular meals</a:t>
            </a:r>
            <a:endParaRPr lang="en-US" sz="2000" b="1" i="0" dirty="0">
              <a:effectLst/>
              <a:latin typeface="Segoe UI" panose="020B0502040204020203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1960D62-1C6B-0DBF-97FB-F91505A9DD0B}"/>
              </a:ext>
            </a:extLst>
          </p:cNvPr>
          <p:cNvSpPr/>
          <p:nvPr/>
        </p:nvSpPr>
        <p:spPr>
          <a:xfrm>
            <a:off x="9756648" y="3843074"/>
            <a:ext cx="1920240" cy="3723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3E0DB8-3452-F723-7F44-CEBE32C47EAB}"/>
              </a:ext>
            </a:extLst>
          </p:cNvPr>
          <p:cNvSpPr txBox="1"/>
          <p:nvPr/>
        </p:nvSpPr>
        <p:spPr>
          <a:xfrm>
            <a:off x="338328" y="1025744"/>
            <a:ext cx="5093208" cy="5709255"/>
          </a:xfrm>
          <a:prstGeom prst="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txBody>
          <a:bodyPr wrap="square" anchor="ctr">
            <a:spAutoFit/>
          </a:bodyPr>
          <a:lstStyle/>
          <a:p>
            <a:pPr lvl="0" defTabSz="914377" fontAlgn="t">
              <a:lnSpc>
                <a:spcPts val="1500"/>
              </a:lnSpc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🧠 </a:t>
            </a:r>
            <a:r>
              <a:rPr lang="en-US" sz="10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RECOMMENDATION</a:t>
            </a: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defTabSz="914377" fontAlgn="t"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🟩 </a:t>
            </a:r>
            <a:r>
              <a:rPr lang="en-US" sz="10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Start GLP‑1 RA </a:t>
            </a:r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(preferred)</a:t>
            </a:r>
          </a:p>
          <a:p>
            <a:pPr fontAlgn="t">
              <a:lnSpc>
                <a:spcPts val="1500"/>
              </a:lnSpc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💡 </a:t>
            </a:r>
            <a:r>
              <a:rPr lang="en-US" sz="1000" i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Promotes weight loss · targets PPG · preferred first injectable in obesity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🟨 If HbA1c Above Target → Intensify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↺ 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Reassess every 3–6 months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t"/>
            <a:r>
              <a:rPr kumimoji="0" lang="en-US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⚡ </a:t>
            </a:r>
            <a:r>
              <a:rPr lang="en-US" sz="1000" b="1" i="1" dirty="0">
                <a:latin typeface="Arial" panose="020B0604020202020204" pitchFamily="34" charset="0"/>
                <a:cs typeface="Arial" panose="020B0604020202020204" pitchFamily="34" charset="0"/>
              </a:rPr>
              <a:t>GLP‑1 RA alone may not adequately control FPG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🟩 Add basal insulin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💡 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Targets FPG not adequately controlled with GLP-1 RA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🟩 Choose Combination Strategy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🔗 FRC (BI + GLP‑1 RA)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Once daily · simplified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⚪ Separate BI + GLP‑1 RA</a:t>
            </a:r>
          </a:p>
          <a:p>
            <a:pPr defTabSz="914377" fontAlgn="t">
              <a:lnSpc>
                <a:spcPts val="1500"/>
              </a:lnSpc>
              <a:defRPr/>
            </a:pPr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Optimize BI + GLP-1 RA before 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escalation to </a:t>
            </a:r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complex regimens</a:t>
            </a:r>
          </a:p>
          <a:p>
            <a:pPr defTabSz="914377" fontAlgn="t">
              <a:defRPr/>
            </a:pPr>
            <a:endParaRPr lang="en-US" sz="1000" i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914377" fontAlgn="t">
              <a:defRPr/>
            </a:pPr>
            <a:endParaRPr lang="en-US" sz="1000" i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🔹 Key Considerations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🧪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HbA1c target (~7%):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Individualized</a:t>
            </a:r>
          </a:p>
          <a:p>
            <a:pPr lvl="0" defTabSz="914377" fontAlgn="t">
              <a:lnSpc>
                <a:spcPts val="1500"/>
              </a:lnSpc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💉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2nd‑gen basal insulin</a:t>
            </a:r>
            <a:r>
              <a:rPr lang="en-US" sz="10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↓ hypo · &gt;24h stable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⚖️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GLP‑1 RA choice: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→ Weight · CVD/CKD · access/cost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🔗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FRC (BI + GLP‑1 RA):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Simple · once daily · ↓ hypo · weight neutral · ↑ adherence</a:t>
            </a:r>
            <a:b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→ Consider when GLP‑1 RA access or tolerability is limited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🔄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Basal–bolus: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Flexible · higher injection burden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⚖️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Premix insulin: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Simple · fixed meals required</a:t>
            </a:r>
            <a:b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→ Alternative when preferred options are unavailable</a:t>
            </a:r>
          </a:p>
          <a:p>
            <a:pPr defTabSz="914377" fontAlgn="t">
              <a:lnSpc>
                <a:spcPts val="1500"/>
              </a:lnSpc>
              <a:defRPr/>
            </a:pPr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⚠ </a:t>
            </a:r>
            <a:r>
              <a:rPr lang="en-US" sz="10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Irregular meals: </a:t>
            </a:r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avoid premix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654E5D-7C19-8252-CE48-0ADEB744E63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77" r="30056" b="12667"/>
          <a:stretch>
            <a:fillRect/>
          </a:stretch>
        </p:blipFill>
        <p:spPr>
          <a:xfrm>
            <a:off x="5596128" y="1487986"/>
            <a:ext cx="6408565" cy="5247013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170156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1AED01-AB34-B2D1-227E-26E33E1CDD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62389651-F534-7FEE-897D-05810BBDB5C1}"/>
              </a:ext>
            </a:extLst>
          </p:cNvPr>
          <p:cNvSpPr txBox="1"/>
          <p:nvPr/>
        </p:nvSpPr>
        <p:spPr>
          <a:xfrm>
            <a:off x="200596" y="193480"/>
            <a:ext cx="11790807" cy="70788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anchor="ctr">
            <a:spAutoFit/>
          </a:bodyPr>
          <a:lstStyle/>
          <a:p>
            <a:pPr algn="ctr" fontAlgn="t"/>
            <a:r>
              <a:rPr lang="en-US" sz="2000" b="1" dirty="0"/>
              <a:t>None / first injectable selection - Inadequate Control</a:t>
            </a:r>
          </a:p>
          <a:p>
            <a:pPr algn="ctr" fontAlgn="t">
              <a:buNone/>
            </a:pPr>
            <a:r>
              <a:rPr lang="en-US" sz="2000" b="1" i="0" dirty="0">
                <a:effectLst/>
                <a:latin typeface="Segoe UI" panose="020B0502040204020203" pitchFamily="34" charset="0"/>
              </a:rPr>
              <a:t>HbA1c &lt;2% above target | BMI </a:t>
            </a:r>
            <a:r>
              <a:rPr lang="en-US" sz="2000" b="1" dirty="0">
                <a:latin typeface="Segoe UI" panose="020B0502040204020203" pitchFamily="34" charset="0"/>
              </a:rPr>
              <a:t>&gt;</a:t>
            </a:r>
            <a:r>
              <a:rPr lang="en-US" sz="2000" b="1" i="0" dirty="0">
                <a:effectLst/>
                <a:latin typeface="Segoe UI" panose="020B0502040204020203" pitchFamily="34" charset="0"/>
              </a:rPr>
              <a:t>30 </a:t>
            </a:r>
            <a:r>
              <a:rPr lang="en-US" sz="2000" b="1" dirty="0">
                <a:latin typeface="Segoe UI" panose="020B0502040204020203" pitchFamily="34" charset="0"/>
              </a:rPr>
              <a:t>| Limited GLP-1 RA access / tolerability &amp; irregular meals</a:t>
            </a:r>
            <a:endParaRPr lang="en-US" sz="2000" b="1" i="0" dirty="0">
              <a:effectLst/>
              <a:latin typeface="Segoe UI" panose="020B0502040204020203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CB5DCAA-B41E-8793-1FA7-D598895D6F69}"/>
              </a:ext>
            </a:extLst>
          </p:cNvPr>
          <p:cNvSpPr/>
          <p:nvPr/>
        </p:nvSpPr>
        <p:spPr>
          <a:xfrm>
            <a:off x="9381744" y="3914796"/>
            <a:ext cx="1920240" cy="3723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809F8C-CC67-1080-880C-187EA892BCAD}"/>
              </a:ext>
            </a:extLst>
          </p:cNvPr>
          <p:cNvSpPr txBox="1"/>
          <p:nvPr/>
        </p:nvSpPr>
        <p:spPr>
          <a:xfrm>
            <a:off x="200596" y="2105739"/>
            <a:ext cx="5175549" cy="4362733"/>
          </a:xfrm>
          <a:prstGeom prst="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txBody>
          <a:bodyPr wrap="square" anchor="ctr">
            <a:spAutoFit/>
          </a:bodyPr>
          <a:lstStyle/>
          <a:p>
            <a:pPr lvl="0" defTabSz="914377" fontAlgn="t">
              <a:lnSpc>
                <a:spcPts val="1500"/>
              </a:lnSpc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🧠 </a:t>
            </a:r>
            <a:r>
              <a:rPr lang="en-US" sz="10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RECOMMENDATION</a:t>
            </a: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914377" fontAlgn="t"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🟩 </a:t>
            </a:r>
            <a:r>
              <a:rPr lang="en-US" sz="10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Start FRC (BI + GLP-1 RA)</a:t>
            </a:r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(preferred when limited GLP-1 RA access/ tolerability)</a:t>
            </a:r>
          </a:p>
          <a:p>
            <a:pPr defTabSz="914377" fontAlgn="t">
              <a:defRPr/>
            </a:pPr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💡 </a:t>
            </a:r>
            <a:r>
              <a:rPr lang="en-US" sz="1000" i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Provides GLP‑1 RA benefits (weight, PPG) plus basal insulin for FPG control </a:t>
            </a:r>
          </a:p>
          <a:p>
            <a:pPr defTabSz="914377" fontAlgn="t">
              <a:defRPr/>
            </a:pP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Optimize </a:t>
            </a:r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 + GLP-1 RA 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before escalation to complex regimens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🟨 If HbA1c Above Target → Intensify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↺ 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Reassess every 3–6 months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t"/>
            <a:r>
              <a:rPr kumimoji="0" lang="en-US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⚡ </a:t>
            </a:r>
            <a:r>
              <a:rPr lang="en-US" sz="1000" b="1" i="1" dirty="0">
                <a:latin typeface="Arial" panose="020B0604020202020204" pitchFamily="34" charset="0"/>
                <a:cs typeface="Arial" panose="020B0604020202020204" pitchFamily="34" charset="0"/>
              </a:rPr>
              <a:t>Persistent hyperglycemia despite optimized therapy</a:t>
            </a:r>
          </a:p>
          <a:p>
            <a:pPr fontAlgn="t"/>
            <a:b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🟩 Add </a:t>
            </a:r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stepwise prandial insulin 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(start with largest meal)</a:t>
            </a:r>
          </a:p>
          <a:p>
            <a:pPr fontAlgn="t"/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💡 </a:t>
            </a:r>
            <a:r>
              <a:rPr lang="en-US" sz="1000" i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Addresses remaining PPG excursions</a:t>
            </a:r>
          </a:p>
          <a:p>
            <a:pPr fontAlgn="t"/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914377" fontAlgn="t">
              <a:defRPr/>
            </a:pPr>
            <a:endParaRPr lang="en-US" sz="1000" i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🔹 Key Considerations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🧪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HbA1c target (~7%):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Individualized</a:t>
            </a:r>
          </a:p>
          <a:p>
            <a:pPr lvl="0" defTabSz="914377" fontAlgn="t">
              <a:lnSpc>
                <a:spcPts val="1500"/>
              </a:lnSpc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💉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2nd‑gen basal insulin</a:t>
            </a:r>
            <a:r>
              <a:rPr lang="en-US" sz="10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↓ hypo · &gt;24h stable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⚖️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GLP‑1 RA choice: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→ Weight · CVD/CKD · access/cost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🔗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FRC (BI + GLP‑1 RA):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Simple · once daily · ↓ hypo · weight neutral · ↑ adherence</a:t>
            </a:r>
            <a:b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→ Consider when GLP‑1 RA access or tolerability is limited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🔄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Basal–bolus: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Flexible · higher injection burden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⚖️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Premix insulin: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Simple · fixed meals required</a:t>
            </a:r>
            <a:b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→ Alternative when preferred options are unavailable</a:t>
            </a:r>
          </a:p>
          <a:p>
            <a:pPr defTabSz="914377" fontAlgn="t">
              <a:lnSpc>
                <a:spcPts val="1500"/>
              </a:lnSpc>
              <a:defRPr/>
            </a:pPr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⚠ </a:t>
            </a:r>
            <a:r>
              <a:rPr lang="en-US" sz="10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Irregular meals: </a:t>
            </a:r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avoid premix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32A220-37F1-C026-A5DC-C9ABA038C97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56" r="14971" b="8400"/>
          <a:stretch>
            <a:fillRect/>
          </a:stretch>
        </p:blipFill>
        <p:spPr>
          <a:xfrm>
            <a:off x="5458969" y="1887031"/>
            <a:ext cx="6642354" cy="4610944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864178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246751-1CDD-DD81-CD17-2511279E78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90ABE47-F2C2-B059-1C51-D99869BCC2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2345704"/>
              </p:ext>
            </p:extLst>
          </p:nvPr>
        </p:nvGraphicFramePr>
        <p:xfrm>
          <a:off x="3191036" y="1137628"/>
          <a:ext cx="5809927" cy="182030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809927">
                  <a:extLst>
                    <a:ext uri="{9D8B030D-6E8A-4147-A177-3AD203B41FA5}">
                      <a16:colId xmlns:a16="http://schemas.microsoft.com/office/drawing/2014/main" val="2860684736"/>
                    </a:ext>
                  </a:extLst>
                </a:gridCol>
              </a:tblGrid>
              <a:tr h="64722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 dirty="0">
                          <a:effectLst/>
                        </a:rPr>
                        <a:t>3- None / first injectable selection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059188839"/>
                  </a:ext>
                </a:extLst>
              </a:tr>
              <a:tr h="58654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HbA1c ≥ 2%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03911312"/>
                  </a:ext>
                </a:extLst>
              </a:tr>
              <a:tr h="58654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BMI ≤ 30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187702267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42074127-125A-D9AF-1BAF-655CD29E695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685" t="19407" r="25370" b="29778"/>
          <a:stretch>
            <a:fillRect/>
          </a:stretch>
        </p:blipFill>
        <p:spPr>
          <a:xfrm>
            <a:off x="3301203" y="3078480"/>
            <a:ext cx="5699760" cy="3484880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FAB5528-5603-CCC8-030A-9C1E33A0DD15}"/>
              </a:ext>
            </a:extLst>
          </p:cNvPr>
          <p:cNvSpPr/>
          <p:nvPr/>
        </p:nvSpPr>
        <p:spPr>
          <a:xfrm>
            <a:off x="5565046" y="3078480"/>
            <a:ext cx="2319114" cy="1940560"/>
          </a:xfrm>
          <a:prstGeom prst="round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2327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C74F89-A594-9646-CA95-1FA34371F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6507049-66F0-9919-D588-CF6261277E8F}"/>
              </a:ext>
            </a:extLst>
          </p:cNvPr>
          <p:cNvSpPr txBox="1"/>
          <p:nvPr/>
        </p:nvSpPr>
        <p:spPr>
          <a:xfrm>
            <a:off x="1730501" y="14833"/>
            <a:ext cx="9194673" cy="70788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anchor="ctr">
            <a:spAutoFit/>
          </a:bodyPr>
          <a:lstStyle/>
          <a:p>
            <a:pPr algn="ctr" fontAlgn="t">
              <a:buNone/>
            </a:pPr>
            <a:r>
              <a:rPr lang="en-US" sz="2000" b="1" dirty="0">
                <a:latin typeface="Segoe UI" panose="020B0502040204020203" pitchFamily="34" charset="0"/>
              </a:rPr>
              <a:t>None / first injectable selection - Inadequate Control</a:t>
            </a:r>
          </a:p>
          <a:p>
            <a:pPr algn="ctr" fontAlgn="t">
              <a:buNone/>
            </a:pPr>
            <a:r>
              <a:rPr lang="en-US" sz="2000" b="1" dirty="0">
                <a:latin typeface="Segoe UI" panose="020B0502040204020203" pitchFamily="34" charset="0"/>
              </a:rPr>
              <a:t> HbA1c ≥2% above target | BMI ≤30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807C0D6-E6F8-0B84-9175-542F2F288916}"/>
              </a:ext>
            </a:extLst>
          </p:cNvPr>
          <p:cNvSpPr/>
          <p:nvPr/>
        </p:nvSpPr>
        <p:spPr>
          <a:xfrm>
            <a:off x="7068312" y="6486525"/>
            <a:ext cx="2590038" cy="25181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72D5515-C405-4105-EDBA-F9BDEB5ACC9C}"/>
              </a:ext>
            </a:extLst>
          </p:cNvPr>
          <p:cNvSpPr txBox="1"/>
          <p:nvPr/>
        </p:nvSpPr>
        <p:spPr>
          <a:xfrm>
            <a:off x="489205" y="1881840"/>
            <a:ext cx="5006339" cy="4824398"/>
          </a:xfrm>
          <a:prstGeom prst="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txBody>
          <a:bodyPr wrap="square" anchor="ctr">
            <a:spAutoFit/>
          </a:bodyPr>
          <a:lstStyle/>
          <a:p>
            <a:pPr lvl="0" defTabSz="914377" fontAlgn="t">
              <a:lnSpc>
                <a:spcPts val="1500"/>
              </a:lnSpc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🧠 </a:t>
            </a:r>
            <a:r>
              <a:rPr lang="en-US" sz="10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RECOMMENDATION</a:t>
            </a: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defTabSz="914377" fontAlgn="t">
              <a:buFont typeface="Arial" panose="020B0604020202020204" pitchFamily="34" charset="0"/>
              <a:buChar char="•"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🟩 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Start BI + GLP-1 RA combination </a:t>
            </a:r>
          </a:p>
          <a:p>
            <a:pPr marL="742950" lvl="1" indent="-285750" defTabSz="914377" fontAlgn="t">
              <a:buFont typeface="Arial" panose="020B0604020202020204" pitchFamily="34" charset="0"/>
              <a:buChar char="•"/>
              <a:defRPr/>
            </a:pP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FRC (BI + GLP-1 RA) – Once daily- simplified</a:t>
            </a:r>
          </a:p>
          <a:p>
            <a:pPr marL="742950" lvl="1" indent="-285750" defTabSz="914377" fontAlgn="t">
              <a:buFont typeface="Arial" panose="020B0604020202020204" pitchFamily="34" charset="0"/>
              <a:buChar char="•"/>
              <a:defRPr/>
            </a:pP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Or free combination - Separate BI &amp; GLP-1 RA</a:t>
            </a:r>
          </a:p>
          <a:p>
            <a:pPr defTabSz="914377" fontAlgn="t">
              <a:defRPr/>
            </a:pPr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💡 </a:t>
            </a:r>
            <a:r>
              <a:rPr lang="en-US" sz="1000" i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HbA1c ≥2% above target </a:t>
            </a:r>
            <a:r>
              <a:rPr lang="en-US" sz="1000" i="1" dirty="0">
                <a:latin typeface="Arial" panose="020B0604020202020204" pitchFamily="34" charset="0"/>
                <a:cs typeface="Arial" panose="020B0604020202020204" pitchFamily="34" charset="0"/>
              </a:rPr>
              <a:t>→ early combination targeting both FPG/PPG</a:t>
            </a:r>
          </a:p>
          <a:p>
            <a:pPr defTabSz="914377" fontAlgn="t">
              <a:defRPr/>
            </a:pP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Optimize </a:t>
            </a:r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 + GLP-1 RA 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before escalation to complex regimens</a:t>
            </a:r>
          </a:p>
          <a:p>
            <a:pPr marL="171450" indent="-171450" defTabSz="914377" fontAlgn="t">
              <a:lnSpc>
                <a:spcPts val="1500"/>
              </a:lnSpc>
              <a:buFont typeface="Arial" panose="020B0604020202020204" pitchFamily="34" charset="0"/>
              <a:buChar char="•"/>
              <a:defRPr/>
            </a:pPr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 Premix insulin: if preferred options are not available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🟨 If HbA1c Above Target → Intensify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↺ 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Reassess every 3–6 months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t"/>
            <a:r>
              <a:rPr kumimoji="0" lang="en-US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⚡ </a:t>
            </a:r>
            <a:r>
              <a:rPr lang="en-US" sz="1000" b="1" i="1" dirty="0">
                <a:latin typeface="Arial" panose="020B0604020202020204" pitchFamily="34" charset="0"/>
                <a:cs typeface="Arial" panose="020B0604020202020204" pitchFamily="34" charset="0"/>
              </a:rPr>
              <a:t>Persistent hyperglycemia despite optimized combination</a:t>
            </a:r>
          </a:p>
          <a:p>
            <a:pPr fontAlgn="t"/>
            <a:b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🟩 Add </a:t>
            </a:r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stepwise prandial insulin 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(start with largest meal)</a:t>
            </a:r>
          </a:p>
          <a:p>
            <a:pPr fontAlgn="t"/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💡 </a:t>
            </a:r>
            <a:r>
              <a:rPr lang="en-US" sz="1000" i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Addresses remaining PPG excursions</a:t>
            </a:r>
          </a:p>
          <a:p>
            <a:pPr fontAlgn="t"/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914377" fontAlgn="t">
              <a:defRPr/>
            </a:pPr>
            <a:endParaRPr lang="en-US" sz="1000" i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🔹 Key Considerations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🧪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HbA1c target (~7%):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Individualized</a:t>
            </a:r>
          </a:p>
          <a:p>
            <a:pPr lvl="0" defTabSz="914377" fontAlgn="t">
              <a:lnSpc>
                <a:spcPts val="1500"/>
              </a:lnSpc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💉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2nd‑gen basal insulin</a:t>
            </a:r>
            <a:r>
              <a:rPr lang="en-US" sz="10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↓ hypo · &gt;24h stable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⚖️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GLP‑1 RA choice: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→ Weight · CVD/CKD · access/cost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🔗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FRC (BI + GLP‑1 RA):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Simple · once daily · ↓ hypo · weight neutral · ↑ adherence</a:t>
            </a:r>
            <a:b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→ Consider when GLP‑1 RA access or tolerability is limited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🔄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Basal–bolus: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Flexible · higher injection burden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⚖️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Premix insulin: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Simple · fixed meals required</a:t>
            </a:r>
            <a:b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→ Alternative when preferred options are unavailable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77D661B-17B1-283B-EAAD-5DDE24FAB14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861" r="31972" b="11734"/>
          <a:stretch>
            <a:fillRect/>
          </a:stretch>
        </p:blipFill>
        <p:spPr>
          <a:xfrm>
            <a:off x="5604484" y="1083462"/>
            <a:ext cx="6438163" cy="5622776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416183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070487-EC63-5906-1B5F-6DA5A8C41A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3574884D-422A-7C22-2444-38CF5ED12C14}"/>
              </a:ext>
            </a:extLst>
          </p:cNvPr>
          <p:cNvSpPr/>
          <p:nvPr/>
        </p:nvSpPr>
        <p:spPr>
          <a:xfrm>
            <a:off x="7068312" y="6486525"/>
            <a:ext cx="2590038" cy="25181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A0B1B3-CDE1-1BCE-7BF6-0C46FC622235}"/>
              </a:ext>
            </a:extLst>
          </p:cNvPr>
          <p:cNvSpPr txBox="1"/>
          <p:nvPr/>
        </p:nvSpPr>
        <p:spPr>
          <a:xfrm>
            <a:off x="420624" y="239079"/>
            <a:ext cx="11119103" cy="70788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anchor="ctr">
            <a:spAutoFit/>
          </a:bodyPr>
          <a:lstStyle/>
          <a:p>
            <a:pPr algn="ctr" fontAlgn="t">
              <a:buNone/>
            </a:pPr>
            <a:r>
              <a:rPr lang="en-US" sz="2000" b="1" dirty="0">
                <a:latin typeface="Segoe UI" panose="020B0502040204020203" pitchFamily="34" charset="0"/>
              </a:rPr>
              <a:t>None / first injectable selection - Inadequate Control</a:t>
            </a:r>
          </a:p>
          <a:p>
            <a:pPr algn="ctr" fontAlgn="t">
              <a:buNone/>
            </a:pPr>
            <a:r>
              <a:rPr lang="en-US" sz="2000" b="1" dirty="0">
                <a:latin typeface="Segoe UI" panose="020B0502040204020203" pitchFamily="34" charset="0"/>
              </a:rPr>
              <a:t> HbA1c ≥2% above target | BMI ≤30 | Limited GLP-1 RA access / tolerability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B7E43C-7B1C-9054-6646-14D909A8537A}"/>
              </a:ext>
            </a:extLst>
          </p:cNvPr>
          <p:cNvSpPr txBox="1"/>
          <p:nvPr/>
        </p:nvSpPr>
        <p:spPr>
          <a:xfrm>
            <a:off x="191262" y="1969904"/>
            <a:ext cx="5404866" cy="4516621"/>
          </a:xfrm>
          <a:prstGeom prst="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txBody>
          <a:bodyPr wrap="square" anchor="ctr">
            <a:spAutoFit/>
          </a:bodyPr>
          <a:lstStyle/>
          <a:p>
            <a:pPr lvl="0" defTabSz="914377" fontAlgn="t">
              <a:lnSpc>
                <a:spcPts val="1500"/>
              </a:lnSpc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🧠 </a:t>
            </a:r>
            <a:r>
              <a:rPr lang="en-US" sz="10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RECOMMENDATION</a:t>
            </a: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defTabSz="914377" fontAlgn="t">
              <a:buFont typeface="Arial" panose="020B0604020202020204" pitchFamily="34" charset="0"/>
              <a:buChar char="•"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🟩 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Start FRC (BI + GLP-1 RA) – </a:t>
            </a:r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(preferred when limited GLP-1 RA access/ tolerability)</a:t>
            </a:r>
          </a:p>
          <a:p>
            <a:pPr defTabSz="914377" fontAlgn="t">
              <a:defRPr/>
            </a:pPr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💡 </a:t>
            </a:r>
            <a:r>
              <a:rPr lang="en-US" sz="1000" i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HbA1c ≥2% above target </a:t>
            </a:r>
            <a:r>
              <a:rPr lang="en-US" sz="1000" i="1" dirty="0">
                <a:latin typeface="Arial" panose="020B0604020202020204" pitchFamily="34" charset="0"/>
                <a:cs typeface="Arial" panose="020B0604020202020204" pitchFamily="34" charset="0"/>
              </a:rPr>
              <a:t>→ early combination targeting both FPG/PPG </a:t>
            </a:r>
          </a:p>
          <a:p>
            <a:pPr defTabSz="914377" fontAlgn="t">
              <a:defRPr/>
            </a:pP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Optimize </a:t>
            </a:r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 + GLP-1 RA 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before escalation to complex regimens</a:t>
            </a:r>
          </a:p>
          <a:p>
            <a:pPr marL="171450" indent="-171450" defTabSz="914377" fontAlgn="t">
              <a:lnSpc>
                <a:spcPts val="1500"/>
              </a:lnSpc>
              <a:buFont typeface="Arial" panose="020B0604020202020204" pitchFamily="34" charset="0"/>
              <a:buChar char="•"/>
              <a:defRPr/>
            </a:pPr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 Premix insulin: if preferred options are not available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🟨 If HbA1c Above Target → Intensify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↺ 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Reassess every 3–6 months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t"/>
            <a:r>
              <a:rPr kumimoji="0" lang="en-US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⚡ </a:t>
            </a:r>
            <a:r>
              <a:rPr lang="en-US" sz="1000" b="1" i="1" dirty="0">
                <a:latin typeface="Arial" panose="020B0604020202020204" pitchFamily="34" charset="0"/>
                <a:cs typeface="Arial" panose="020B0604020202020204" pitchFamily="34" charset="0"/>
              </a:rPr>
              <a:t>Persistent hyperglycemia despite optimized combination</a:t>
            </a:r>
          </a:p>
          <a:p>
            <a:pPr fontAlgn="t"/>
            <a:b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🟩 Add </a:t>
            </a:r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stepwise prandial insulin 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(start with largest meal)</a:t>
            </a:r>
          </a:p>
          <a:p>
            <a:pPr fontAlgn="t"/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💡 </a:t>
            </a:r>
            <a:r>
              <a:rPr lang="en-US" sz="1000" i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Addresses remaining PPG excursions</a:t>
            </a:r>
          </a:p>
          <a:p>
            <a:pPr fontAlgn="t"/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914377" fontAlgn="t">
              <a:defRPr/>
            </a:pPr>
            <a:endParaRPr lang="en-US" sz="1000" i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🔹 Key Considerations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🧪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HbA1c target (~7%):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Individualized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💉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2nd‑gen basal insulin: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↓ hypo · &gt;24h stable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⚖️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GLP‑1 RA choice: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→ Weight · CVD/CKD · access/cost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🔗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FRC (BI + GLP‑1 RA):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Simple · once daily · ↓ hypo · weight neutral · ↑ adherence</a:t>
            </a:r>
            <a:b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→ Consider when GLP‑1 RA access or tolerability is limited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🔄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Basal–bolus: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Flexible · higher injection burden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⚖️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Premix insulin: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Simple · fixed meals required</a:t>
            </a:r>
            <a:b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→ Alternative when preferred options are unavailable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CB6B463-A52C-7644-1756-15EDBD21D04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361" r="29556" b="17334"/>
          <a:stretch>
            <a:fillRect/>
          </a:stretch>
        </p:blipFill>
        <p:spPr>
          <a:xfrm>
            <a:off x="5730078" y="1658493"/>
            <a:ext cx="6362100" cy="4828032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47333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6472EB-E0EE-F441-9A9C-39D596544A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3193415B-194F-B93F-3D4C-48BFC3133981}"/>
              </a:ext>
            </a:extLst>
          </p:cNvPr>
          <p:cNvSpPr/>
          <p:nvPr/>
        </p:nvSpPr>
        <p:spPr>
          <a:xfrm>
            <a:off x="7068312" y="6486525"/>
            <a:ext cx="2590038" cy="25181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A07B71-80C5-E774-B23B-512048E30CD2}"/>
              </a:ext>
            </a:extLst>
          </p:cNvPr>
          <p:cNvSpPr txBox="1"/>
          <p:nvPr/>
        </p:nvSpPr>
        <p:spPr>
          <a:xfrm>
            <a:off x="443862" y="167651"/>
            <a:ext cx="11119103" cy="70788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anchor="ctr">
            <a:spAutoFit/>
          </a:bodyPr>
          <a:lstStyle/>
          <a:p>
            <a:pPr algn="ctr" fontAlgn="t">
              <a:buNone/>
            </a:pPr>
            <a:r>
              <a:rPr lang="en-US" sz="2000" b="1" dirty="0">
                <a:latin typeface="Segoe UI" panose="020B0502040204020203" pitchFamily="34" charset="0"/>
              </a:rPr>
              <a:t>None / first injectable selection - Inadequate Control</a:t>
            </a:r>
          </a:p>
          <a:p>
            <a:pPr algn="ctr" fontAlgn="t">
              <a:buNone/>
            </a:pPr>
            <a:r>
              <a:rPr lang="en-US" sz="2000" b="1" dirty="0">
                <a:latin typeface="Segoe UI" panose="020B0502040204020203" pitchFamily="34" charset="0"/>
              </a:rPr>
              <a:t> HbA1c ≥2% above target | BMI ≤30 | irregular meal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F78B21-9D2B-138F-4493-869D97496883}"/>
              </a:ext>
            </a:extLst>
          </p:cNvPr>
          <p:cNvSpPr txBox="1"/>
          <p:nvPr/>
        </p:nvSpPr>
        <p:spPr>
          <a:xfrm>
            <a:off x="165344" y="1781887"/>
            <a:ext cx="5019304" cy="4824398"/>
          </a:xfrm>
          <a:prstGeom prst="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txBody>
          <a:bodyPr wrap="square" anchor="ctr">
            <a:spAutoFit/>
          </a:bodyPr>
          <a:lstStyle/>
          <a:p>
            <a:pPr lvl="0" defTabSz="914377" fontAlgn="t">
              <a:lnSpc>
                <a:spcPts val="1500"/>
              </a:lnSpc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🧠 </a:t>
            </a:r>
            <a:r>
              <a:rPr lang="en-US" sz="10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RECOMMENDATION</a:t>
            </a: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defTabSz="914377" fontAlgn="t">
              <a:buFont typeface="Arial" panose="020B0604020202020204" pitchFamily="34" charset="0"/>
              <a:buChar char="•"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🟩 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Start BI + GLP-1 RA combination </a:t>
            </a:r>
          </a:p>
          <a:p>
            <a:pPr marL="742950" lvl="1" indent="-285750" defTabSz="914377" fontAlgn="t">
              <a:buFont typeface="Arial" panose="020B0604020202020204" pitchFamily="34" charset="0"/>
              <a:buChar char="•"/>
              <a:defRPr/>
            </a:pP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FRC (BI + GLP-1 RA) – Once daily- simplified</a:t>
            </a:r>
          </a:p>
          <a:p>
            <a:pPr marL="742950" lvl="1" indent="-285750" defTabSz="914377" fontAlgn="t">
              <a:buFont typeface="Arial" panose="020B0604020202020204" pitchFamily="34" charset="0"/>
              <a:buChar char="•"/>
              <a:defRPr/>
            </a:pP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Or free combination - Separate BI &amp; GLP-1 RA</a:t>
            </a:r>
          </a:p>
          <a:p>
            <a:pPr defTabSz="914377" fontAlgn="t">
              <a:defRPr/>
            </a:pPr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💡 </a:t>
            </a:r>
            <a:r>
              <a:rPr lang="en-US" sz="1000" i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HbA1c ≥2% above target </a:t>
            </a:r>
            <a:r>
              <a:rPr lang="en-US" sz="1000" i="1" dirty="0">
                <a:latin typeface="Arial" panose="020B0604020202020204" pitchFamily="34" charset="0"/>
                <a:cs typeface="Arial" panose="020B0604020202020204" pitchFamily="34" charset="0"/>
              </a:rPr>
              <a:t>→ early combination targeting both FPG/PPG</a:t>
            </a:r>
          </a:p>
          <a:p>
            <a:pPr defTabSz="914377" fontAlgn="t">
              <a:defRPr/>
            </a:pP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Optimize </a:t>
            </a:r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 + GLP-1 RA 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before escalation to complex regimens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🟨 If HbA1c Above Target → Intensify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↺ 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Reassess every 3–6 months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t"/>
            <a:r>
              <a:rPr kumimoji="0" lang="en-US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⚡ </a:t>
            </a:r>
            <a:r>
              <a:rPr lang="en-US" sz="1000" b="1" i="1" dirty="0">
                <a:latin typeface="Arial" panose="020B0604020202020204" pitchFamily="34" charset="0"/>
                <a:cs typeface="Arial" panose="020B0604020202020204" pitchFamily="34" charset="0"/>
              </a:rPr>
              <a:t>Persistent hyperglycemia despite optimized combination</a:t>
            </a:r>
          </a:p>
          <a:p>
            <a:pPr fontAlgn="t"/>
            <a:b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🟩 Add </a:t>
            </a:r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stepwise prandial insulin 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(start with largest meal)</a:t>
            </a:r>
          </a:p>
          <a:p>
            <a:pPr fontAlgn="t"/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💡 </a:t>
            </a:r>
            <a:r>
              <a:rPr lang="en-US" sz="1000" i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Addresses remaining PPG excursions</a:t>
            </a:r>
          </a:p>
          <a:p>
            <a:pPr fontAlgn="t"/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914377" fontAlgn="t">
              <a:defRPr/>
            </a:pPr>
            <a:endParaRPr lang="en-US" sz="1000" i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🔹 Key Considerations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🧪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HbA1c target (~7%):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Individualized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💉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2nd‑gen basal insulin: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↓ hypo · &gt;24h stable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⚖️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GLP‑1 RA choice: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→ Weight · CVD/CKD · access/cost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🔗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FRC (BI + GLP‑1 RA):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Simple · once daily · ↓ hypo · weight neutral · ↑ adherence</a:t>
            </a:r>
            <a:b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→ Consider when GLP‑1 RA access or tolerability is limited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🔄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Basal–bolus: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Flexible · higher injection burden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⚖️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Premix insulin: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Simple · fixed meals required</a:t>
            </a:r>
            <a:b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→ Alternative when preferred options are unavailable</a:t>
            </a:r>
          </a:p>
          <a:p>
            <a:pPr defTabSz="914377" fontAlgn="t">
              <a:lnSpc>
                <a:spcPts val="1500"/>
              </a:lnSpc>
              <a:defRPr/>
            </a:pPr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⚠ </a:t>
            </a:r>
            <a:r>
              <a:rPr lang="en-US" sz="10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Irregular meals: </a:t>
            </a:r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avoid premix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FACAD8F-EAE5-BCB8-65BB-4226D45D386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112" r="30889" b="12400"/>
          <a:stretch>
            <a:fillRect/>
          </a:stretch>
        </p:blipFill>
        <p:spPr>
          <a:xfrm>
            <a:off x="5376672" y="1222544"/>
            <a:ext cx="6391656" cy="5383741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677767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31DCB9-8AEE-81FF-5E9F-DAB1A6C95F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B0C7C1CB-FBDD-DF6F-EF57-EF269870502B}"/>
              </a:ext>
            </a:extLst>
          </p:cNvPr>
          <p:cNvSpPr/>
          <p:nvPr/>
        </p:nvSpPr>
        <p:spPr>
          <a:xfrm>
            <a:off x="7068312" y="6486525"/>
            <a:ext cx="2590038" cy="25181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E78FD2-5A4D-39DB-128D-A825C85CA431}"/>
              </a:ext>
            </a:extLst>
          </p:cNvPr>
          <p:cNvSpPr txBox="1"/>
          <p:nvPr/>
        </p:nvSpPr>
        <p:spPr>
          <a:xfrm>
            <a:off x="237744" y="239079"/>
            <a:ext cx="11731752" cy="70788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anchor="ctr">
            <a:spAutoFit/>
          </a:bodyPr>
          <a:lstStyle/>
          <a:p>
            <a:pPr algn="ctr" fontAlgn="t">
              <a:buNone/>
            </a:pPr>
            <a:r>
              <a:rPr lang="en-US" sz="2000" b="1" dirty="0">
                <a:latin typeface="Segoe UI" panose="020B0502040204020203" pitchFamily="34" charset="0"/>
              </a:rPr>
              <a:t>None / first injectable selection - Inadequate Control</a:t>
            </a:r>
          </a:p>
          <a:p>
            <a:pPr algn="ctr" fontAlgn="t">
              <a:buNone/>
            </a:pPr>
            <a:r>
              <a:rPr lang="en-US" sz="2000" b="1" dirty="0">
                <a:latin typeface="Segoe UI" panose="020B0502040204020203" pitchFamily="34" charset="0"/>
              </a:rPr>
              <a:t> HbA1c ≥2% above target | BMI ≤30 | Limited GLP-1 RA access / tolerability &amp; irregular meal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B9C322-9588-BABF-31DB-1266B6B8B1EF}"/>
              </a:ext>
            </a:extLst>
          </p:cNvPr>
          <p:cNvSpPr txBox="1"/>
          <p:nvPr/>
        </p:nvSpPr>
        <p:spPr>
          <a:xfrm>
            <a:off x="89155" y="1867829"/>
            <a:ext cx="5424677" cy="4516621"/>
          </a:xfrm>
          <a:prstGeom prst="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txBody>
          <a:bodyPr wrap="square" anchor="ctr">
            <a:spAutoFit/>
          </a:bodyPr>
          <a:lstStyle/>
          <a:p>
            <a:pPr lvl="0" defTabSz="914377" fontAlgn="t">
              <a:lnSpc>
                <a:spcPts val="1500"/>
              </a:lnSpc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🧠 </a:t>
            </a:r>
            <a:r>
              <a:rPr lang="en-US" sz="10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RECOMMENDATION</a:t>
            </a: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defTabSz="914377" fontAlgn="t">
              <a:buFont typeface="Arial" panose="020B0604020202020204" pitchFamily="34" charset="0"/>
              <a:buChar char="•"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🟩 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Start FRC (BI + GLP-1 RA) – </a:t>
            </a:r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(preferred when limited GLP-1 RA access/ tolerability)</a:t>
            </a:r>
          </a:p>
          <a:p>
            <a:pPr defTabSz="914377" fontAlgn="t">
              <a:defRPr/>
            </a:pPr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💡 </a:t>
            </a:r>
            <a:r>
              <a:rPr lang="en-US" sz="1000" i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HbA1c ≥2% above target </a:t>
            </a:r>
            <a:r>
              <a:rPr lang="en-US" sz="1000" i="1" dirty="0">
                <a:latin typeface="Arial" panose="020B0604020202020204" pitchFamily="34" charset="0"/>
                <a:cs typeface="Arial" panose="020B0604020202020204" pitchFamily="34" charset="0"/>
              </a:rPr>
              <a:t>→ early combination targeting both FPG/PPG</a:t>
            </a:r>
          </a:p>
          <a:p>
            <a:pPr defTabSz="914377" fontAlgn="t">
              <a:defRPr/>
            </a:pP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Optimize </a:t>
            </a:r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 + GLP-1 RA 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before escalation to complex regimens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🟨 If HbA1c Above Target → Intensify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↺ 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Reassess every 3–6 months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t"/>
            <a:r>
              <a:rPr kumimoji="0" lang="en-US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⚡ </a:t>
            </a:r>
            <a:r>
              <a:rPr lang="en-US" sz="1000" b="1" i="1" dirty="0">
                <a:latin typeface="Arial" panose="020B0604020202020204" pitchFamily="34" charset="0"/>
                <a:cs typeface="Arial" panose="020B0604020202020204" pitchFamily="34" charset="0"/>
              </a:rPr>
              <a:t>Persistent hyperglycemia despite optimized combination</a:t>
            </a:r>
          </a:p>
          <a:p>
            <a:pPr fontAlgn="t"/>
            <a:b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🟩 Add </a:t>
            </a:r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stepwise prandial insulin 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(start with largest meal)</a:t>
            </a:r>
          </a:p>
          <a:p>
            <a:pPr fontAlgn="t"/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💡 </a:t>
            </a:r>
            <a:r>
              <a:rPr lang="en-US" sz="1000" i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Addresses remaining PPG excursions</a:t>
            </a:r>
          </a:p>
          <a:p>
            <a:pPr fontAlgn="t"/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914377" fontAlgn="t">
              <a:defRPr/>
            </a:pPr>
            <a:endParaRPr lang="en-US" sz="1000" i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🔹 Key Considerations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🧪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HbA1c target (~7%):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Individualized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💉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2nd‑gen basal insulin: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↓ hypo · &gt;24h stable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⚖️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GLP‑1 RA choice: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→ Weight · CVD/CKD · access/cost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🔗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FRC (BI + GLP‑1 RA):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Simple · once daily · ↓ hypo · weight neutral · ↑ adherence</a:t>
            </a:r>
            <a:b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→ Consider when GLP‑1 RA access or tolerability is limited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🔄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Basal–bolus: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Flexible · higher injection burden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⚖️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Premix insulin: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Simple · fixed meals required</a:t>
            </a:r>
            <a:b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→ Alternative when preferred options are unavailable</a:t>
            </a:r>
          </a:p>
          <a:p>
            <a:pPr defTabSz="914377" fontAlgn="t">
              <a:lnSpc>
                <a:spcPts val="1500"/>
              </a:lnSpc>
              <a:defRPr/>
            </a:pPr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⚠ </a:t>
            </a:r>
            <a:r>
              <a:rPr lang="en-US" sz="10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Irregular meals: </a:t>
            </a:r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avoid premix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5E84994-95B8-3AFC-0CBC-958E32FBF5B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0" r="27305" b="18133"/>
          <a:stretch>
            <a:fillRect/>
          </a:stretch>
        </p:blipFill>
        <p:spPr>
          <a:xfrm>
            <a:off x="5600931" y="1792224"/>
            <a:ext cx="6501914" cy="4592226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6656835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548634-27B0-6FAE-149C-A7EAD2D4B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C01E407-9FAB-6E9D-14CE-D9605C2465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3016269"/>
              </p:ext>
            </p:extLst>
          </p:nvPr>
        </p:nvGraphicFramePr>
        <p:xfrm>
          <a:off x="3191036" y="1137628"/>
          <a:ext cx="5809927" cy="182030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809927">
                  <a:extLst>
                    <a:ext uri="{9D8B030D-6E8A-4147-A177-3AD203B41FA5}">
                      <a16:colId xmlns:a16="http://schemas.microsoft.com/office/drawing/2014/main" val="2860684736"/>
                    </a:ext>
                  </a:extLst>
                </a:gridCol>
              </a:tblGrid>
              <a:tr h="64722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 dirty="0">
                          <a:effectLst/>
                        </a:rPr>
                        <a:t>4- None / first injectable selection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059188839"/>
                  </a:ext>
                </a:extLst>
              </a:tr>
              <a:tr h="58654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HbA1c ≥ 2%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03911312"/>
                  </a:ext>
                </a:extLst>
              </a:tr>
              <a:tr h="58654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BMI &gt; 30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187702267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5021A8FC-139A-AB04-82D0-5D3B9FE16A5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871" t="20889" r="6574" b="30223"/>
          <a:stretch>
            <a:fillRect/>
          </a:stretch>
        </p:blipFill>
        <p:spPr>
          <a:xfrm>
            <a:off x="2814320" y="3245840"/>
            <a:ext cx="6675120" cy="2890800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FE86ABC-F3C8-FF61-B9BF-B6B08C1C4285}"/>
              </a:ext>
            </a:extLst>
          </p:cNvPr>
          <p:cNvSpPr/>
          <p:nvPr/>
        </p:nvSpPr>
        <p:spPr>
          <a:xfrm>
            <a:off x="6532880" y="3129280"/>
            <a:ext cx="2661920" cy="1820307"/>
          </a:xfrm>
          <a:prstGeom prst="round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10288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8A4A25-1D95-16D9-55DF-270070CA1D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093B063-CB83-2D87-1984-C3F5DE78477F}"/>
              </a:ext>
            </a:extLst>
          </p:cNvPr>
          <p:cNvSpPr txBox="1"/>
          <p:nvPr/>
        </p:nvSpPr>
        <p:spPr>
          <a:xfrm>
            <a:off x="1730501" y="60553"/>
            <a:ext cx="9194673" cy="70788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anchor="ctr">
            <a:spAutoFit/>
          </a:bodyPr>
          <a:lstStyle/>
          <a:p>
            <a:pPr algn="ctr" fontAlgn="t">
              <a:buNone/>
            </a:pPr>
            <a:r>
              <a:rPr lang="en-US" sz="2000" b="1" dirty="0">
                <a:latin typeface="Segoe UI" panose="020B0502040204020203" pitchFamily="34" charset="0"/>
              </a:rPr>
              <a:t>None / first injectable selection - Inadequate Control</a:t>
            </a:r>
          </a:p>
          <a:p>
            <a:pPr algn="ctr" fontAlgn="t">
              <a:buNone/>
            </a:pPr>
            <a:r>
              <a:rPr lang="en-US" sz="2000" b="1" dirty="0">
                <a:latin typeface="Segoe UI" panose="020B0502040204020203" pitchFamily="34" charset="0"/>
              </a:rPr>
              <a:t> HbA1c ≥2% above target | BMI &gt;30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93F9A32-E983-357A-8524-78A5337BE26B}"/>
              </a:ext>
            </a:extLst>
          </p:cNvPr>
          <p:cNvSpPr/>
          <p:nvPr/>
        </p:nvSpPr>
        <p:spPr>
          <a:xfrm>
            <a:off x="7068312" y="6486525"/>
            <a:ext cx="2590038" cy="25181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0126B9-68C5-E6CD-BEB1-D45C4F365F18}"/>
              </a:ext>
            </a:extLst>
          </p:cNvPr>
          <p:cNvSpPr txBox="1"/>
          <p:nvPr/>
        </p:nvSpPr>
        <p:spPr>
          <a:xfrm>
            <a:off x="176955" y="1530240"/>
            <a:ext cx="5419174" cy="4862870"/>
          </a:xfrm>
          <a:prstGeom prst="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txBody>
          <a:bodyPr wrap="square" anchor="ctr">
            <a:spAutoFit/>
          </a:bodyPr>
          <a:lstStyle/>
          <a:p>
            <a:pPr lvl="0" defTabSz="914377" fontAlgn="t">
              <a:lnSpc>
                <a:spcPts val="1500"/>
              </a:lnSpc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🧠 </a:t>
            </a:r>
            <a:r>
              <a:rPr lang="en-US" sz="10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RECOMMENDATION</a:t>
            </a: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defTabSz="914377" fontAlgn="t">
              <a:buFont typeface="Arial" panose="020B0604020202020204" pitchFamily="34" charset="0"/>
              <a:buChar char="•"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🟩 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Start BI + GLP-1 RA combination </a:t>
            </a:r>
          </a:p>
          <a:p>
            <a:pPr marL="742950" lvl="1" indent="-285750" defTabSz="914377" fontAlgn="t">
              <a:buFont typeface="Arial" panose="020B0604020202020204" pitchFamily="34" charset="0"/>
              <a:buChar char="•"/>
              <a:defRPr/>
            </a:pP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FRC (BI + GLP-1 RA) – Once daily- simplified</a:t>
            </a:r>
          </a:p>
          <a:p>
            <a:pPr marL="742950" lvl="1" indent="-285750" defTabSz="914377" fontAlgn="t">
              <a:buFont typeface="Arial" panose="020B0604020202020204" pitchFamily="34" charset="0"/>
              <a:buChar char="•"/>
              <a:defRPr/>
            </a:pP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Or free combination - Separate BI &amp; GLP-1 RA</a:t>
            </a:r>
          </a:p>
          <a:p>
            <a:pPr fontAlgn="t">
              <a:lnSpc>
                <a:spcPts val="1500"/>
              </a:lnSpc>
              <a:buNone/>
            </a:pPr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💡 </a:t>
            </a:r>
            <a:r>
              <a:rPr lang="en-US" sz="1000" i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HbA1c ≥2% above target </a:t>
            </a:r>
            <a:r>
              <a:rPr lang="en-US" sz="1000" i="1" dirty="0">
                <a:latin typeface="Arial" panose="020B0604020202020204" pitchFamily="34" charset="0"/>
                <a:cs typeface="Arial" panose="020B0604020202020204" pitchFamily="34" charset="0"/>
              </a:rPr>
              <a:t>with obesity → early combination targeting FPG/PPG with weight benefit</a:t>
            </a:r>
          </a:p>
          <a:p>
            <a:pPr defTabSz="914377" fontAlgn="t">
              <a:defRPr/>
            </a:pP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Optimize </a:t>
            </a:r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 + GLP-1 RA 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before escalation to complex regimens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🟨 If HbA1c Above Target → Intensify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↺ 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Reassess every 3–6 months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t"/>
            <a:r>
              <a:rPr kumimoji="0" lang="en-US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⚡ </a:t>
            </a:r>
            <a:r>
              <a:rPr lang="en-US" sz="1000" b="1" i="1" dirty="0">
                <a:latin typeface="Arial" panose="020B0604020202020204" pitchFamily="34" charset="0"/>
                <a:cs typeface="Arial" panose="020B0604020202020204" pitchFamily="34" charset="0"/>
              </a:rPr>
              <a:t>Persistent hyperglycemia despite optimized combination</a:t>
            </a:r>
          </a:p>
          <a:p>
            <a:pPr fontAlgn="t"/>
            <a:b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🟩 Add </a:t>
            </a:r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stepwise prandial insulin 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(start with largest meal)</a:t>
            </a:r>
          </a:p>
          <a:p>
            <a:pPr fontAlgn="t"/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💡 </a:t>
            </a:r>
            <a:r>
              <a:rPr lang="en-US" sz="1000" i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Addresses remaining PPG excursions</a:t>
            </a:r>
          </a:p>
          <a:p>
            <a:pPr fontAlgn="t"/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914377" fontAlgn="t">
              <a:defRPr/>
            </a:pPr>
            <a:endParaRPr lang="en-US" sz="1000" i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🔹 Key Considerations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🧪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HbA1c target (~7%):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Individualized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💉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2nd‑gen basal insulin: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↓ hypo · &gt;24h stable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⚖️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GLP‑1 RA choice: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→ Weight · CVD/CKD · access/cost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🔗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FRC (BI + GLP‑1 RA):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Simple · once daily · ↓ hypo · weight neutral · ↑ adherence</a:t>
            </a:r>
            <a:b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→ Consider when GLP‑1 RA access or tolerability is limited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🔄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Basal–bolus: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Flexible · higher injection burden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⚖️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Premix insulin: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Simple · fixed meals required</a:t>
            </a:r>
            <a:b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→ Alternative when preferred options are unavailable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62E8A9C-E784-FE03-885F-6DB7C8B22FC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95" r="29889" b="12800"/>
          <a:stretch>
            <a:fillRect/>
          </a:stretch>
        </p:blipFill>
        <p:spPr>
          <a:xfrm>
            <a:off x="5705856" y="1189366"/>
            <a:ext cx="6389306" cy="5203744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5518138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655073-3D83-D0C7-CEF8-6B28044857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CB78A48-B2A2-A9E0-ECFE-9546D28F5C7B}"/>
              </a:ext>
            </a:extLst>
          </p:cNvPr>
          <p:cNvSpPr txBox="1"/>
          <p:nvPr/>
        </p:nvSpPr>
        <p:spPr>
          <a:xfrm>
            <a:off x="566929" y="155339"/>
            <a:ext cx="10477118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anchor="ctr">
            <a:spAutoFit/>
          </a:bodyPr>
          <a:lstStyle/>
          <a:p>
            <a:pPr algn="ctr" fontAlgn="t">
              <a:buNone/>
            </a:pPr>
            <a:r>
              <a:rPr lang="en-US" b="1" dirty="0">
                <a:latin typeface="Segoe UI" panose="020B0502040204020203" pitchFamily="34" charset="0"/>
              </a:rPr>
              <a:t>None / first injectable selection - Inadequate Control</a:t>
            </a:r>
          </a:p>
          <a:p>
            <a:pPr algn="ctr" fontAlgn="t">
              <a:buNone/>
            </a:pPr>
            <a:r>
              <a:rPr lang="en-US" b="1" dirty="0">
                <a:latin typeface="Segoe UI" panose="020B0502040204020203" pitchFamily="34" charset="0"/>
              </a:rPr>
              <a:t> HbA1c ≥2% above target | BMI &gt;30 | Limited GLP-1 RA access / tolerability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2174EA8-BE71-8247-F3F8-3C491D30AC09}"/>
              </a:ext>
            </a:extLst>
          </p:cNvPr>
          <p:cNvSpPr/>
          <p:nvPr/>
        </p:nvSpPr>
        <p:spPr>
          <a:xfrm>
            <a:off x="7068312" y="6486525"/>
            <a:ext cx="2590038" cy="25181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B51AB1-6C8C-6E59-B57B-A5423826D599}"/>
              </a:ext>
            </a:extLst>
          </p:cNvPr>
          <p:cNvSpPr txBox="1"/>
          <p:nvPr/>
        </p:nvSpPr>
        <p:spPr>
          <a:xfrm>
            <a:off x="162878" y="1463043"/>
            <a:ext cx="5478970" cy="4555093"/>
          </a:xfrm>
          <a:prstGeom prst="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txBody>
          <a:bodyPr wrap="square" anchor="ctr">
            <a:spAutoFit/>
          </a:bodyPr>
          <a:lstStyle/>
          <a:p>
            <a:pPr lvl="0" defTabSz="914377" fontAlgn="t">
              <a:lnSpc>
                <a:spcPts val="1500"/>
              </a:lnSpc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🧠 </a:t>
            </a:r>
            <a:r>
              <a:rPr lang="en-US" sz="10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RECOMMENDATION</a:t>
            </a: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defTabSz="914377" fontAlgn="t">
              <a:buFont typeface="Arial" panose="020B0604020202020204" pitchFamily="34" charset="0"/>
              <a:buChar char="•"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🟩 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Start FRC (BI + GLP-1 RA) – </a:t>
            </a:r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(preferred when limited GLP-1 RA access/ tolerability)</a:t>
            </a:r>
          </a:p>
          <a:p>
            <a:pPr fontAlgn="t">
              <a:lnSpc>
                <a:spcPts val="1500"/>
              </a:lnSpc>
              <a:buNone/>
            </a:pPr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💡 </a:t>
            </a:r>
            <a:r>
              <a:rPr lang="en-US" sz="1000" i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HbA1c ≥2% above target </a:t>
            </a:r>
            <a:r>
              <a:rPr lang="en-US" sz="1000" i="1" dirty="0">
                <a:latin typeface="Arial" panose="020B0604020202020204" pitchFamily="34" charset="0"/>
                <a:cs typeface="Arial" panose="020B0604020202020204" pitchFamily="34" charset="0"/>
              </a:rPr>
              <a:t>with obesity → early combination targeting FPG/PPG with weight benefit</a:t>
            </a:r>
          </a:p>
          <a:p>
            <a:pPr defTabSz="914377" fontAlgn="t">
              <a:defRPr/>
            </a:pP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Optimize </a:t>
            </a:r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 + GLP-1 RA 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before escalation to complex regimens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🟨 If HbA1c Above Target → Intensify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↺ 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Reassess every 3–6 months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t"/>
            <a:r>
              <a:rPr kumimoji="0" lang="en-US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⚡ </a:t>
            </a:r>
            <a:r>
              <a:rPr lang="en-US" sz="1000" b="1" i="1" dirty="0">
                <a:latin typeface="Arial" panose="020B0604020202020204" pitchFamily="34" charset="0"/>
                <a:cs typeface="Arial" panose="020B0604020202020204" pitchFamily="34" charset="0"/>
              </a:rPr>
              <a:t>Persistent hyperglycemia despite optimized combination</a:t>
            </a:r>
          </a:p>
          <a:p>
            <a:pPr fontAlgn="t"/>
            <a:b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🟩 Add </a:t>
            </a:r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stepwise prandial insulin 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(start with largest meal)</a:t>
            </a:r>
          </a:p>
          <a:p>
            <a:pPr fontAlgn="t"/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💡 </a:t>
            </a:r>
            <a:r>
              <a:rPr lang="en-US" sz="1000" i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Addresses remaining PPG excursions</a:t>
            </a:r>
          </a:p>
          <a:p>
            <a:pPr fontAlgn="t"/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914377" fontAlgn="t">
              <a:defRPr/>
            </a:pPr>
            <a:endParaRPr lang="en-US" sz="1000" i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🔹 Key Considerations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🧪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HbA1c target (~7%):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Individualized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💉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2nd‑gen basal insulin: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↓ hypo · &gt;24h stable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⚖️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GLP‑1 RA choice: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→ Weight · CVD/CKD · access/cost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🔗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FRC (BI + GLP‑1 RA):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Simple · once daily · ↓ hypo · weight neutral · ↑ adherence</a:t>
            </a:r>
            <a:b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→ Consider when GLP‑1 RA access or tolerability is limited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🔄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Basal–bolus: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Flexible · higher injection burden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⚖️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Premix insulin: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Simple · fixed meals required</a:t>
            </a:r>
            <a:b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→ Alternative when preferred options are unavailable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E80EB95-9B8F-303F-6A44-623AE74C9B6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5555" b="16667"/>
          <a:stretch>
            <a:fillRect/>
          </a:stretch>
        </p:blipFill>
        <p:spPr>
          <a:xfrm>
            <a:off x="5833150" y="1655064"/>
            <a:ext cx="6131963" cy="4290086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7823951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4CC789-3533-2BDD-106E-7F180B8EB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6ECB8A5-8509-09C0-2099-25872DEBCBBE}"/>
              </a:ext>
            </a:extLst>
          </p:cNvPr>
          <p:cNvSpPr txBox="1"/>
          <p:nvPr/>
        </p:nvSpPr>
        <p:spPr>
          <a:xfrm>
            <a:off x="1730501" y="60553"/>
            <a:ext cx="9194673" cy="70788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anchor="ctr">
            <a:spAutoFit/>
          </a:bodyPr>
          <a:lstStyle/>
          <a:p>
            <a:pPr algn="ctr" fontAlgn="t">
              <a:buNone/>
            </a:pPr>
            <a:r>
              <a:rPr lang="en-US" sz="2000" b="1" dirty="0">
                <a:latin typeface="Segoe UI" panose="020B0502040204020203" pitchFamily="34" charset="0"/>
              </a:rPr>
              <a:t>None / first injectable selection - Inadequate Control</a:t>
            </a:r>
          </a:p>
          <a:p>
            <a:pPr algn="ctr" fontAlgn="t">
              <a:buNone/>
            </a:pPr>
            <a:r>
              <a:rPr lang="en-US" sz="2000" b="1" dirty="0">
                <a:latin typeface="Segoe UI" panose="020B0502040204020203" pitchFamily="34" charset="0"/>
              </a:rPr>
              <a:t> HbA1c ≥2% above target | BMI &gt;30 | irregular meals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B06A7C9-2B86-CFA8-048B-EE636AE398BD}"/>
              </a:ext>
            </a:extLst>
          </p:cNvPr>
          <p:cNvSpPr/>
          <p:nvPr/>
        </p:nvSpPr>
        <p:spPr>
          <a:xfrm>
            <a:off x="7068312" y="6486525"/>
            <a:ext cx="2590038" cy="25181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FE737F5-32F7-616F-2C3B-B5A4F414351A}"/>
              </a:ext>
            </a:extLst>
          </p:cNvPr>
          <p:cNvSpPr/>
          <p:nvPr/>
        </p:nvSpPr>
        <p:spPr>
          <a:xfrm>
            <a:off x="9976104" y="3614474"/>
            <a:ext cx="1709928" cy="3723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A8AE62-2F61-B659-7A7A-37B4F24D943D}"/>
              </a:ext>
            </a:extLst>
          </p:cNvPr>
          <p:cNvSpPr txBox="1"/>
          <p:nvPr/>
        </p:nvSpPr>
        <p:spPr>
          <a:xfrm>
            <a:off x="149522" y="1477363"/>
            <a:ext cx="5392065" cy="4901342"/>
          </a:xfrm>
          <a:prstGeom prst="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txBody>
          <a:bodyPr wrap="square" anchor="ctr">
            <a:spAutoFit/>
          </a:bodyPr>
          <a:lstStyle/>
          <a:p>
            <a:pPr lvl="0" defTabSz="914377" fontAlgn="t">
              <a:lnSpc>
                <a:spcPts val="1500"/>
              </a:lnSpc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🧠 </a:t>
            </a:r>
            <a:r>
              <a:rPr lang="en-US" sz="10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RECOMMENDATION</a:t>
            </a: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defTabSz="914377" fontAlgn="t">
              <a:buFont typeface="Arial" panose="020B0604020202020204" pitchFamily="34" charset="0"/>
              <a:buChar char="•"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🟩 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Start BI + GLP-1 RA combination </a:t>
            </a:r>
          </a:p>
          <a:p>
            <a:pPr marL="742950" lvl="1" indent="-285750" defTabSz="914377" fontAlgn="t">
              <a:buFont typeface="Arial" panose="020B0604020202020204" pitchFamily="34" charset="0"/>
              <a:buChar char="•"/>
              <a:defRPr/>
            </a:pP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FRC (BI + GLP-1 RA) – Once daily- simplified</a:t>
            </a:r>
          </a:p>
          <a:p>
            <a:pPr marL="742950" lvl="1" indent="-285750" defTabSz="914377" fontAlgn="t">
              <a:buFont typeface="Arial" panose="020B0604020202020204" pitchFamily="34" charset="0"/>
              <a:buChar char="•"/>
              <a:defRPr/>
            </a:pP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Or free combination - Separate BI &amp; GLP-1 RA</a:t>
            </a:r>
          </a:p>
          <a:p>
            <a:pPr fontAlgn="t">
              <a:lnSpc>
                <a:spcPts val="1500"/>
              </a:lnSpc>
              <a:buNone/>
            </a:pPr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💡 </a:t>
            </a:r>
            <a:r>
              <a:rPr lang="en-US" sz="1000" i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HbA1c ≥2% above target </a:t>
            </a:r>
            <a:r>
              <a:rPr lang="en-US" sz="1000" i="1" dirty="0">
                <a:latin typeface="Arial" panose="020B0604020202020204" pitchFamily="34" charset="0"/>
                <a:cs typeface="Arial" panose="020B0604020202020204" pitchFamily="34" charset="0"/>
              </a:rPr>
              <a:t>with obesity → early combination targeting FPG/PPG with weight benefit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Optimize </a:t>
            </a:r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 + GLP-1 RA 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before escalation to complex regimens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🟨 If HbA1c Above Target → Intensify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↺ 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Reassess every 3–6 months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t"/>
            <a:r>
              <a:rPr kumimoji="0" lang="en-US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⚡ </a:t>
            </a:r>
            <a:r>
              <a:rPr lang="en-US" sz="1000" b="1" i="1" dirty="0">
                <a:latin typeface="Arial" panose="020B0604020202020204" pitchFamily="34" charset="0"/>
                <a:cs typeface="Arial" panose="020B0604020202020204" pitchFamily="34" charset="0"/>
              </a:rPr>
              <a:t>Persistent hyperglycemia despite optimized combination</a:t>
            </a:r>
          </a:p>
          <a:p>
            <a:pPr fontAlgn="t"/>
            <a:b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🟩 Add </a:t>
            </a:r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stepwise prandial insulin 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(start with largest meal)</a:t>
            </a:r>
          </a:p>
          <a:p>
            <a:pPr fontAlgn="t"/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💡 </a:t>
            </a:r>
            <a:r>
              <a:rPr lang="en-US" sz="1000" i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Addresses remaining PPG excursions</a:t>
            </a:r>
          </a:p>
          <a:p>
            <a:pPr fontAlgn="t"/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914377" fontAlgn="t">
              <a:defRPr/>
            </a:pPr>
            <a:endParaRPr lang="en-US" sz="1000" i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🔹 Key Considerations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🧪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HbA1c target (~7%):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Individualized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💉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2nd‑gen basal insulin: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↓ hypo · &gt;24h stable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⚖️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GLP‑1 RA choice: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→ Weight · CVD/CKD · access/cost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🔗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FRC (BI + GLP‑1 RA):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Simple · once daily · ↓ hypo · weight neutral · ↑ adherence</a:t>
            </a:r>
            <a:b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→ Consider when GLP‑1 RA access or tolerability is limited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🔄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Basal–bolus: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Flexible · higher injection burden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⚖️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Premix insulin: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Simple · fixed meals required</a:t>
            </a:r>
            <a:b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→ Alternative when preferred options are unavailable</a:t>
            </a:r>
          </a:p>
          <a:p>
            <a:pPr defTabSz="914377" fontAlgn="t">
              <a:lnSpc>
                <a:spcPts val="1500"/>
              </a:lnSpc>
              <a:defRPr/>
            </a:pPr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⚠ </a:t>
            </a:r>
            <a:r>
              <a:rPr lang="en-US" sz="10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Irregular meals: </a:t>
            </a:r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avoid premix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F9EB864-55E6-DEA0-2272-EADD8ECFD9F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111" r="30639" b="14800"/>
          <a:stretch>
            <a:fillRect/>
          </a:stretch>
        </p:blipFill>
        <p:spPr>
          <a:xfrm>
            <a:off x="5687568" y="1482642"/>
            <a:ext cx="5998464" cy="4895298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3250277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BACB14-3DB5-7AA4-3E3E-F0263AF6C1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361CE4A-5CF1-78D2-A992-D585A4032E66}"/>
              </a:ext>
            </a:extLst>
          </p:cNvPr>
          <p:cNvSpPr txBox="1"/>
          <p:nvPr/>
        </p:nvSpPr>
        <p:spPr>
          <a:xfrm>
            <a:off x="566928" y="164483"/>
            <a:ext cx="10853927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anchor="ctr">
            <a:spAutoFit/>
          </a:bodyPr>
          <a:lstStyle/>
          <a:p>
            <a:pPr algn="ctr" fontAlgn="t">
              <a:buNone/>
            </a:pPr>
            <a:r>
              <a:rPr lang="en-US" b="1" dirty="0">
                <a:latin typeface="Segoe UI" panose="020B0502040204020203" pitchFamily="34" charset="0"/>
              </a:rPr>
              <a:t>None / first injectable selection - Inadequate Control</a:t>
            </a:r>
          </a:p>
          <a:p>
            <a:pPr algn="ctr" fontAlgn="t">
              <a:buNone/>
            </a:pPr>
            <a:r>
              <a:rPr lang="en-US" b="1" dirty="0">
                <a:latin typeface="Segoe UI" panose="020B0502040204020203" pitchFamily="34" charset="0"/>
              </a:rPr>
              <a:t> HbA1c ≥2% above target | BMI &gt;30 | Limited GLP-1 RA access / tolerability &amp; irregular meals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880837A-BF33-0C92-C985-334850B6C277}"/>
              </a:ext>
            </a:extLst>
          </p:cNvPr>
          <p:cNvSpPr/>
          <p:nvPr/>
        </p:nvSpPr>
        <p:spPr>
          <a:xfrm>
            <a:off x="7068312" y="6486525"/>
            <a:ext cx="2590038" cy="25181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FC4FF10-423E-A070-DA3E-052276C63A35}"/>
              </a:ext>
            </a:extLst>
          </p:cNvPr>
          <p:cNvSpPr/>
          <p:nvPr/>
        </p:nvSpPr>
        <p:spPr>
          <a:xfrm>
            <a:off x="9893808" y="3724327"/>
            <a:ext cx="1837944" cy="3723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C2EFB3-EDA1-A562-A95D-0FCEC7A02347}"/>
              </a:ext>
            </a:extLst>
          </p:cNvPr>
          <p:cNvSpPr txBox="1"/>
          <p:nvPr/>
        </p:nvSpPr>
        <p:spPr>
          <a:xfrm>
            <a:off x="166878" y="1613699"/>
            <a:ext cx="5429250" cy="4593565"/>
          </a:xfrm>
          <a:prstGeom prst="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txBody>
          <a:bodyPr wrap="square" anchor="ctr">
            <a:spAutoFit/>
          </a:bodyPr>
          <a:lstStyle/>
          <a:p>
            <a:pPr lvl="0" defTabSz="914377" fontAlgn="t">
              <a:lnSpc>
                <a:spcPts val="1500"/>
              </a:lnSpc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🧠 </a:t>
            </a:r>
            <a:r>
              <a:rPr lang="en-US" sz="10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RECOMMENDATION</a:t>
            </a: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defTabSz="914377" fontAlgn="t">
              <a:buFont typeface="Arial" panose="020B0604020202020204" pitchFamily="34" charset="0"/>
              <a:buChar char="•"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🟩 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Start FRC (BI + GLP-1 RA) – </a:t>
            </a:r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(preferred when limited GLP-1 RA access/ tolerability)</a:t>
            </a:r>
          </a:p>
          <a:p>
            <a:pPr fontAlgn="t">
              <a:lnSpc>
                <a:spcPts val="1500"/>
              </a:lnSpc>
              <a:buNone/>
            </a:pPr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💡 </a:t>
            </a:r>
            <a:r>
              <a:rPr lang="en-US" sz="1000" i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HbA1c ≥2% above target </a:t>
            </a:r>
            <a:r>
              <a:rPr lang="en-US" sz="1000" i="1" dirty="0">
                <a:latin typeface="Arial" panose="020B0604020202020204" pitchFamily="34" charset="0"/>
                <a:cs typeface="Arial" panose="020B0604020202020204" pitchFamily="34" charset="0"/>
              </a:rPr>
              <a:t>with obesity → early combination targeting FPG/PPG with weight benefit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Optimize </a:t>
            </a:r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 + GLP-1 RA 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before escalation to complex regimens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🟨 If HbA1c Above Target → Intensify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↺ 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Reassess every 3–6 months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t"/>
            <a:r>
              <a:rPr kumimoji="0" lang="en-US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⚡ </a:t>
            </a:r>
            <a:r>
              <a:rPr lang="en-US" sz="1000" b="1" i="1" dirty="0">
                <a:latin typeface="Arial" panose="020B0604020202020204" pitchFamily="34" charset="0"/>
                <a:cs typeface="Arial" panose="020B0604020202020204" pitchFamily="34" charset="0"/>
              </a:rPr>
              <a:t>Persistent hyperglycemia despite optimized combination</a:t>
            </a:r>
          </a:p>
          <a:p>
            <a:pPr fontAlgn="t"/>
            <a:b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🟩 Add </a:t>
            </a:r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stepwise prandial insulin 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(start with largest meal)</a:t>
            </a:r>
          </a:p>
          <a:p>
            <a:pPr fontAlgn="t"/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💡 </a:t>
            </a:r>
            <a:r>
              <a:rPr lang="en-US" sz="1000" i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Addresses remaining PPG excursions</a:t>
            </a:r>
          </a:p>
          <a:p>
            <a:pPr fontAlgn="t"/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914377" fontAlgn="t">
              <a:defRPr/>
            </a:pPr>
            <a:endParaRPr lang="en-US" sz="1000" i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🔹 Key Considerations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🧪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HbA1c target (~7%):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Individualized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💉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2nd‑gen basal insulin: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↓ hypo · &gt;24h stable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⚖️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GLP‑1 RA choice: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→ Weight · CVD/CKD · access/cost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🔗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FRC (BI + GLP‑1 RA):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Simple · once daily · ↓ hypo · weight neutral · ↑ adherence</a:t>
            </a:r>
            <a:b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→ Consider when GLP‑1 RA access or tolerability is limited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🔄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Basal–bolus: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Flexible · higher injection burden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⚖️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Premix insulin: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Simple · fixed meals required</a:t>
            </a:r>
            <a:b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→ Alternative when preferred options are unavailable</a:t>
            </a:r>
          </a:p>
          <a:p>
            <a:pPr defTabSz="914377" fontAlgn="t">
              <a:lnSpc>
                <a:spcPts val="1500"/>
              </a:lnSpc>
              <a:defRPr/>
            </a:pPr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⚠ </a:t>
            </a:r>
            <a:r>
              <a:rPr lang="en-US" sz="10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Irregular meals: </a:t>
            </a:r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avoid premix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90DED52-4FDE-D8BD-1B8F-A000042F48F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5555" b="14266"/>
          <a:stretch>
            <a:fillRect/>
          </a:stretch>
        </p:blipFill>
        <p:spPr>
          <a:xfrm>
            <a:off x="5730241" y="1613698"/>
            <a:ext cx="6381936" cy="4593565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610874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F76EB2-2F6A-C3C9-9D75-BB50517EE5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6D51519-0A77-E37C-B147-2934761606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1567364"/>
              </p:ext>
            </p:extLst>
          </p:nvPr>
        </p:nvGraphicFramePr>
        <p:xfrm>
          <a:off x="3191035" y="2133898"/>
          <a:ext cx="5809927" cy="64722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809927">
                  <a:extLst>
                    <a:ext uri="{9D8B030D-6E8A-4147-A177-3AD203B41FA5}">
                      <a16:colId xmlns:a16="http://schemas.microsoft.com/office/drawing/2014/main" val="2860684736"/>
                    </a:ext>
                  </a:extLst>
                </a:gridCol>
              </a:tblGrid>
              <a:tr h="64722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 dirty="0">
                          <a:effectLst/>
                        </a:rPr>
                        <a:t>On Basal Insulin- Inadequate control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059188839"/>
                  </a:ext>
                </a:extLst>
              </a:tr>
            </a:tbl>
          </a:graphicData>
        </a:graphic>
      </p:graphicFrame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1B0412D-0DBC-A7AE-5676-3B04B737E746}"/>
              </a:ext>
            </a:extLst>
          </p:cNvPr>
          <p:cNvSpPr/>
          <p:nvPr/>
        </p:nvSpPr>
        <p:spPr>
          <a:xfrm>
            <a:off x="7006709" y="4922838"/>
            <a:ext cx="513875" cy="1228026"/>
          </a:xfrm>
          <a:prstGeom prst="roundRect">
            <a:avLst/>
          </a:prstGeom>
          <a:solidFill>
            <a:schemeClr val="bg2"/>
          </a:solidFill>
          <a:ln w="317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18D15A-16E4-FDBF-6097-D6659E762015}"/>
              </a:ext>
            </a:extLst>
          </p:cNvPr>
          <p:cNvSpPr txBox="1"/>
          <p:nvPr/>
        </p:nvSpPr>
        <p:spPr>
          <a:xfrm>
            <a:off x="3047999" y="26875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  <a:cs typeface="+mn-cs"/>
                <a:hlinkClick r:id="rId2"/>
              </a:rPr>
              <a:t>T2D Injectable Therapy CDS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42D9903-CF19-1E3E-58E6-345FD464241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272" t="21902" r="58070" b="38113"/>
          <a:stretch>
            <a:fillRect/>
          </a:stretch>
        </p:blipFill>
        <p:spPr>
          <a:xfrm>
            <a:off x="4508738" y="3605682"/>
            <a:ext cx="3985022" cy="2644609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118BE61-8215-5B8A-2B0A-DB01136EE920}"/>
              </a:ext>
            </a:extLst>
          </p:cNvPr>
          <p:cNvSpPr/>
          <p:nvPr/>
        </p:nvSpPr>
        <p:spPr>
          <a:xfrm>
            <a:off x="4310673" y="4507992"/>
            <a:ext cx="2236737" cy="1911701"/>
          </a:xfrm>
          <a:prstGeom prst="round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E09272-B6B4-2C5C-2A11-241B298C2DA1}"/>
              </a:ext>
            </a:extLst>
          </p:cNvPr>
          <p:cNvSpPr txBox="1"/>
          <p:nvPr/>
        </p:nvSpPr>
        <p:spPr>
          <a:xfrm>
            <a:off x="6876288" y="5577840"/>
            <a:ext cx="950976" cy="97482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8500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9518C0-1C77-BB20-9D9F-A88EB036C5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8E7C9E2-18A8-F6C9-CC32-144839E2D5B8}"/>
              </a:ext>
            </a:extLst>
          </p:cNvPr>
          <p:cNvSpPr txBox="1"/>
          <p:nvPr/>
        </p:nvSpPr>
        <p:spPr>
          <a:xfrm>
            <a:off x="491487" y="2678361"/>
            <a:ext cx="669988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>
              <a:buNone/>
            </a:pPr>
            <a:r>
              <a:rPr lang="en-US" sz="1600" b="0" i="0" dirty="0">
                <a:effectLst/>
                <a:latin typeface="Segoe UI" panose="020B0502040204020203" pitchFamily="34" charset="0"/>
              </a:rPr>
              <a:t>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7458522-7008-0332-450B-87205ADC25EA}"/>
              </a:ext>
            </a:extLst>
          </p:cNvPr>
          <p:cNvSpPr/>
          <p:nvPr/>
        </p:nvSpPr>
        <p:spPr>
          <a:xfrm>
            <a:off x="7068312" y="6486525"/>
            <a:ext cx="2590038" cy="25181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E512F48-D587-5BBE-B934-7B317D43E6A9}"/>
              </a:ext>
            </a:extLst>
          </p:cNvPr>
          <p:cNvSpPr txBox="1"/>
          <p:nvPr/>
        </p:nvSpPr>
        <p:spPr>
          <a:xfrm>
            <a:off x="2176272" y="227875"/>
            <a:ext cx="8083296" cy="58477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anchor="ctr">
            <a:spAutoFit/>
          </a:bodyPr>
          <a:lstStyle/>
          <a:p>
            <a:pPr algn="ctr" fontAlgn="t">
              <a:buNone/>
            </a:pPr>
            <a:r>
              <a:rPr lang="en-US" sz="1600" b="1" dirty="0">
                <a:latin typeface="Segoe UI" panose="020B0502040204020203" pitchFamily="34" charset="0"/>
              </a:rPr>
              <a:t>On basal insulin - Inadequate control</a:t>
            </a:r>
          </a:p>
          <a:p>
            <a:pPr algn="ctr" fontAlgn="t">
              <a:buNone/>
            </a:pPr>
            <a:r>
              <a:rPr lang="en-US" sz="1600" b="1" dirty="0">
                <a:latin typeface="Segoe UI" panose="020B0502040204020203" pitchFamily="34" charset="0"/>
              </a:rPr>
              <a:t>For HbA1c &lt;2% above target | All BMIs </a:t>
            </a:r>
            <a:endParaRPr lang="en-US" sz="1600" dirty="0">
              <a:latin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E316C9-2084-F9BE-A3BF-E527ED1F650C}"/>
              </a:ext>
            </a:extLst>
          </p:cNvPr>
          <p:cNvSpPr txBox="1"/>
          <p:nvPr/>
        </p:nvSpPr>
        <p:spPr>
          <a:xfrm>
            <a:off x="186879" y="998649"/>
            <a:ext cx="5098353" cy="5786199"/>
          </a:xfrm>
          <a:prstGeom prst="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txBody>
          <a:bodyPr wrap="square" anchor="ctr">
            <a:spAutoFit/>
          </a:bodyPr>
          <a:lstStyle/>
          <a:p>
            <a:pPr lvl="0" defTabSz="914377" fontAlgn="t">
              <a:lnSpc>
                <a:spcPts val="1500"/>
              </a:lnSpc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🧠 </a:t>
            </a:r>
            <a:r>
              <a:rPr lang="en-US" sz="10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RECOMMENDATION</a:t>
            </a: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🟩 Titrate Basal Insulin to FPG Target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(up to ~0.5 U/kg/day)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🟩 Add GLP‑1 RA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💡 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Targets PPG · supports weight control · low hypo risk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🟩 Choose Combination Strategy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🔗 FRC (BI + GLP‑1 RA)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Once daily · simplified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⚪ Separate BI + GLP‑1 RA</a:t>
            </a:r>
          </a:p>
          <a:p>
            <a:pPr defTabSz="914377" fontAlgn="t">
              <a:lnSpc>
                <a:spcPts val="1500"/>
              </a:lnSpc>
              <a:defRPr/>
            </a:pPr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Optimize BI + GLP-1 RA before 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escalation to complex regimens</a:t>
            </a:r>
          </a:p>
          <a:p>
            <a:pPr defTabSz="914377" fontAlgn="t">
              <a:lnSpc>
                <a:spcPts val="1500"/>
              </a:lnSpc>
              <a:defRPr/>
            </a:pPr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1000" i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defTabSz="914377" fontAlgn="t">
              <a:lnSpc>
                <a:spcPts val="1500"/>
              </a:lnSpc>
              <a:defRPr/>
            </a:pPr>
            <a:r>
              <a:rPr lang="en-US" sz="10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🟨 If HbA1c Above Target → Intensify</a:t>
            </a:r>
          </a:p>
          <a:p>
            <a:pPr lvl="0" defTabSz="914377" fontAlgn="t">
              <a:lnSpc>
                <a:spcPts val="1500"/>
              </a:lnSpc>
              <a:defRPr/>
            </a:pPr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↺ </a:t>
            </a:r>
            <a:r>
              <a:rPr lang="en-US" sz="1000" i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Reassess every 3–6 months</a:t>
            </a:r>
            <a:endParaRPr lang="en-US" sz="1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defTabSz="914377" fontAlgn="t">
              <a:lnSpc>
                <a:spcPts val="1500"/>
              </a:lnSpc>
              <a:defRPr/>
            </a:pPr>
            <a:endParaRPr lang="en-US" sz="1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t"/>
            <a:r>
              <a:rPr lang="en-US" sz="1000" b="1" i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⚡ </a:t>
            </a:r>
            <a:r>
              <a:rPr lang="en-US" sz="1000" b="1" i="1" dirty="0">
                <a:latin typeface="Arial" panose="020B0604020202020204" pitchFamily="34" charset="0"/>
                <a:cs typeface="Arial" panose="020B0604020202020204" pitchFamily="34" charset="0"/>
              </a:rPr>
              <a:t>Persistent hyperglycemia despite optimized combination</a:t>
            </a:r>
          </a:p>
          <a:p>
            <a:pPr fontAlgn="t"/>
            <a:b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0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🟩 Add </a:t>
            </a:r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stepwise prandial insulin 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(start with largest meal)</a:t>
            </a:r>
          </a:p>
          <a:p>
            <a:pPr fontAlgn="t"/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💡 </a:t>
            </a:r>
            <a:r>
              <a:rPr lang="en-US" sz="1000" i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Addresses remaining PPG excursions</a:t>
            </a:r>
          </a:p>
          <a:p>
            <a:pPr defTabSz="914377" fontAlgn="t">
              <a:defRPr/>
            </a:pPr>
            <a:endParaRPr lang="en-US" sz="1000" i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🔹 Key Considerations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🧪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HbA1c target (~7%):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Individualized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💉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2nd‑gen basal insulin: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↓ hypo · &gt;24h stable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⚖️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GLP‑1 RA choice: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→ Weight · CVD/CKD · access/cost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🔗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FRC (BI + GLP‑1 RA):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Simple · once daily · ↓ hypo · weight neutral · ↑ adherence</a:t>
            </a:r>
            <a:b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→ Consider when GLP‑1 RA access or tolerability is limited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🔄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Basal–bolus: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Flexible · higher injection burden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⚖️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Premix insulin: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Simple · fixed meals required</a:t>
            </a:r>
            <a:b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→ Alternative when preferred options are unavailable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A426757-3B83-05F6-F6D9-63322186BE5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944" r="31639" b="8667"/>
          <a:stretch>
            <a:fillRect/>
          </a:stretch>
        </p:blipFill>
        <p:spPr>
          <a:xfrm>
            <a:off x="5449824" y="976940"/>
            <a:ext cx="6455664" cy="5810946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7517004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02BB64-C3A6-C343-2E91-57D324554C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42E0B645-1A6D-3F20-40D9-7A47A532DF13}"/>
              </a:ext>
            </a:extLst>
          </p:cNvPr>
          <p:cNvSpPr/>
          <p:nvPr/>
        </p:nvSpPr>
        <p:spPr>
          <a:xfrm>
            <a:off x="7068312" y="6486525"/>
            <a:ext cx="2590038" cy="25181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195D3BD-A537-2294-51FA-8759C28F479C}"/>
              </a:ext>
            </a:extLst>
          </p:cNvPr>
          <p:cNvSpPr txBox="1"/>
          <p:nvPr/>
        </p:nvSpPr>
        <p:spPr>
          <a:xfrm>
            <a:off x="2611754" y="378494"/>
            <a:ext cx="7483221" cy="73866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anchor="ctr">
            <a:spAutoFit/>
          </a:bodyPr>
          <a:lstStyle/>
          <a:p>
            <a:pPr algn="ctr" fontAlgn="t">
              <a:buNone/>
            </a:pPr>
            <a:r>
              <a:rPr lang="en-US" sz="1400" b="1" dirty="0">
                <a:latin typeface="Segoe UI" panose="020B0502040204020203" pitchFamily="34" charset="0"/>
              </a:rPr>
              <a:t>On basal insulin - Inadequate control</a:t>
            </a:r>
          </a:p>
          <a:p>
            <a:pPr algn="ctr" fontAlgn="t">
              <a:buNone/>
            </a:pPr>
            <a:r>
              <a:rPr lang="en-US" sz="1400" b="1" dirty="0">
                <a:latin typeface="Segoe UI" panose="020B0502040204020203" pitchFamily="34" charset="0"/>
              </a:rPr>
              <a:t>For HbA1c &lt;2% above target | All BMIs </a:t>
            </a:r>
          </a:p>
          <a:p>
            <a:pPr algn="ctr" fontAlgn="t">
              <a:buNone/>
            </a:pPr>
            <a:r>
              <a:rPr lang="en-US" sz="1400" b="1" dirty="0">
                <a:latin typeface="Segoe UI" panose="020B0502040204020203" pitchFamily="34" charset="0"/>
              </a:rPr>
              <a:t>Limited GLP-1 RA access / tolerability</a:t>
            </a:r>
            <a:endParaRPr lang="en-US" sz="1400" b="1" i="0" dirty="0">
              <a:effectLst/>
              <a:latin typeface="Segoe U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5F65EB-30B3-55F6-2B04-253A8565A354}"/>
              </a:ext>
            </a:extLst>
          </p:cNvPr>
          <p:cNvSpPr txBox="1"/>
          <p:nvPr/>
        </p:nvSpPr>
        <p:spPr>
          <a:xfrm>
            <a:off x="318327" y="1508913"/>
            <a:ext cx="5408866" cy="4708981"/>
          </a:xfrm>
          <a:prstGeom prst="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txBody>
          <a:bodyPr wrap="square" anchor="ctr">
            <a:spAutoFit/>
          </a:bodyPr>
          <a:lstStyle/>
          <a:p>
            <a:pPr lvl="0" defTabSz="914377" fontAlgn="t">
              <a:lnSpc>
                <a:spcPts val="1500"/>
              </a:lnSpc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🧠 </a:t>
            </a:r>
            <a:r>
              <a:rPr lang="en-US" sz="10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RECOMMENDATION</a:t>
            </a: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🟩 Titrate Basal Insulin to FPG Target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(up to ~0.5 U/kg/day)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914377" fontAlgn="t">
              <a:lnSpc>
                <a:spcPts val="1500"/>
              </a:lnSpc>
              <a:defRPr/>
            </a:pPr>
            <a:b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0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🟩 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Consider FRC (BI + GLP-1 RA) – </a:t>
            </a:r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(preferred when limited GLP-1 RA access/ tolerability)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💡 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Targets FPG &amp; PPG · weight neutral · low hypo risk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914377" fontAlgn="t">
              <a:lnSpc>
                <a:spcPts val="1500"/>
              </a:lnSpc>
              <a:defRPr/>
            </a:pPr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Optimize BI + GLP-1 RA before 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escalation to complex regimens</a:t>
            </a:r>
          </a:p>
          <a:p>
            <a:pPr defTabSz="914377" fontAlgn="t">
              <a:lnSpc>
                <a:spcPts val="1500"/>
              </a:lnSpc>
              <a:defRPr/>
            </a:pPr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1000" i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defTabSz="914377" fontAlgn="t">
              <a:lnSpc>
                <a:spcPts val="1500"/>
              </a:lnSpc>
              <a:defRPr/>
            </a:pPr>
            <a:r>
              <a:rPr lang="en-US" sz="10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🟨 If HbA1c Above Target → Intensify</a:t>
            </a:r>
          </a:p>
          <a:p>
            <a:pPr lvl="0" defTabSz="914377" fontAlgn="t">
              <a:lnSpc>
                <a:spcPts val="1500"/>
              </a:lnSpc>
              <a:defRPr/>
            </a:pPr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↺ </a:t>
            </a:r>
            <a:r>
              <a:rPr lang="en-US" sz="1000" i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Reassess every 3–6 months</a:t>
            </a:r>
            <a:endParaRPr lang="en-US" sz="1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defTabSz="914377" fontAlgn="t">
              <a:lnSpc>
                <a:spcPts val="1500"/>
              </a:lnSpc>
              <a:defRPr/>
            </a:pPr>
            <a:endParaRPr lang="en-US" sz="1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t"/>
            <a:r>
              <a:rPr lang="en-US" sz="1000" b="1" i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⚡ </a:t>
            </a:r>
            <a:r>
              <a:rPr lang="en-US" sz="1000" b="1" i="1" dirty="0">
                <a:latin typeface="Arial" panose="020B0604020202020204" pitchFamily="34" charset="0"/>
                <a:cs typeface="Arial" panose="020B0604020202020204" pitchFamily="34" charset="0"/>
              </a:rPr>
              <a:t>Persistent hyperglycemia despite optimized combination</a:t>
            </a:r>
          </a:p>
          <a:p>
            <a:pPr fontAlgn="t"/>
            <a:b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0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🟩 Add </a:t>
            </a:r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stepwise prandial insulin 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(start with largest meal)</a:t>
            </a:r>
          </a:p>
          <a:p>
            <a:pPr fontAlgn="t"/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💡 </a:t>
            </a:r>
            <a:r>
              <a:rPr lang="en-US" sz="1000" i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Addresses remaining PPG excursions</a:t>
            </a:r>
          </a:p>
          <a:p>
            <a:pPr defTabSz="914377" fontAlgn="t">
              <a:defRPr/>
            </a:pPr>
            <a:endParaRPr lang="en-US" sz="1000" i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🔹 Key Considerations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🧪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HbA1c target (~7%):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Individualized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💉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2nd‑gen basal insulin: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↓ hypo · &gt;24h stable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⚖️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GLP‑1 RA choice: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→ Weight · CVD/CKD · access/cost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🔗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FRC (BI + GLP‑1 RA):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Simple · once daily · ↓ hypo · weight neutral · ↑ adherence</a:t>
            </a:r>
            <a:b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→ Consider when GLP‑1 RA access or tolerability is limited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🔄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Basal–bolus: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Flexible · higher injection burden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⚖️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Premix insulin: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Simple · fixed meals required</a:t>
            </a:r>
            <a:b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→ Alternative when preferred options are unavailable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1C8D943-E16D-D983-5B24-3A79B4CDDE3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81" r="29221" b="13600"/>
          <a:stretch>
            <a:fillRect/>
          </a:stretch>
        </p:blipFill>
        <p:spPr>
          <a:xfrm>
            <a:off x="5892525" y="1335024"/>
            <a:ext cx="6166696" cy="488287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166605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7A021E-3E39-504C-17B3-206CC7C790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565B6FC-5279-EF8F-3722-111DF52C3540}"/>
              </a:ext>
            </a:extLst>
          </p:cNvPr>
          <p:cNvSpPr txBox="1"/>
          <p:nvPr/>
        </p:nvSpPr>
        <p:spPr>
          <a:xfrm>
            <a:off x="6511670" y="284543"/>
            <a:ext cx="4936617" cy="73866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anchor="ctr">
            <a:spAutoFit/>
          </a:bodyPr>
          <a:lstStyle/>
          <a:p>
            <a:pPr algn="ctr" fontAlgn="t">
              <a:buNone/>
            </a:pPr>
            <a:r>
              <a:rPr lang="en-US" sz="1400" b="1" dirty="0">
                <a:latin typeface="Segoe UI" panose="020B0502040204020203" pitchFamily="34" charset="0"/>
              </a:rPr>
              <a:t>On basal insulin - Inadequate control</a:t>
            </a:r>
          </a:p>
          <a:p>
            <a:pPr algn="ctr" fontAlgn="t">
              <a:buNone/>
            </a:pPr>
            <a:r>
              <a:rPr lang="en-US" sz="1400" b="1" dirty="0">
                <a:latin typeface="Segoe UI" panose="020B0502040204020203" pitchFamily="34" charset="0"/>
              </a:rPr>
              <a:t>For HbA1c &lt;2% above target | All BMIs </a:t>
            </a:r>
          </a:p>
          <a:p>
            <a:pPr algn="ctr" fontAlgn="t">
              <a:buNone/>
            </a:pPr>
            <a:r>
              <a:rPr lang="en-US" sz="1400" b="1" dirty="0">
                <a:latin typeface="Segoe UI" panose="020B0502040204020203" pitchFamily="34" charset="0"/>
              </a:rPr>
              <a:t>irregular meal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659DC64-37EB-D4BB-6F78-2F7381CBDCCF}"/>
              </a:ext>
            </a:extLst>
          </p:cNvPr>
          <p:cNvSpPr/>
          <p:nvPr/>
        </p:nvSpPr>
        <p:spPr>
          <a:xfrm>
            <a:off x="9171432" y="3499320"/>
            <a:ext cx="2331720" cy="3723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BECC54-C889-2398-918A-7C59C3964CDC}"/>
              </a:ext>
            </a:extLst>
          </p:cNvPr>
          <p:cNvSpPr txBox="1"/>
          <p:nvPr/>
        </p:nvSpPr>
        <p:spPr>
          <a:xfrm>
            <a:off x="260107" y="510259"/>
            <a:ext cx="5116641" cy="6063198"/>
          </a:xfrm>
          <a:prstGeom prst="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txBody>
          <a:bodyPr wrap="square" anchor="ctr">
            <a:spAutoFit/>
          </a:bodyPr>
          <a:lstStyle/>
          <a:p>
            <a:pPr lvl="0" defTabSz="914377" fontAlgn="t">
              <a:lnSpc>
                <a:spcPts val="1500"/>
              </a:lnSpc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🧠 </a:t>
            </a:r>
            <a:r>
              <a:rPr lang="en-US" sz="10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RECOMMENDATION</a:t>
            </a: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🟩 Titrate Basal Insulin to FPG Target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(up to ~0.5 U/kg/day)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🟩 Add GLP‑1 RA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💡 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Targets PPG · supports weight control · low hypo risk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🟩 Choose Combination Strategy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🔗 FRC (BI + GLP‑1 RA)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Once daily · simplified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⚪ Separate BI + GLP‑1 RA</a:t>
            </a:r>
          </a:p>
          <a:p>
            <a:pPr defTabSz="914377" fontAlgn="t">
              <a:lnSpc>
                <a:spcPts val="1500"/>
              </a:lnSpc>
              <a:defRPr/>
            </a:pPr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Optimize BI + GLP-1 RA before 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escalation to complex regimens</a:t>
            </a:r>
          </a:p>
          <a:p>
            <a:pPr defTabSz="914377" fontAlgn="t">
              <a:lnSpc>
                <a:spcPts val="1500"/>
              </a:lnSpc>
              <a:defRPr/>
            </a:pPr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1000" i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defTabSz="914377" fontAlgn="t">
              <a:lnSpc>
                <a:spcPts val="1500"/>
              </a:lnSpc>
              <a:defRPr/>
            </a:pPr>
            <a:r>
              <a:rPr lang="en-US" sz="10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🟨 If HbA1c Above Target → Intensify</a:t>
            </a:r>
          </a:p>
          <a:p>
            <a:pPr lvl="0" defTabSz="914377" fontAlgn="t">
              <a:lnSpc>
                <a:spcPts val="1500"/>
              </a:lnSpc>
              <a:defRPr/>
            </a:pPr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↺ </a:t>
            </a:r>
            <a:r>
              <a:rPr lang="en-US" sz="1000" i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Reassess every 3–6 months</a:t>
            </a:r>
            <a:endParaRPr lang="en-US" sz="1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defTabSz="914377" fontAlgn="t">
              <a:lnSpc>
                <a:spcPts val="1500"/>
              </a:lnSpc>
              <a:defRPr/>
            </a:pPr>
            <a:endParaRPr lang="en-US" sz="1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t"/>
            <a:r>
              <a:rPr lang="en-US" sz="1000" b="1" i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⚡ </a:t>
            </a:r>
            <a:r>
              <a:rPr lang="en-US" sz="1000" b="1" i="1" dirty="0">
                <a:latin typeface="Arial" panose="020B0604020202020204" pitchFamily="34" charset="0"/>
                <a:cs typeface="Arial" panose="020B0604020202020204" pitchFamily="34" charset="0"/>
              </a:rPr>
              <a:t>Persistent hyperglycemia despite optimized combination</a:t>
            </a:r>
          </a:p>
          <a:p>
            <a:pPr fontAlgn="t"/>
            <a:b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0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🟩 Add </a:t>
            </a:r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stepwise prandial insulin 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(start with largest meal)</a:t>
            </a:r>
          </a:p>
          <a:p>
            <a:pPr fontAlgn="t"/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💡 </a:t>
            </a:r>
            <a:r>
              <a:rPr lang="en-US" sz="1000" i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Addresses remaining PPG excursions</a:t>
            </a:r>
          </a:p>
          <a:p>
            <a:pPr defTabSz="914377" fontAlgn="t">
              <a:defRPr/>
            </a:pPr>
            <a:endParaRPr lang="en-US" sz="1000" i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🔹 Key Considerations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🧪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HbA1c target (~7%):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Individualized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💉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2nd‑gen basal insulin: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↓ hypo · &gt;24h stable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⚖️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GLP‑1 RA choice: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→ Weight · CVD/CKD · access/cost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🔗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FRC (BI + GLP‑1 RA):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Simple · once daily · ↓ hypo · weight neutral · ↑ adherence</a:t>
            </a:r>
            <a:b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→ Consider when GLP‑1 RA access or tolerability is limited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🔄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Basal–bolus: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Flexible · higher injection burden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⚖️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Premix insulin: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Simple · fixed meals required</a:t>
            </a:r>
            <a:b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→ Alternative when preferred options are unavailable</a:t>
            </a:r>
          </a:p>
          <a:p>
            <a:pPr defTabSz="914377" fontAlgn="t">
              <a:lnSpc>
                <a:spcPts val="1500"/>
              </a:lnSpc>
              <a:defRPr/>
            </a:pPr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⚠ </a:t>
            </a:r>
            <a:r>
              <a:rPr lang="en-US" sz="10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Irregular meals: </a:t>
            </a:r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avoid premix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FBAFC8C-D12C-2106-7892-3D760414907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890" r="30721" b="6334"/>
          <a:stretch>
            <a:fillRect/>
          </a:stretch>
        </p:blipFill>
        <p:spPr>
          <a:xfrm>
            <a:off x="5550484" y="1088650"/>
            <a:ext cx="6126404" cy="5484807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744342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2DCA1C-AB5E-D0AA-28C0-689A8FF090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5597CD2-17E3-8AE5-7743-FDC847B5F1D7}"/>
              </a:ext>
            </a:extLst>
          </p:cNvPr>
          <p:cNvSpPr txBox="1"/>
          <p:nvPr/>
        </p:nvSpPr>
        <p:spPr>
          <a:xfrm>
            <a:off x="6428232" y="348108"/>
            <a:ext cx="5340096" cy="73866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anchor="ctr">
            <a:spAutoFit/>
          </a:bodyPr>
          <a:lstStyle/>
          <a:p>
            <a:pPr algn="ctr" fontAlgn="t">
              <a:buNone/>
            </a:pPr>
            <a:r>
              <a:rPr lang="en-US" sz="1400" b="1" dirty="0">
                <a:latin typeface="Segoe UI" panose="020B0502040204020203" pitchFamily="34" charset="0"/>
              </a:rPr>
              <a:t>On basal insulin - Inadequate control</a:t>
            </a:r>
          </a:p>
          <a:p>
            <a:pPr algn="ctr" fontAlgn="t">
              <a:buNone/>
            </a:pPr>
            <a:r>
              <a:rPr lang="en-US" sz="1400" b="1" dirty="0">
                <a:latin typeface="Segoe UI" panose="020B0502040204020203" pitchFamily="34" charset="0"/>
              </a:rPr>
              <a:t>For HbA1c &lt;2% above target | All BMIs </a:t>
            </a:r>
          </a:p>
          <a:p>
            <a:pPr algn="ctr" fontAlgn="t">
              <a:buNone/>
            </a:pPr>
            <a:r>
              <a:rPr lang="en-US" sz="1400" b="1" dirty="0">
                <a:latin typeface="Segoe UI" panose="020B0502040204020203" pitchFamily="34" charset="0"/>
              </a:rPr>
              <a:t>Limited GLP-1 RA access / tolerability &amp; irregular meal</a:t>
            </a:r>
            <a:endParaRPr lang="en-US" sz="1400" b="1" i="0" dirty="0">
              <a:effectLst/>
              <a:latin typeface="Segoe UI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9EC9B83-DDAB-DCDB-E2DE-39EF278FEAC2}"/>
              </a:ext>
            </a:extLst>
          </p:cNvPr>
          <p:cNvSpPr/>
          <p:nvPr/>
        </p:nvSpPr>
        <p:spPr>
          <a:xfrm>
            <a:off x="9427464" y="3611880"/>
            <a:ext cx="2267712" cy="27432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DFEE73-204F-D015-63A1-D91CC4A92683}"/>
              </a:ext>
            </a:extLst>
          </p:cNvPr>
          <p:cNvSpPr txBox="1"/>
          <p:nvPr/>
        </p:nvSpPr>
        <p:spPr>
          <a:xfrm>
            <a:off x="224028" y="1245499"/>
            <a:ext cx="5463540" cy="5093702"/>
          </a:xfrm>
          <a:prstGeom prst="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txBody>
          <a:bodyPr wrap="square" anchor="ctr">
            <a:spAutoFit/>
          </a:bodyPr>
          <a:lstStyle/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🧠 RECOMMENDATION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🟩 Titrate Basal Insulin to FPG Target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(up to ~0.5 U/kg/day)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🟩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Consider FRC (BI + GLP-1 RA) – (preferred when limited GLP-1 RA access/ tolerability)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💡 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Targets FPG &amp; PPG · weight neutral · low hypo risk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Optimize BI + GLP-1 RA before escalation to complex regimens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endParaRPr kumimoji="0" lang="en-US" sz="10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lvl="0" defTabSz="914377" fontAlgn="t">
              <a:lnSpc>
                <a:spcPts val="1500"/>
              </a:lnSpc>
              <a:defRPr/>
            </a:pPr>
            <a:r>
              <a:rPr lang="en-US" sz="10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🟨 If HbA1c Above Target → Intensify</a:t>
            </a:r>
          </a:p>
          <a:p>
            <a:pPr lvl="0" defTabSz="914377" fontAlgn="t">
              <a:lnSpc>
                <a:spcPts val="1500"/>
              </a:lnSpc>
              <a:defRPr/>
            </a:pPr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↺ </a:t>
            </a:r>
            <a:r>
              <a:rPr lang="en-US" sz="1000" i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Reassess every 3–6 months</a:t>
            </a:r>
            <a:endParaRPr lang="en-US" sz="1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defTabSz="914377" fontAlgn="t">
              <a:lnSpc>
                <a:spcPts val="1500"/>
              </a:lnSpc>
              <a:defRPr/>
            </a:pPr>
            <a:endParaRPr lang="en-US" sz="1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t"/>
            <a:r>
              <a:rPr lang="en-US" sz="1000" b="1" i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⚡ </a:t>
            </a:r>
            <a:r>
              <a:rPr lang="en-US" sz="1000" b="1" i="1" dirty="0">
                <a:latin typeface="Arial" panose="020B0604020202020204" pitchFamily="34" charset="0"/>
                <a:cs typeface="Arial" panose="020B0604020202020204" pitchFamily="34" charset="0"/>
              </a:rPr>
              <a:t>Persistent hyperglycemia despite optimized combination</a:t>
            </a:r>
          </a:p>
          <a:p>
            <a:pPr fontAlgn="t"/>
            <a:b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0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🟩 Add </a:t>
            </a:r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stepwise prandial insulin 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(start with largest meal)</a:t>
            </a:r>
          </a:p>
          <a:p>
            <a:pPr fontAlgn="t"/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💡 </a:t>
            </a:r>
            <a:r>
              <a:rPr lang="en-US" sz="1000" i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Addresses remaining PPG excursions</a:t>
            </a:r>
          </a:p>
          <a:p>
            <a:pPr defTabSz="914377" fontAlgn="t">
              <a:defRPr/>
            </a:pPr>
            <a:endParaRPr lang="en-US" sz="1000" i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🔹 Key Considerations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🧪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HbA1c target (~7%):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Individualized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💉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2nd‑gen basal insulin: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↓ hypo · &gt;24h stable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⚖️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GLP‑1 RA choice: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→ Weight · CVD/CKD · access/cost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🔗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FRC (BI + GLP‑1 RA):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Simple · once daily · ↓ hypo · weight neutral · ↑ adherence</a:t>
            </a:r>
            <a:b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→ Consider when GLP‑1 RA access or tolerability is limited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🔄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Basal–bolus: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Flexible · higher injection burden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⚖️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Premix insulin: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Simple · fixed meals required</a:t>
            </a:r>
            <a:b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→ Alternative when preferred options are unavailable</a:t>
            </a:r>
          </a:p>
          <a:p>
            <a:pPr defTabSz="914377" fontAlgn="t">
              <a:lnSpc>
                <a:spcPts val="1500"/>
              </a:lnSpc>
              <a:defRPr/>
            </a:pPr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⚠ </a:t>
            </a:r>
            <a:r>
              <a:rPr lang="en-US" sz="10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Irregular meals: </a:t>
            </a:r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avoid premix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D7A4A76-6D4B-EE2F-7A25-3E1DC04181E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195" r="30889" b="18666"/>
          <a:stretch>
            <a:fillRect/>
          </a:stretch>
        </p:blipFill>
        <p:spPr>
          <a:xfrm>
            <a:off x="5834293" y="1536192"/>
            <a:ext cx="6133679" cy="4803009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5687955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D718A7-F628-3519-F2E1-531F684832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D696921-F94B-10B8-AE8F-6C19AF3A50A0}"/>
              </a:ext>
            </a:extLst>
          </p:cNvPr>
          <p:cNvSpPr txBox="1"/>
          <p:nvPr/>
        </p:nvSpPr>
        <p:spPr>
          <a:xfrm>
            <a:off x="491487" y="2678361"/>
            <a:ext cx="669988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>
              <a:buNone/>
            </a:pPr>
            <a:r>
              <a:rPr lang="en-US" sz="1600" b="0" i="0" dirty="0">
                <a:effectLst/>
                <a:latin typeface="Segoe UI" panose="020B0502040204020203" pitchFamily="34" charset="0"/>
              </a:rPr>
              <a:t>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46A470A-0382-98C5-278F-657F9B8BAA09}"/>
              </a:ext>
            </a:extLst>
          </p:cNvPr>
          <p:cNvSpPr/>
          <p:nvPr/>
        </p:nvSpPr>
        <p:spPr>
          <a:xfrm>
            <a:off x="7068312" y="6486525"/>
            <a:ext cx="2590038" cy="25181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993B0FE-AAAE-3605-247B-71AE0846EA54}"/>
              </a:ext>
            </a:extLst>
          </p:cNvPr>
          <p:cNvSpPr txBox="1"/>
          <p:nvPr/>
        </p:nvSpPr>
        <p:spPr>
          <a:xfrm>
            <a:off x="1757934" y="279360"/>
            <a:ext cx="8209026" cy="73866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anchor="ctr">
            <a:spAutoFit/>
          </a:bodyPr>
          <a:lstStyle/>
          <a:p>
            <a:pPr algn="ctr" fontAlgn="t">
              <a:buNone/>
            </a:pPr>
            <a:r>
              <a:rPr lang="en-US" b="1" dirty="0">
                <a:latin typeface="Segoe UI" panose="020B0502040204020203" pitchFamily="34" charset="0"/>
              </a:rPr>
              <a:t>On basal insulin - Inadequate control</a:t>
            </a:r>
          </a:p>
          <a:p>
            <a:pPr algn="ctr" fontAlgn="t">
              <a:buNone/>
            </a:pPr>
            <a:r>
              <a:rPr lang="en-US" sz="2400" b="1" dirty="0">
                <a:latin typeface="Segoe UI" panose="020B0502040204020203" pitchFamily="34" charset="0"/>
              </a:rPr>
              <a:t>HbA1c ≥2% above target | BMI ≤30</a:t>
            </a:r>
            <a:endParaRPr lang="en-US" sz="2400" dirty="0">
              <a:latin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22881A-A50A-D02B-62D4-5B7DA2B18E1C}"/>
              </a:ext>
            </a:extLst>
          </p:cNvPr>
          <p:cNvSpPr txBox="1"/>
          <p:nvPr/>
        </p:nvSpPr>
        <p:spPr>
          <a:xfrm>
            <a:off x="325251" y="1693115"/>
            <a:ext cx="5023990" cy="4862870"/>
          </a:xfrm>
          <a:prstGeom prst="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txBody>
          <a:bodyPr wrap="square" anchor="ctr">
            <a:spAutoFit/>
          </a:bodyPr>
          <a:lstStyle/>
          <a:p>
            <a:pPr lvl="0" defTabSz="914377" fontAlgn="t">
              <a:lnSpc>
                <a:spcPts val="1500"/>
              </a:lnSpc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🧠 </a:t>
            </a:r>
            <a:r>
              <a:rPr lang="en-US" sz="10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RECOMMENDATION</a:t>
            </a: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914377" fontAlgn="t"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🟩 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Start BI + GLP-1 RA combination </a:t>
            </a:r>
          </a:p>
          <a:p>
            <a:pPr marL="742950" lvl="1" indent="-285750" defTabSz="914377" fontAlgn="t">
              <a:buFont typeface="Arial" panose="020B0604020202020204" pitchFamily="34" charset="0"/>
              <a:buChar char="•"/>
              <a:defRPr/>
            </a:pP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FRC (BI + GLP-1 RA) – Once daily- simplified</a:t>
            </a:r>
          </a:p>
          <a:p>
            <a:pPr marL="742950" lvl="1" indent="-285750" defTabSz="914377" fontAlgn="t">
              <a:buFont typeface="Arial" panose="020B0604020202020204" pitchFamily="34" charset="0"/>
              <a:buChar char="•"/>
              <a:defRPr/>
            </a:pP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Or free combination - Separate BI &amp; GLP-1 RA</a:t>
            </a:r>
          </a:p>
          <a:p>
            <a:pPr fontAlgn="t">
              <a:lnSpc>
                <a:spcPts val="1500"/>
              </a:lnSpc>
              <a:buNone/>
            </a:pPr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💡 </a:t>
            </a:r>
            <a:r>
              <a:rPr lang="en-US" sz="1000" i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HbA1c ≥2% above target </a:t>
            </a:r>
            <a:r>
              <a:rPr lang="en-US" sz="1000" i="1" dirty="0">
                <a:latin typeface="Arial" panose="020B0604020202020204" pitchFamily="34" charset="0"/>
                <a:cs typeface="Arial" panose="020B0604020202020204" pitchFamily="34" charset="0"/>
              </a:rPr>
              <a:t>→ early combination targeting both FPG/PPG</a:t>
            </a:r>
          </a:p>
          <a:p>
            <a:pPr defTabSz="914377" fontAlgn="t">
              <a:defRPr/>
            </a:pP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Optimize </a:t>
            </a:r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 + GLP-1 RA 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before escalation to complex regimens</a:t>
            </a:r>
          </a:p>
          <a:p>
            <a:pPr fontAlgn="t">
              <a:lnSpc>
                <a:spcPts val="1500"/>
              </a:lnSpc>
            </a:pPr>
            <a:r>
              <a:rPr lang="en-US" sz="10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🟩</a:t>
            </a:r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Alternative: premix insulin (when FRC/free combination unavailable)</a:t>
            </a:r>
          </a:p>
          <a:p>
            <a:pPr fontAlgn="t">
              <a:lnSpc>
                <a:spcPts val="1500"/>
              </a:lnSpc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🟨 If HbA1c Above Target → Intensify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↺ 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Reassess every 3–6 months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t"/>
            <a:r>
              <a:rPr kumimoji="0" lang="en-US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⚡ </a:t>
            </a:r>
            <a:r>
              <a:rPr lang="en-US" sz="1000" b="1" i="1" dirty="0">
                <a:latin typeface="Arial" panose="020B0604020202020204" pitchFamily="34" charset="0"/>
                <a:cs typeface="Arial" panose="020B0604020202020204" pitchFamily="34" charset="0"/>
              </a:rPr>
              <a:t>Persistent hyperglycemia despite optimized combination</a:t>
            </a:r>
          </a:p>
          <a:p>
            <a:pPr fontAlgn="t"/>
            <a:b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🟩 Add </a:t>
            </a:r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stepwise prandial insulin 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(start with largest meal)</a:t>
            </a:r>
          </a:p>
          <a:p>
            <a:pPr fontAlgn="t"/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💡 </a:t>
            </a:r>
            <a:r>
              <a:rPr lang="en-US" sz="1000" i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Addresses remaining PPG excursions</a:t>
            </a:r>
          </a:p>
          <a:p>
            <a:pPr fontAlgn="t"/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914377" fontAlgn="t">
              <a:defRPr/>
            </a:pPr>
            <a:endParaRPr lang="en-US" sz="1000" i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🔹 Key Considerations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🧪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HbA1c target (~7%):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Individualized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💉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2nd‑gen basal insulin: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↓ hypo · &gt;24h stable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⚖️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GLP‑1 RA choice: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→ Weight · CVD/CKD · access/cost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🔗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FRC (BI + GLP‑1 RA):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Simple · once daily · ↓ hypo · weight neutral · ↑ adherence</a:t>
            </a:r>
            <a:b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→ Consider when GLP‑1 RA access or tolerability is limited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🔄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Basal–bolus: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Flexible · higher injection burden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⚖️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Premix insulin: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Simple · fixed meals required</a:t>
            </a:r>
            <a:b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→ Alternative when preferred options are unavailable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87BC4AA-9D09-DC33-8E9C-FA23CE07360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0278" r="7889" b="16000"/>
          <a:stretch>
            <a:fillRect/>
          </a:stretch>
        </p:blipFill>
        <p:spPr>
          <a:xfrm>
            <a:off x="5515477" y="1168335"/>
            <a:ext cx="6435731" cy="546430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7160156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F1BE06-CBDB-8FB7-4353-169C786E53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61B9E29-01DF-34DA-1AA5-674DDF5C8271}"/>
              </a:ext>
            </a:extLst>
          </p:cNvPr>
          <p:cNvSpPr txBox="1"/>
          <p:nvPr/>
        </p:nvSpPr>
        <p:spPr>
          <a:xfrm>
            <a:off x="491487" y="2678361"/>
            <a:ext cx="669988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>
              <a:buNone/>
            </a:pPr>
            <a:r>
              <a:rPr lang="en-US" sz="1600" b="0" i="0" dirty="0">
                <a:effectLst/>
                <a:latin typeface="Segoe UI" panose="020B0502040204020203" pitchFamily="34" charset="0"/>
              </a:rPr>
              <a:t>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A6E4EB8-E626-F481-79AD-1CF701B76967}"/>
              </a:ext>
            </a:extLst>
          </p:cNvPr>
          <p:cNvSpPr/>
          <p:nvPr/>
        </p:nvSpPr>
        <p:spPr>
          <a:xfrm>
            <a:off x="7068312" y="6486525"/>
            <a:ext cx="2590038" cy="25181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F93D558-EFB0-B657-7880-F28EDE419AA6}"/>
              </a:ext>
            </a:extLst>
          </p:cNvPr>
          <p:cNvSpPr txBox="1"/>
          <p:nvPr/>
        </p:nvSpPr>
        <p:spPr>
          <a:xfrm>
            <a:off x="3225927" y="140773"/>
            <a:ext cx="5740146" cy="95410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anchor="ctr">
            <a:spAutoFit/>
          </a:bodyPr>
          <a:lstStyle/>
          <a:p>
            <a:pPr algn="ctr" fontAlgn="t">
              <a:buNone/>
            </a:pPr>
            <a:r>
              <a:rPr lang="en-US" b="1" dirty="0">
                <a:latin typeface="Segoe UI" panose="020B0502040204020203" pitchFamily="34" charset="0"/>
              </a:rPr>
              <a:t>On basal insulin - Inadequate control</a:t>
            </a:r>
          </a:p>
          <a:p>
            <a:pPr algn="ctr" fontAlgn="t"/>
            <a:r>
              <a:rPr lang="en-US" b="1" dirty="0">
                <a:latin typeface="Segoe UI" panose="020B0502040204020203" pitchFamily="34" charset="0"/>
              </a:rPr>
              <a:t>HbA1c ≥2% above target | BMI ≤30  </a:t>
            </a:r>
          </a:p>
          <a:p>
            <a:pPr algn="ctr" fontAlgn="t"/>
            <a:r>
              <a:rPr lang="en-US" b="1" dirty="0">
                <a:latin typeface="Segoe UI" panose="020B0502040204020203" pitchFamily="34" charset="0"/>
              </a:rPr>
              <a:t>Limited GLP-1 RA access / tolerability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666149-D4EB-673E-C150-B6890E1C519B}"/>
              </a:ext>
            </a:extLst>
          </p:cNvPr>
          <p:cNvSpPr txBox="1"/>
          <p:nvPr/>
        </p:nvSpPr>
        <p:spPr>
          <a:xfrm>
            <a:off x="268146" y="1713203"/>
            <a:ext cx="5173218" cy="4401205"/>
          </a:xfrm>
          <a:prstGeom prst="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txBody>
          <a:bodyPr wrap="square" anchor="ctr">
            <a:spAutoFit/>
          </a:bodyPr>
          <a:lstStyle/>
          <a:p>
            <a:pPr lvl="0" defTabSz="914377" fontAlgn="t">
              <a:lnSpc>
                <a:spcPts val="1500"/>
              </a:lnSpc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🧠 </a:t>
            </a:r>
            <a:r>
              <a:rPr lang="en-US" sz="10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RECOMMENDATION</a:t>
            </a: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914377" fontAlgn="t"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🟩 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Start FRC (BI + GLP-1 RA) – </a:t>
            </a:r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(preferred when limited GLP-1 RA access/ tolerability)</a:t>
            </a:r>
          </a:p>
          <a:p>
            <a:pPr lvl="0" fontAlgn="t">
              <a:lnSpc>
                <a:spcPts val="1500"/>
              </a:lnSpc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💡 </a:t>
            </a:r>
            <a:r>
              <a:rPr lang="en-US" sz="1000" i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HbA1c ≥2% above target 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→ early combination targeting both FPG/PPG</a:t>
            </a:r>
          </a:p>
          <a:p>
            <a:pPr defTabSz="914377" fontAlgn="t">
              <a:defRPr/>
            </a:pP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Optimize </a:t>
            </a:r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 + GLP-1 RA 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before escalation to complex regimens</a:t>
            </a:r>
          </a:p>
          <a:p>
            <a:pPr defTabSz="914377" fontAlgn="t">
              <a:lnSpc>
                <a:spcPts val="1500"/>
              </a:lnSpc>
              <a:defRPr/>
            </a:pPr>
            <a:r>
              <a:rPr lang="en-US" sz="10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🟩</a:t>
            </a:r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Alternative: premix insulin (when FRC/free combination unavailable)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🟨 If HbA1c Above Target → Intensify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↺ 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Reassess every 3–6 months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t"/>
            <a:r>
              <a:rPr kumimoji="0" lang="en-US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⚡ </a:t>
            </a:r>
            <a:r>
              <a:rPr lang="en-US" sz="1000" b="1" i="1" dirty="0">
                <a:latin typeface="Arial" panose="020B0604020202020204" pitchFamily="34" charset="0"/>
                <a:cs typeface="Arial" panose="020B0604020202020204" pitchFamily="34" charset="0"/>
              </a:rPr>
              <a:t>Persistent hyperglycemia despite optimized combination</a:t>
            </a:r>
          </a:p>
          <a:p>
            <a:pPr fontAlgn="t"/>
            <a:b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🟩 Add </a:t>
            </a:r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stepwise prandial insulin 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(start with largest meal)</a:t>
            </a:r>
          </a:p>
          <a:p>
            <a:pPr fontAlgn="t"/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💡 </a:t>
            </a:r>
            <a:r>
              <a:rPr lang="en-US" sz="1000" i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Addresses remaining PPG excursions</a:t>
            </a:r>
          </a:p>
          <a:p>
            <a:pPr fontAlgn="t"/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914377" fontAlgn="t">
              <a:defRPr/>
            </a:pPr>
            <a:endParaRPr lang="en-US" sz="1000" i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🔹 Key Considerations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🧪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HbA1c target (~7%):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Individualized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💉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2nd‑gen basal insulin: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↓ hypo · &gt;24h stable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⚖️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GLP‑1 RA choice: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→ Weight · CVD/CKD · access/cost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🔗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FRC (BI + GLP‑1 RA):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Simple · once daily · ↓ hypo · weight neutral · ↑ adherence</a:t>
            </a:r>
            <a:b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→ Consider when GLP‑1 RA access or tolerability is limited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🔄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Basal–bolus: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Flexible · higher injection burden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⚖️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Premix insulin: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Simple · fixed meals required</a:t>
            </a:r>
            <a:b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→ Alternative when preferred options are unavailable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F64D85C-E780-1C01-B9F0-A9760F5E7A3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1972" b="9066"/>
          <a:stretch>
            <a:fillRect/>
          </a:stretch>
        </p:blipFill>
        <p:spPr>
          <a:xfrm>
            <a:off x="5605535" y="1408176"/>
            <a:ext cx="6461293" cy="4706232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9710946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7985F4-9A99-1245-D2A8-DBD542177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D0427F4-4350-DC94-CB2D-FFFE0C9A663B}"/>
              </a:ext>
            </a:extLst>
          </p:cNvPr>
          <p:cNvSpPr txBox="1"/>
          <p:nvPr/>
        </p:nvSpPr>
        <p:spPr>
          <a:xfrm>
            <a:off x="491487" y="2678361"/>
            <a:ext cx="669988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>
              <a:buNone/>
            </a:pPr>
            <a:r>
              <a:rPr lang="en-US" sz="1600" b="0" i="0" dirty="0">
                <a:effectLst/>
                <a:latin typeface="Segoe UI" panose="020B0502040204020203" pitchFamily="34" charset="0"/>
              </a:rPr>
              <a:t>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CAFE0-D607-1231-AC20-DB04DAEA4970}"/>
              </a:ext>
            </a:extLst>
          </p:cNvPr>
          <p:cNvSpPr/>
          <p:nvPr/>
        </p:nvSpPr>
        <p:spPr>
          <a:xfrm>
            <a:off x="7068312" y="6486525"/>
            <a:ext cx="2590038" cy="25181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AE2370B-B753-2FAF-3E4A-37F52723F6AC}"/>
              </a:ext>
            </a:extLst>
          </p:cNvPr>
          <p:cNvSpPr txBox="1"/>
          <p:nvPr/>
        </p:nvSpPr>
        <p:spPr>
          <a:xfrm>
            <a:off x="1757934" y="279360"/>
            <a:ext cx="8209026" cy="73866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anchor="ctr">
            <a:spAutoFit/>
          </a:bodyPr>
          <a:lstStyle/>
          <a:p>
            <a:pPr algn="ctr" fontAlgn="t">
              <a:buNone/>
            </a:pPr>
            <a:r>
              <a:rPr lang="en-US" b="1" dirty="0">
                <a:latin typeface="Segoe UI" panose="020B0502040204020203" pitchFamily="34" charset="0"/>
              </a:rPr>
              <a:t>On basal insulin - Inadequate control</a:t>
            </a:r>
          </a:p>
          <a:p>
            <a:pPr algn="ctr" fontAlgn="t">
              <a:buNone/>
            </a:pPr>
            <a:r>
              <a:rPr lang="en-US" sz="2400" b="1" dirty="0">
                <a:latin typeface="Segoe UI" panose="020B0502040204020203" pitchFamily="34" charset="0"/>
              </a:rPr>
              <a:t>HbA1c ≥2% above target | BMI ≤30 | irregular meals</a:t>
            </a:r>
            <a:endParaRPr lang="en-US" sz="2400" dirty="0">
              <a:latin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D89DAA-A1C3-634A-3DDC-A57A01F789DE}"/>
              </a:ext>
            </a:extLst>
          </p:cNvPr>
          <p:cNvSpPr txBox="1"/>
          <p:nvPr/>
        </p:nvSpPr>
        <p:spPr>
          <a:xfrm>
            <a:off x="263653" y="1590608"/>
            <a:ext cx="5670803" cy="4708981"/>
          </a:xfrm>
          <a:prstGeom prst="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txBody>
          <a:bodyPr wrap="square" anchor="ctr">
            <a:spAutoFit/>
          </a:bodyPr>
          <a:lstStyle/>
          <a:p>
            <a:pPr lvl="0" defTabSz="914377" fontAlgn="t">
              <a:lnSpc>
                <a:spcPts val="1500"/>
              </a:lnSpc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🧠 </a:t>
            </a:r>
            <a:r>
              <a:rPr lang="en-US" sz="10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RECOMMENDATION</a:t>
            </a: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914377" fontAlgn="t"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🟩 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Start BI + GLP-1 RA combination </a:t>
            </a:r>
          </a:p>
          <a:p>
            <a:pPr marL="742950" lvl="1" indent="-285750" defTabSz="914377" fontAlgn="t">
              <a:buFont typeface="Arial" panose="020B0604020202020204" pitchFamily="34" charset="0"/>
              <a:buChar char="•"/>
              <a:defRPr/>
            </a:pP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FRC (BI + GLP-1 RA) – Once daily- simplified</a:t>
            </a:r>
          </a:p>
          <a:p>
            <a:pPr marL="742950" lvl="1" indent="-285750" defTabSz="914377" fontAlgn="t">
              <a:buFont typeface="Arial" panose="020B0604020202020204" pitchFamily="34" charset="0"/>
              <a:buChar char="•"/>
              <a:defRPr/>
            </a:pP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Or free combination - Separate BI &amp; GLP-1 RA</a:t>
            </a:r>
          </a:p>
          <a:p>
            <a:pPr fontAlgn="t">
              <a:lnSpc>
                <a:spcPts val="1500"/>
              </a:lnSpc>
              <a:buNone/>
            </a:pPr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💡 </a:t>
            </a:r>
            <a:r>
              <a:rPr lang="en-US" sz="1000" i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HbA1c ≥2% above target </a:t>
            </a:r>
            <a:r>
              <a:rPr lang="en-US" sz="1000" i="1" dirty="0">
                <a:latin typeface="Arial" panose="020B0604020202020204" pitchFamily="34" charset="0"/>
                <a:cs typeface="Arial" panose="020B0604020202020204" pitchFamily="34" charset="0"/>
              </a:rPr>
              <a:t>→ early combination targeting both FPG/PPG</a:t>
            </a:r>
          </a:p>
          <a:p>
            <a:pPr defTabSz="914377" fontAlgn="t">
              <a:defRPr/>
            </a:pP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Optimize </a:t>
            </a:r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 + GLP-1 RA 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before escalation to complex regimens</a:t>
            </a:r>
          </a:p>
          <a:p>
            <a:pPr fontAlgn="t">
              <a:lnSpc>
                <a:spcPts val="1500"/>
              </a:lnSpc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🟨 If HbA1c Above Target → Intensify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↺ 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Reassess every 3–6 months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t"/>
            <a:r>
              <a:rPr kumimoji="0" lang="en-US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⚡ </a:t>
            </a:r>
            <a:r>
              <a:rPr lang="en-US" sz="1000" b="1" i="1" dirty="0">
                <a:latin typeface="Arial" panose="020B0604020202020204" pitchFamily="34" charset="0"/>
                <a:cs typeface="Arial" panose="020B0604020202020204" pitchFamily="34" charset="0"/>
              </a:rPr>
              <a:t>Persistent hyperglycemia despite optimized combination</a:t>
            </a:r>
          </a:p>
          <a:p>
            <a:pPr fontAlgn="t"/>
            <a:b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🟩 Add </a:t>
            </a:r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stepwise prandial insulin 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(start with largest meal)</a:t>
            </a:r>
          </a:p>
          <a:p>
            <a:pPr fontAlgn="t"/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💡 </a:t>
            </a:r>
            <a:r>
              <a:rPr lang="en-US" sz="1000" i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Addresses remaining PPG excursions</a:t>
            </a:r>
          </a:p>
          <a:p>
            <a:pPr fontAlgn="t"/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914377" fontAlgn="t">
              <a:defRPr/>
            </a:pPr>
            <a:endParaRPr lang="en-US" sz="1000" i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🔹 Key Considerations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🧪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HbA1c target (~7%):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Individualized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💉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2nd‑gen basal insulin: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↓ hypo · &gt;24h stable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⚖️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GLP‑1 RA choice: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→ Weight · CVD/CKD · access/cost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🔗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FRC (BI + GLP‑1 RA):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Simple · once daily · ↓ hypo · weight neutral · ↑ adherence</a:t>
            </a:r>
            <a:b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→ Consider when GLP‑1 RA access or tolerability is limited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🔄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Basal–bolus: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Flexible · higher injection burden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⚖️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Premix insulin: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Simple · fixed meals required</a:t>
            </a:r>
            <a:b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→ Alternative when preferred options are unavailable</a:t>
            </a:r>
          </a:p>
          <a:p>
            <a:pPr defTabSz="914377" fontAlgn="t">
              <a:lnSpc>
                <a:spcPts val="1500"/>
              </a:lnSpc>
              <a:defRPr/>
            </a:pPr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⚠ </a:t>
            </a:r>
            <a:r>
              <a:rPr lang="en-US" sz="10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Irregular meals: </a:t>
            </a:r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avoid premix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A3084B4-1C01-0AA0-E90F-24E2310D387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194" r="30805" b="13734"/>
          <a:stretch>
            <a:fillRect/>
          </a:stretch>
        </p:blipFill>
        <p:spPr>
          <a:xfrm>
            <a:off x="6096000" y="1362497"/>
            <a:ext cx="5976195" cy="4957177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323034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53326B-982C-706F-D896-97ABF7BB8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DA606CD-7B6B-FBC3-4AAC-8C039E53DE0D}"/>
              </a:ext>
            </a:extLst>
          </p:cNvPr>
          <p:cNvSpPr txBox="1"/>
          <p:nvPr/>
        </p:nvSpPr>
        <p:spPr>
          <a:xfrm>
            <a:off x="491487" y="2678361"/>
            <a:ext cx="669988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>
              <a:buNone/>
            </a:pPr>
            <a:r>
              <a:rPr lang="en-US" sz="1600" b="0" i="0" dirty="0">
                <a:effectLst/>
                <a:latin typeface="Segoe UI" panose="020B0502040204020203" pitchFamily="34" charset="0"/>
              </a:rPr>
              <a:t>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972E498-D475-AE7F-98A9-FC499D8845A3}"/>
              </a:ext>
            </a:extLst>
          </p:cNvPr>
          <p:cNvSpPr/>
          <p:nvPr/>
        </p:nvSpPr>
        <p:spPr>
          <a:xfrm>
            <a:off x="7068312" y="6486525"/>
            <a:ext cx="2590038" cy="25181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A4761C0-5947-C479-1D57-924E7E2EB508}"/>
              </a:ext>
            </a:extLst>
          </p:cNvPr>
          <p:cNvSpPr txBox="1"/>
          <p:nvPr/>
        </p:nvSpPr>
        <p:spPr>
          <a:xfrm>
            <a:off x="3125685" y="247652"/>
            <a:ext cx="5940630" cy="83099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anchor="ctr">
            <a:spAutoFit/>
          </a:bodyPr>
          <a:lstStyle/>
          <a:p>
            <a:pPr algn="ctr" fontAlgn="t">
              <a:buNone/>
            </a:pPr>
            <a:r>
              <a:rPr lang="en-US" sz="1600" b="1" dirty="0">
                <a:latin typeface="Segoe UI" panose="020B0502040204020203" pitchFamily="34" charset="0"/>
              </a:rPr>
              <a:t>On basal insulin - Inadequate control</a:t>
            </a:r>
          </a:p>
          <a:p>
            <a:pPr algn="ctr" fontAlgn="t"/>
            <a:r>
              <a:rPr lang="en-US" sz="1600" b="1" dirty="0">
                <a:latin typeface="Segoe UI" panose="020B0502040204020203" pitchFamily="34" charset="0"/>
              </a:rPr>
              <a:t>HbA1c ≥2% above target | BMI ≤30 | </a:t>
            </a:r>
          </a:p>
          <a:p>
            <a:pPr algn="ctr" fontAlgn="t"/>
            <a:r>
              <a:rPr lang="en-US" sz="1600" b="1" dirty="0">
                <a:latin typeface="Segoe UI" panose="020B0502040204020203" pitchFamily="34" charset="0"/>
              </a:rPr>
              <a:t>Limited GLP-1 RA access / tolerability &amp; irregular meals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520682-D9CD-A195-CF53-4FB5194DAF89}"/>
              </a:ext>
            </a:extLst>
          </p:cNvPr>
          <p:cNvSpPr txBox="1"/>
          <p:nvPr/>
        </p:nvSpPr>
        <p:spPr>
          <a:xfrm>
            <a:off x="194994" y="1737709"/>
            <a:ext cx="5227398" cy="4401205"/>
          </a:xfrm>
          <a:prstGeom prst="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txBody>
          <a:bodyPr wrap="square" anchor="ctr">
            <a:spAutoFit/>
          </a:bodyPr>
          <a:lstStyle/>
          <a:p>
            <a:pPr lvl="0" defTabSz="914377" fontAlgn="t">
              <a:lnSpc>
                <a:spcPts val="1500"/>
              </a:lnSpc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🧠 </a:t>
            </a:r>
            <a:r>
              <a:rPr lang="en-US" sz="10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RECOMMENDATION</a:t>
            </a: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914377" fontAlgn="t"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🟩 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Start FRC (BI + GLP-1 RA) – </a:t>
            </a:r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(preferred when limited GLP-1 RA access/ tolerability)</a:t>
            </a:r>
          </a:p>
          <a:p>
            <a:pPr lvl="0" fontAlgn="t">
              <a:lnSpc>
                <a:spcPts val="1500"/>
              </a:lnSpc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💡 </a:t>
            </a:r>
            <a:r>
              <a:rPr lang="en-US" sz="1000" i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HbA1c ≥2% above target 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→ early combination targeting both FPG/PPG</a:t>
            </a:r>
          </a:p>
          <a:p>
            <a:pPr defTabSz="914377" fontAlgn="t">
              <a:defRPr/>
            </a:pP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Optimize </a:t>
            </a:r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 + GLP-1 RA 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before escalation to complex regimens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🟨 If HbA1c Above Target → Intensify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↺ 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Reassess every 3–6 months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t"/>
            <a:r>
              <a:rPr kumimoji="0" lang="en-US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⚡ </a:t>
            </a:r>
            <a:r>
              <a:rPr lang="en-US" sz="1000" b="1" i="1" dirty="0">
                <a:latin typeface="Arial" panose="020B0604020202020204" pitchFamily="34" charset="0"/>
                <a:cs typeface="Arial" panose="020B0604020202020204" pitchFamily="34" charset="0"/>
              </a:rPr>
              <a:t>Persistent hyperglycemia despite optimized combination</a:t>
            </a:r>
          </a:p>
          <a:p>
            <a:pPr fontAlgn="t"/>
            <a:b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🟩 Add </a:t>
            </a:r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stepwise prandial insulin 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(start with largest meal)</a:t>
            </a:r>
          </a:p>
          <a:p>
            <a:pPr fontAlgn="t"/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💡 </a:t>
            </a:r>
            <a:r>
              <a:rPr lang="en-US" sz="1000" i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Addresses remaining PPG excursions</a:t>
            </a:r>
          </a:p>
          <a:p>
            <a:pPr fontAlgn="t"/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914377" fontAlgn="t">
              <a:defRPr/>
            </a:pPr>
            <a:endParaRPr lang="en-US" sz="1000" i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🔹 Key Considerations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🧪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HbA1c target (~7%):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Individualized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💉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2nd‑gen basal insulin: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↓ hypo · &gt;24h stable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⚖️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GLP‑1 RA choice: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→ Weight · CVD/CKD · access/cost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🔗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FRC (BI + GLP‑1 RA):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Simple · once daily · ↓ hypo · weight neutral · ↑ adherence</a:t>
            </a:r>
            <a:b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→ Consider when GLP‑1 RA access or tolerability is limited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🔄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Basal–bolus: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Flexible · higher injection burden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⚖️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Premix insulin: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Simple · fixed meals required</a:t>
            </a:r>
            <a:b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→ Alternative when preferred options are unavailable</a:t>
            </a:r>
          </a:p>
          <a:p>
            <a:pPr defTabSz="914377" fontAlgn="t">
              <a:lnSpc>
                <a:spcPts val="1500"/>
              </a:lnSpc>
              <a:defRPr/>
            </a:pPr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⚠ </a:t>
            </a:r>
            <a:r>
              <a:rPr lang="en-US" sz="10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Irregular meals: </a:t>
            </a:r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avoid premix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25EB981-EE89-2D01-1FB4-1AC8B24FA26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61" r="28389" b="18267"/>
          <a:stretch>
            <a:fillRect/>
          </a:stretch>
        </p:blipFill>
        <p:spPr>
          <a:xfrm>
            <a:off x="5578740" y="1531454"/>
            <a:ext cx="6352429" cy="4619263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2897830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31BF80-D26F-7391-86C5-4DA2C5B0C9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6B0089A-A5D0-8D6D-E627-2C6DED11A93C}"/>
              </a:ext>
            </a:extLst>
          </p:cNvPr>
          <p:cNvSpPr txBox="1"/>
          <p:nvPr/>
        </p:nvSpPr>
        <p:spPr>
          <a:xfrm>
            <a:off x="491487" y="2678361"/>
            <a:ext cx="669988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37FE2DB-0B75-90F2-FB0F-A5DC8B98A500}"/>
              </a:ext>
            </a:extLst>
          </p:cNvPr>
          <p:cNvSpPr/>
          <p:nvPr/>
        </p:nvSpPr>
        <p:spPr>
          <a:xfrm>
            <a:off x="7068312" y="6486525"/>
            <a:ext cx="2590038" cy="25181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ECF642A-938F-91CA-C5FC-A5B88F6BED89}"/>
              </a:ext>
            </a:extLst>
          </p:cNvPr>
          <p:cNvSpPr txBox="1"/>
          <p:nvPr/>
        </p:nvSpPr>
        <p:spPr>
          <a:xfrm>
            <a:off x="1757934" y="279360"/>
            <a:ext cx="8209026" cy="73866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anchor="ctr">
            <a:spAutoFit/>
          </a:bodyPr>
          <a:lstStyle/>
          <a:p>
            <a:pPr marL="0" marR="0" lvl="0" indent="0" algn="ctr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On basal insulin - Inadequate control</a:t>
            </a:r>
          </a:p>
          <a:p>
            <a:pPr marL="0" marR="0" lvl="0" indent="0" algn="ctr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HbA1c ≥2% above target | BMI &gt;30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1C079F-3290-DC73-2851-BB0A4EFE7B93}"/>
              </a:ext>
            </a:extLst>
          </p:cNvPr>
          <p:cNvSpPr txBox="1"/>
          <p:nvPr/>
        </p:nvSpPr>
        <p:spPr>
          <a:xfrm>
            <a:off x="325251" y="1866239"/>
            <a:ext cx="5023990" cy="4516621"/>
          </a:xfrm>
          <a:prstGeom prst="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txBody>
          <a:bodyPr wrap="square" anchor="ctr">
            <a:spAutoFit/>
          </a:bodyPr>
          <a:lstStyle/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🧠 RECOMMENDATION</a:t>
            </a:r>
          </a:p>
          <a:p>
            <a:pPr marL="0" marR="0" lvl="0" indent="0" algn="l" defTabSz="914377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🟩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Start BI + GLP-1 RA combination </a:t>
            </a:r>
          </a:p>
          <a:p>
            <a:pPr marL="742950" marR="0" lvl="1" indent="-285750" algn="l" defTabSz="914377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FRC (BI + GLP-1 RA) – Once daily- simplified</a:t>
            </a:r>
          </a:p>
          <a:p>
            <a:pPr marL="742950" marR="0" lvl="1" indent="-285750" algn="l" defTabSz="914377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Or free combination - Separate BI &amp; GLP-1 RA</a:t>
            </a:r>
          </a:p>
          <a:p>
            <a:pPr fontAlgn="t">
              <a:lnSpc>
                <a:spcPts val="1500"/>
              </a:lnSpc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💡 </a:t>
            </a:r>
            <a:r>
              <a:rPr lang="en-US" sz="1000" i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HbA1c ≥2% above target 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→ early combination targeting both FPG/PPG</a:t>
            </a:r>
          </a:p>
          <a:p>
            <a:pPr marL="0" marR="0" lvl="0" indent="0" algn="l" defTabSz="914377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Optimize BI + GLP-1 RA before escalation to complex regimens</a:t>
            </a:r>
          </a:p>
          <a:p>
            <a:pPr marL="0" marR="0" lvl="0" indent="0" algn="l" defTabSz="914400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🟨 If HbA1c Above Target → Intensify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↺ 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Reassess every 3–6 months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⚡ Persistent hyperglycemia despite optimized combination</a:t>
            </a:r>
          </a:p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🟩 Add stepwise prandial insulin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(start with largest meal)</a:t>
            </a:r>
          </a:p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💡 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Addresses remaining PPG excursions</a:t>
            </a:r>
          </a:p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377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🔹 Key Considerations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🧪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HbA1c target (~7%):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Individualized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💉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2nd‑gen basal insulin: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↓ hypo · &gt;24h stable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⚖️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GLP‑1 RA choice: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→ Weight · CVD/CKD · access/cost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🔗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FRC (BI + GLP‑1 RA):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Simple · once daily · ↓ hypo · weight neutral · ↑ adherence</a:t>
            </a:r>
            <a:b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→ Consider when GLP‑1 RA access or tolerability is limited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🔄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Basal–bolus: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Flexible · higher injection burden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⚖️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Premix insulin: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Simple · fixed meals required</a:t>
            </a:r>
            <a:b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→ Alternative when preferred options are unavailable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FC5C8C4-097A-4F19-E98A-FCB133D3FEF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94" r="30055" b="14000"/>
          <a:stretch>
            <a:fillRect/>
          </a:stretch>
        </p:blipFill>
        <p:spPr>
          <a:xfrm>
            <a:off x="5515477" y="1234865"/>
            <a:ext cx="6393091" cy="5147995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3715664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9EC43A-B398-38C8-B4FE-412584DEDB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36D419D-02E5-5B9D-E8A9-3C55BC5D763F}"/>
              </a:ext>
            </a:extLst>
          </p:cNvPr>
          <p:cNvSpPr txBox="1"/>
          <p:nvPr/>
        </p:nvSpPr>
        <p:spPr>
          <a:xfrm>
            <a:off x="491487" y="2678361"/>
            <a:ext cx="669988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66F1DD7-69F3-AC8C-7DFD-2DB928CE7E6C}"/>
              </a:ext>
            </a:extLst>
          </p:cNvPr>
          <p:cNvSpPr/>
          <p:nvPr/>
        </p:nvSpPr>
        <p:spPr>
          <a:xfrm>
            <a:off x="7068312" y="6486525"/>
            <a:ext cx="2590038" cy="25181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9C9F5C1-59BD-1FC9-1CDD-0D93DEFAAA28}"/>
              </a:ext>
            </a:extLst>
          </p:cNvPr>
          <p:cNvSpPr txBox="1"/>
          <p:nvPr/>
        </p:nvSpPr>
        <p:spPr>
          <a:xfrm>
            <a:off x="3225927" y="156161"/>
            <a:ext cx="5740146" cy="9233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anchor="ctr">
            <a:spAutoFit/>
          </a:bodyPr>
          <a:lstStyle/>
          <a:p>
            <a:pPr marL="0" marR="0" lvl="0" indent="0" algn="ctr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On basal insulin - Inadequate control</a:t>
            </a:r>
          </a:p>
          <a:p>
            <a:pPr lvl="0" algn="ctr" fontAlgn="t"/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HbA1c ≥2% above target | BMI </a:t>
            </a:r>
            <a:r>
              <a:rPr lang="en-US" b="1" dirty="0">
                <a:solidFill>
                  <a:prstClr val="black"/>
                </a:solidFill>
                <a:latin typeface="Segoe UI" panose="020B0502040204020203" pitchFamily="34" charset="0"/>
              </a:rPr>
              <a:t>&gt;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30  </a:t>
            </a:r>
          </a:p>
          <a:p>
            <a:pPr marL="0" marR="0" lvl="0" indent="0" algn="ctr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Limited GLP-1 RA access / tolerability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AC5A4C-F180-AC66-246E-A4C249AF0A34}"/>
              </a:ext>
            </a:extLst>
          </p:cNvPr>
          <p:cNvSpPr txBox="1"/>
          <p:nvPr/>
        </p:nvSpPr>
        <p:spPr>
          <a:xfrm>
            <a:off x="304722" y="1809383"/>
            <a:ext cx="5209110" cy="4208844"/>
          </a:xfrm>
          <a:prstGeom prst="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txBody>
          <a:bodyPr wrap="square" anchor="ctr">
            <a:spAutoFit/>
          </a:bodyPr>
          <a:lstStyle/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🧠 RECOMMENDATION</a:t>
            </a:r>
          </a:p>
          <a:p>
            <a:pPr marL="0" marR="0" lvl="0" indent="0" algn="l" defTabSz="914377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🟩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Start FRC (BI + GLP-1 RA) – (preferred when limited GLP-1 RA access/ tolerability)</a:t>
            </a:r>
          </a:p>
          <a:p>
            <a:pPr lvl="0" fontAlgn="t">
              <a:lnSpc>
                <a:spcPts val="1500"/>
              </a:lnSpc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💡 </a:t>
            </a:r>
            <a:r>
              <a:rPr lang="en-US" sz="1000" i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HbA1c ≥2% above target 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→ early combination targeting both FPG/PPG</a:t>
            </a:r>
          </a:p>
          <a:p>
            <a:pPr marL="0" marR="0" lvl="0" indent="0" algn="l" defTabSz="914377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Optimize BI + GLP-1 RA before escalation to complex regimens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🟨 If HbA1c Above Target → Intensify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↺ 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Reassess every 3–6 months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⚡ Persistent hyperglycemia despite optimized combination</a:t>
            </a:r>
          </a:p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🟩 Add stepwise prandial insulin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(start with largest meal)</a:t>
            </a:r>
          </a:p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💡 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Addresses remaining PPG excursions</a:t>
            </a:r>
          </a:p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377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🔹 Key Considerations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🧪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HbA1c target (~7%):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Individualized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💉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2nd‑gen basal insulin: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↓ hypo · &gt;24h stable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⚖️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GLP‑1 RA choice: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→ Weight · CVD/CKD · access/cost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🔗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FRC (BI + GLP‑1 RA):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Simple · once daily · ↓ hypo · weight neutral · ↑ adherence</a:t>
            </a:r>
            <a:b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→ Consider when GLP‑1 RA access or tolerability is limited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🔄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Basal–bolus: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Flexible · higher injection burden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⚖️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Premix insulin: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Simple · fixed meals required</a:t>
            </a:r>
            <a:b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→ Alternative when preferred options are unavailable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0F8A16A-3C78-64AE-BFDF-D7B9C0D9D0A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95" r="27139" b="17733"/>
          <a:stretch>
            <a:fillRect/>
          </a:stretch>
        </p:blipFill>
        <p:spPr>
          <a:xfrm>
            <a:off x="5629216" y="1458069"/>
            <a:ext cx="6400481" cy="4560158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5485672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834BCB-7075-7858-7FF4-6B8CAF1F8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F4E8AC9-5377-FC6E-9235-4A8C8ACDDE76}"/>
              </a:ext>
            </a:extLst>
          </p:cNvPr>
          <p:cNvSpPr txBox="1"/>
          <p:nvPr/>
        </p:nvSpPr>
        <p:spPr>
          <a:xfrm>
            <a:off x="491487" y="2678361"/>
            <a:ext cx="669988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4A8A1AD-F5EF-B901-1E7F-06B87144CE97}"/>
              </a:ext>
            </a:extLst>
          </p:cNvPr>
          <p:cNvSpPr/>
          <p:nvPr/>
        </p:nvSpPr>
        <p:spPr>
          <a:xfrm>
            <a:off x="7068312" y="6486525"/>
            <a:ext cx="2590038" cy="25181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667321E-A1D6-E170-6BAE-C339E1A1929D}"/>
              </a:ext>
            </a:extLst>
          </p:cNvPr>
          <p:cNvSpPr txBox="1"/>
          <p:nvPr/>
        </p:nvSpPr>
        <p:spPr>
          <a:xfrm>
            <a:off x="1757934" y="279360"/>
            <a:ext cx="8209026" cy="73866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anchor="ctr">
            <a:spAutoFit/>
          </a:bodyPr>
          <a:lstStyle/>
          <a:p>
            <a:pPr marL="0" marR="0" lvl="0" indent="0" algn="ctr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On basal insulin - Inadequate control</a:t>
            </a:r>
          </a:p>
          <a:p>
            <a:pPr lvl="0" algn="ctr" fontAlgn="t"/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HbA1c ≥2% above target | BMI </a:t>
            </a:r>
            <a:r>
              <a:rPr lang="en-US" sz="2400" b="1" dirty="0">
                <a:solidFill>
                  <a:prstClr val="black"/>
                </a:solidFill>
                <a:latin typeface="Segoe UI" panose="020B0502040204020203" pitchFamily="34" charset="0"/>
              </a:rPr>
              <a:t>&gt;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30 | irregular meals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759705-99D8-2062-35FC-BCA8511434CD}"/>
              </a:ext>
            </a:extLst>
          </p:cNvPr>
          <p:cNvSpPr txBox="1"/>
          <p:nvPr/>
        </p:nvSpPr>
        <p:spPr>
          <a:xfrm>
            <a:off x="153925" y="1869659"/>
            <a:ext cx="5039867" cy="4708981"/>
          </a:xfrm>
          <a:prstGeom prst="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txBody>
          <a:bodyPr wrap="square" anchor="ctr">
            <a:spAutoFit/>
          </a:bodyPr>
          <a:lstStyle/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🧠 RECOMMENDATION</a:t>
            </a:r>
          </a:p>
          <a:p>
            <a:pPr marL="0" marR="0" lvl="0" indent="0" algn="l" defTabSz="914377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🟩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Start BI + GLP-1 RA combination </a:t>
            </a:r>
          </a:p>
          <a:p>
            <a:pPr marL="742950" marR="0" lvl="1" indent="-285750" algn="l" defTabSz="914377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FRC (BI + GLP-1 RA) – Once daily- simplified</a:t>
            </a:r>
          </a:p>
          <a:p>
            <a:pPr marL="742950" marR="0" lvl="1" indent="-285750" algn="l" defTabSz="914377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Or free combination - Separate BI &amp; GLP-1 RA</a:t>
            </a:r>
          </a:p>
          <a:p>
            <a:pPr lvl="0" fontAlgn="t">
              <a:lnSpc>
                <a:spcPts val="1500"/>
              </a:lnSpc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💡 </a:t>
            </a:r>
            <a:r>
              <a:rPr lang="en-US" sz="1000" i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HbA1c ≥2% above target 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→ early combination targeting both FPG/PPG</a:t>
            </a:r>
          </a:p>
          <a:p>
            <a:pPr marL="0" marR="0" lvl="0" indent="0" algn="l" defTabSz="914377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Optimize BI + GLP-1 RA before escalation to complex regimens</a:t>
            </a:r>
          </a:p>
          <a:p>
            <a:pPr marL="0" marR="0" lvl="0" indent="0" algn="l" defTabSz="914400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🟨 If HbA1c Above Target → Intensify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↺ 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Reassess every 3–6 months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⚡ Persistent hyperglycemia despite optimized combination</a:t>
            </a:r>
          </a:p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🟩 Add stepwise prandial insulin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(start with largest meal)</a:t>
            </a:r>
          </a:p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💡 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Addresses remaining PPG excursions</a:t>
            </a:r>
          </a:p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377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🔹 Key Considerations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🧪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HbA1c target (~7%):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Individualized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💉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2nd‑gen basal insulin: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↓ hypo · &gt;24h stable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⚖️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GLP‑1 RA choice: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→ Weight · CVD/CKD · access/cost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🔗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FRC (BI + GLP‑1 RA):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Simple · once daily · ↓ hypo · weight neutral · ↑ adherence</a:t>
            </a:r>
            <a:b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→ Consider when GLP‑1 RA access or tolerability is limited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🔄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Basal–bolus: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Flexible · higher injection burden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⚖️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Premix insulin: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Simple · fixed meals required</a:t>
            </a:r>
            <a:b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→ Alternative when preferred options are unavailable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⚠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Irregular meals: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avoid premix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3F56753-AEAD-28EE-641D-EBD98FBE160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694" r="30389" b="12933"/>
          <a:stretch>
            <a:fillRect/>
          </a:stretch>
        </p:blipFill>
        <p:spPr>
          <a:xfrm>
            <a:off x="5468112" y="1234151"/>
            <a:ext cx="6473952" cy="5344489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41502779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66747A-42B9-871E-71CD-F2CC0E751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06FD511-02ED-B784-1730-3ECCC5381D02}"/>
              </a:ext>
            </a:extLst>
          </p:cNvPr>
          <p:cNvSpPr txBox="1"/>
          <p:nvPr/>
        </p:nvSpPr>
        <p:spPr>
          <a:xfrm>
            <a:off x="491487" y="2678361"/>
            <a:ext cx="669988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2C88786-44DA-E8B9-566E-9E018769FB0F}"/>
              </a:ext>
            </a:extLst>
          </p:cNvPr>
          <p:cNvSpPr/>
          <p:nvPr/>
        </p:nvSpPr>
        <p:spPr>
          <a:xfrm>
            <a:off x="7068312" y="6486525"/>
            <a:ext cx="2590038" cy="25181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65C574E-F980-6843-0149-23679E419967}"/>
              </a:ext>
            </a:extLst>
          </p:cNvPr>
          <p:cNvSpPr txBox="1"/>
          <p:nvPr/>
        </p:nvSpPr>
        <p:spPr>
          <a:xfrm>
            <a:off x="3125685" y="247652"/>
            <a:ext cx="5940630" cy="83099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anchor="ctr">
            <a:spAutoFit/>
          </a:bodyPr>
          <a:lstStyle/>
          <a:p>
            <a:pPr marL="0" marR="0" lvl="0" indent="0" algn="ctr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On basal insulin - Inadequate control</a:t>
            </a:r>
          </a:p>
          <a:p>
            <a:pPr marL="0" marR="0" lvl="0" indent="0" algn="ctr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HbA1c ≥2% above target | BMI &gt;30 </a:t>
            </a:r>
          </a:p>
          <a:p>
            <a:pPr marL="0" marR="0" lvl="0" indent="0" algn="ctr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Limited GLP-1 RA access / tolerability &amp; irregular meals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62487C-9C56-2671-A7A7-3F1ABA0AD2BA}"/>
              </a:ext>
            </a:extLst>
          </p:cNvPr>
          <p:cNvSpPr txBox="1"/>
          <p:nvPr/>
        </p:nvSpPr>
        <p:spPr>
          <a:xfrm>
            <a:off x="231570" y="1737709"/>
            <a:ext cx="5135958" cy="4401205"/>
          </a:xfrm>
          <a:prstGeom prst="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txBody>
          <a:bodyPr wrap="square" anchor="ctr">
            <a:spAutoFit/>
          </a:bodyPr>
          <a:lstStyle/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🧠 RECOMMENDATION</a:t>
            </a:r>
          </a:p>
          <a:p>
            <a:pPr marL="0" marR="0" lvl="0" indent="0" algn="l" defTabSz="914377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🟩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Start FRC (BI + GLP-1 RA) – (preferred when limited GLP-1 RA access/ tolerability)</a:t>
            </a:r>
          </a:p>
          <a:p>
            <a:pPr lvl="0" fontAlgn="t">
              <a:lnSpc>
                <a:spcPts val="1500"/>
              </a:lnSpc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💡 </a:t>
            </a:r>
            <a:r>
              <a:rPr lang="en-US" sz="1000" i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HbA1c ≥2% above target 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→ early combination targeting both FPG/PPG</a:t>
            </a:r>
          </a:p>
          <a:p>
            <a:pPr marL="0" marR="0" lvl="0" indent="0" algn="l" defTabSz="914377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Optimize BI + GLP-1 RA before escalation to complex regimens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🟨 If HbA1c Above Target → Intensify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↺ 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Reassess every 3–6 months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⚡ Persistent hyperglycemia despite optimized combination</a:t>
            </a:r>
          </a:p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🟩 Add stepwise prandial insulin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(start with largest meal)</a:t>
            </a:r>
          </a:p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💡 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Addresses remaining PPG excursions</a:t>
            </a:r>
          </a:p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377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🔹 Key Considerations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🧪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HbA1c target (~7%):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Individualized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💉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2nd‑gen basal insulin: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↓ hypo · &gt;24h stable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⚖️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GLP‑1 RA choice: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→ Weight · CVD/CKD · access/cost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🔗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FRC (BI + GLP‑1 RA):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Simple · once daily · ↓ hypo · weight neutral · ↑ adherence</a:t>
            </a:r>
            <a:b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→ Consider when GLP‑1 RA access or tolerability is limited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🔄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Basal–bolus: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Flexible · higher injection burden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⚖️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Premix insulin: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Simple · fixed meals required</a:t>
            </a:r>
            <a:b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→ Alternative when preferred options are unavailable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⚠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Irregular meals: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avoid premix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088A138-3AEB-9B96-5AA0-D64D6E88933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7139" b="16400"/>
          <a:stretch>
            <a:fillRect/>
          </a:stretch>
        </p:blipFill>
        <p:spPr>
          <a:xfrm>
            <a:off x="5627445" y="1618731"/>
            <a:ext cx="6303264" cy="4520183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034498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E6C07D-619B-0481-B01D-8F78C8AA4D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879A778-7ABB-8F63-A949-EAA631DC4F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113937"/>
              </p:ext>
            </p:extLst>
          </p:nvPr>
        </p:nvGraphicFramePr>
        <p:xfrm>
          <a:off x="2944147" y="1640122"/>
          <a:ext cx="5809927" cy="64722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809927">
                  <a:extLst>
                    <a:ext uri="{9D8B030D-6E8A-4147-A177-3AD203B41FA5}">
                      <a16:colId xmlns:a16="http://schemas.microsoft.com/office/drawing/2014/main" val="2860684736"/>
                    </a:ext>
                  </a:extLst>
                </a:gridCol>
              </a:tblGrid>
              <a:tr h="64722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 dirty="0">
                          <a:effectLst/>
                        </a:rPr>
                        <a:t>On GLP1-RA Inadequate control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059188839"/>
                  </a:ext>
                </a:extLst>
              </a:tr>
            </a:tbl>
          </a:graphicData>
        </a:graphic>
      </p:graphicFrame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53B5CB3-9E82-9732-4EC8-D8BF658B7DA0}"/>
              </a:ext>
            </a:extLst>
          </p:cNvPr>
          <p:cNvSpPr/>
          <p:nvPr/>
        </p:nvSpPr>
        <p:spPr>
          <a:xfrm>
            <a:off x="7006709" y="5105718"/>
            <a:ext cx="513875" cy="1228026"/>
          </a:xfrm>
          <a:prstGeom prst="roundRect">
            <a:avLst/>
          </a:prstGeom>
          <a:solidFill>
            <a:schemeClr val="bg1"/>
          </a:solidFill>
          <a:ln w="317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C9BDCD-B0B2-15FF-5393-985A150B4920}"/>
              </a:ext>
            </a:extLst>
          </p:cNvPr>
          <p:cNvSpPr txBox="1"/>
          <p:nvPr/>
        </p:nvSpPr>
        <p:spPr>
          <a:xfrm>
            <a:off x="3047999" y="26875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  <a:cs typeface="+mn-cs"/>
                <a:hlinkClick r:id="rId3"/>
              </a:rPr>
              <a:t>T2D Injectable Therapy CDS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66FEFC5-C084-66B0-632A-E82DBF03697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7695" t="19733" r="24639" b="30400"/>
          <a:stretch>
            <a:fillRect/>
          </a:stretch>
        </p:blipFill>
        <p:spPr>
          <a:xfrm>
            <a:off x="2816351" y="2395728"/>
            <a:ext cx="6327648" cy="3419856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2ED02FA-F2D4-211A-7AC4-4A3E5DDFDFDB}"/>
              </a:ext>
            </a:extLst>
          </p:cNvPr>
          <p:cNvSpPr/>
          <p:nvPr/>
        </p:nvSpPr>
        <p:spPr>
          <a:xfrm>
            <a:off x="3403478" y="2935224"/>
            <a:ext cx="1781814" cy="2523744"/>
          </a:xfrm>
          <a:prstGeom prst="round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3857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7B0B03-3FF5-89D4-0D26-6AB55A977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114BDE7E-94D5-B278-4920-21DC33B3F47A}"/>
              </a:ext>
            </a:extLst>
          </p:cNvPr>
          <p:cNvSpPr txBox="1"/>
          <p:nvPr/>
        </p:nvSpPr>
        <p:spPr>
          <a:xfrm>
            <a:off x="163067" y="237634"/>
            <a:ext cx="5661661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anchor="ctr">
            <a:spAutoFit/>
          </a:bodyPr>
          <a:lstStyle/>
          <a:p>
            <a:pPr algn="ctr" fontAlgn="t"/>
            <a:r>
              <a:rPr lang="en-US" b="1" dirty="0"/>
              <a:t>On GLP1-RA - Inadequate Control</a:t>
            </a:r>
          </a:p>
          <a:p>
            <a:pPr algn="ctr" fontAlgn="t">
              <a:buNone/>
            </a:pPr>
            <a:r>
              <a:rPr lang="en-US" b="1" dirty="0">
                <a:latin typeface="Segoe UI" panose="020B0502040204020203" pitchFamily="34" charset="0"/>
              </a:rPr>
              <a:t>For HbA1c &lt;2% above target | All BMIs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B7064B-9144-6566-E651-374D03056253}"/>
              </a:ext>
            </a:extLst>
          </p:cNvPr>
          <p:cNvSpPr txBox="1"/>
          <p:nvPr/>
        </p:nvSpPr>
        <p:spPr>
          <a:xfrm>
            <a:off x="228600" y="1430944"/>
            <a:ext cx="5944362" cy="4901342"/>
          </a:xfrm>
          <a:prstGeom prst="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txBody>
          <a:bodyPr wrap="square" anchor="ctr">
            <a:spAutoFit/>
          </a:bodyPr>
          <a:lstStyle/>
          <a:p>
            <a:pPr lvl="0" defTabSz="914377" fontAlgn="t">
              <a:lnSpc>
                <a:spcPts val="1500"/>
              </a:lnSpc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🧠 </a:t>
            </a:r>
            <a:r>
              <a:rPr lang="en-US" sz="10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RECOMMENDATION</a:t>
            </a: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defTabSz="914377" fontAlgn="t"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🟩 </a:t>
            </a:r>
            <a:r>
              <a:rPr lang="en-US" sz="10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Optimize GLP‑1 RA </a:t>
            </a:r>
          </a:p>
          <a:p>
            <a:pPr fontAlgn="t"/>
            <a:r>
              <a:rPr lang="en-US" sz="10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🟩 Add </a:t>
            </a:r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basal insulin </a:t>
            </a:r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as: </a:t>
            </a:r>
          </a:p>
          <a:p>
            <a:pPr marL="742950" lvl="1" indent="-285750" defTabSz="914377" fontAlgn="t">
              <a:buFont typeface="Arial" panose="020B0604020202020204" pitchFamily="34" charset="0"/>
              <a:buChar char="•"/>
              <a:defRPr/>
            </a:pPr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FRC (BI + GLP-1 RA) – Once daily- simplified</a:t>
            </a:r>
          </a:p>
          <a:p>
            <a:pPr marL="742950" lvl="1" indent="-285750" defTabSz="914377" fontAlgn="t">
              <a:buFont typeface="Arial" panose="020B0604020202020204" pitchFamily="34" charset="0"/>
              <a:buChar char="•"/>
              <a:defRPr/>
            </a:pPr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 free combination - Separate BI &amp; GLP-1 RA</a:t>
            </a:r>
          </a:p>
          <a:p>
            <a:pPr defTabSz="914377" fontAlgn="t">
              <a:defRPr/>
            </a:pP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💡</a:t>
            </a:r>
            <a:r>
              <a:rPr lang="en-US" sz="1000" i="1" dirty="0">
                <a:latin typeface="Arial" panose="020B0604020202020204" pitchFamily="34" charset="0"/>
                <a:cs typeface="Arial" panose="020B0604020202020204" pitchFamily="34" charset="0"/>
              </a:rPr>
              <a:t> GLP‑1 RA alone does not adequately control FPG→ requires addition of basal insulin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Optimize </a:t>
            </a:r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 + GLP-1 RA 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combination before escalation to complex regimens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🟨 If HbA1c Above Target → Intensify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↺ 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Reassess every 3–6 months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914377" fontAlgn="t">
              <a:lnSpc>
                <a:spcPts val="1500"/>
              </a:lnSpc>
              <a:defRPr/>
            </a:pPr>
            <a:r>
              <a:rPr lang="en-US" sz="1000" b="1" i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⚡ </a:t>
            </a:r>
            <a:r>
              <a:rPr lang="en-US" sz="1000" b="1" i="1" dirty="0">
                <a:latin typeface="Arial" panose="020B0604020202020204" pitchFamily="34" charset="0"/>
                <a:cs typeface="Arial" panose="020B0604020202020204" pitchFamily="34" charset="0"/>
              </a:rPr>
              <a:t>Persistent hyperglycemia despite optimized combination therapy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0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🟩 Add stepwise prandial insulin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(start with largest meal)</a:t>
            </a:r>
          </a:p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💡 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Addresses remaining PPG excursions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914377" fontAlgn="t">
              <a:defRPr/>
            </a:pPr>
            <a:endParaRPr lang="en-US" sz="1000" i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🔹 Key Considerations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🧪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HbA1c target (~7%):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Individualized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💉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2nd‑gen basal insulin: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↓ hypo · &gt;24h stable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⚖️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GLP‑1 RA choice: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→ Weight · CVD/CKD · access/cost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🔗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FRC (BI + GLP‑1 RA):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Simple · once daily · ↓ hypo · weight neutral · ↑ adherence</a:t>
            </a:r>
            <a:b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→ Consider when GLP‑1 RA access or tolerability is limited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🔄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Basal–bolus: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Flexible · higher injection burden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⚖️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Premix insulin: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Simple · fixed meals required</a:t>
            </a:r>
            <a:b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→ Alternative when preferred options are unavailable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D9EEBFC-0DB9-C358-E0B6-08B2B79B173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78" r="29806" b="5733"/>
          <a:stretch>
            <a:fillRect/>
          </a:stretch>
        </p:blipFill>
        <p:spPr>
          <a:xfrm>
            <a:off x="6292853" y="1339662"/>
            <a:ext cx="5670547" cy="4992624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803133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1A2EB8-0924-FBFB-8187-7CF54BA3FE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CED20A4C-FC23-EFD1-8A87-6C8C176A9EC5}"/>
              </a:ext>
            </a:extLst>
          </p:cNvPr>
          <p:cNvSpPr txBox="1"/>
          <p:nvPr/>
        </p:nvSpPr>
        <p:spPr>
          <a:xfrm>
            <a:off x="163067" y="83747"/>
            <a:ext cx="5661661" cy="95410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anchor="ctr">
            <a:spAutoFit/>
          </a:bodyPr>
          <a:lstStyle/>
          <a:p>
            <a:pPr algn="ctr" fontAlgn="t"/>
            <a:r>
              <a:rPr lang="en-US" b="1" dirty="0">
                <a:latin typeface="Segoe UI" panose="020B0502040204020203" pitchFamily="34" charset="0"/>
              </a:rPr>
              <a:t>On GLP1-RA - Inadequate Control</a:t>
            </a:r>
          </a:p>
          <a:p>
            <a:pPr algn="ctr" fontAlgn="t">
              <a:buNone/>
            </a:pPr>
            <a:r>
              <a:rPr lang="en-US" b="1" dirty="0">
                <a:latin typeface="Segoe UI" panose="020B0502040204020203" pitchFamily="34" charset="0"/>
              </a:rPr>
              <a:t>For HbA1c &lt;2% above target | All BMIs </a:t>
            </a:r>
          </a:p>
          <a:p>
            <a:pPr algn="ctr" fontAlgn="b">
              <a:buNone/>
            </a:pPr>
            <a:r>
              <a:rPr lang="en-US" b="1" dirty="0">
                <a:latin typeface="Segoe UI" panose="020B0502040204020203" pitchFamily="34" charset="0"/>
              </a:rPr>
              <a:t>Limited GLP-1 RA access / tolerability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F460FFF-3B71-A756-0CE2-7D5B98B8729D}"/>
              </a:ext>
            </a:extLst>
          </p:cNvPr>
          <p:cNvSpPr txBox="1"/>
          <p:nvPr/>
        </p:nvSpPr>
        <p:spPr>
          <a:xfrm>
            <a:off x="151638" y="1831942"/>
            <a:ext cx="5944362" cy="4285789"/>
          </a:xfrm>
          <a:prstGeom prst="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txBody>
          <a:bodyPr wrap="square" anchor="ctr">
            <a:spAutoFit/>
          </a:bodyPr>
          <a:lstStyle/>
          <a:p>
            <a:pPr lvl="0" defTabSz="914377" fontAlgn="t">
              <a:lnSpc>
                <a:spcPts val="1500"/>
              </a:lnSpc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🧠 </a:t>
            </a:r>
            <a:r>
              <a:rPr lang="en-US" sz="10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RECOMMENDATION</a:t>
            </a: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377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🟩 Start FRC (BI + GLP-1 RA)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(preferred when limited GLP-1 RA access/ tolerability)</a:t>
            </a:r>
          </a:p>
          <a:p>
            <a:pPr marL="0" marR="0" lvl="0" indent="0" algn="l" defTabSz="914377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💡 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Provides GLP‑1 RA benefits (weight, PPG) plus basal insulin for FPG control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Optimize BI + GLP-1 RA 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before escalation to complex regimens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🟨 If HbA1c Above Target → Intensify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↺ 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Reassess every 3–6 months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914377" fontAlgn="t">
              <a:lnSpc>
                <a:spcPts val="1500"/>
              </a:lnSpc>
              <a:defRPr/>
            </a:pPr>
            <a:r>
              <a:rPr lang="en-US" sz="1000" b="1" i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⚡ </a:t>
            </a:r>
            <a:r>
              <a:rPr lang="en-US" sz="1000" b="1" i="1" dirty="0">
                <a:latin typeface="Arial" panose="020B0604020202020204" pitchFamily="34" charset="0"/>
                <a:cs typeface="Arial" panose="020B0604020202020204" pitchFamily="34" charset="0"/>
              </a:rPr>
              <a:t>Persistent hyperglycemia despite optimized combination therapy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0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🟩 Add stepwise prandial insulin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(start with largest meal)</a:t>
            </a:r>
          </a:p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💡 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Addresses remaining PPG excursions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914377" fontAlgn="t">
              <a:defRPr/>
            </a:pPr>
            <a:endParaRPr lang="en-US" sz="1000" i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🔹 Key Considerations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🧪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HbA1c target (~7%):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Individualized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💉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2nd‑gen basal insulin: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↓ hypo · &gt;24h stable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⚖️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GLP‑1 RA choice: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→ Weight · CVD/CKD · access/cost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🔗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FRC (BI + GLP‑1 RA):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Simple · once daily · ↓ hypo · weight neutral · ↑ adherence</a:t>
            </a:r>
            <a:b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→ Consider when GLP‑1 RA access or tolerability is limited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🔄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Basal–bolus: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Flexible · higher injection burden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⚖️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Premix insulin: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Simple · fixed meals required</a:t>
            </a:r>
            <a:b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→ Alternative when preferred options are unavailable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DC1AD9-CE9E-7A62-EF7D-42B0BB90697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5805" b="14667"/>
          <a:stretch>
            <a:fillRect/>
          </a:stretch>
        </p:blipFill>
        <p:spPr>
          <a:xfrm>
            <a:off x="6294882" y="1909819"/>
            <a:ext cx="5745480" cy="4130034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498948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A794A7-500A-98BC-93EE-C03ABD9AC1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8AB53C21-C5CE-161D-1EA3-AC10C852B096}"/>
              </a:ext>
            </a:extLst>
          </p:cNvPr>
          <p:cNvSpPr txBox="1"/>
          <p:nvPr/>
        </p:nvSpPr>
        <p:spPr>
          <a:xfrm>
            <a:off x="5653278" y="3525119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3F9D2D-CE0A-0CF4-0F36-B06A564D58CD}"/>
              </a:ext>
            </a:extLst>
          </p:cNvPr>
          <p:cNvSpPr txBox="1"/>
          <p:nvPr/>
        </p:nvSpPr>
        <p:spPr>
          <a:xfrm>
            <a:off x="132957" y="119917"/>
            <a:ext cx="5661661" cy="9233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anchor="ctr">
            <a:spAutoFit/>
          </a:bodyPr>
          <a:lstStyle/>
          <a:p>
            <a:pPr algn="ctr" fontAlgn="t"/>
            <a:r>
              <a:rPr lang="en-US" b="1" dirty="0">
                <a:latin typeface="Segoe UI" panose="020B0502040204020203" pitchFamily="34" charset="0"/>
              </a:rPr>
              <a:t>On GLP1-RA - Inadequate Control</a:t>
            </a:r>
          </a:p>
          <a:p>
            <a:pPr algn="ctr" fontAlgn="t">
              <a:buNone/>
            </a:pPr>
            <a:r>
              <a:rPr lang="en-US" b="1" dirty="0">
                <a:latin typeface="Segoe UI" panose="020B0502040204020203" pitchFamily="34" charset="0"/>
              </a:rPr>
              <a:t>For HbA1c &lt;2% above target | All BMIs </a:t>
            </a:r>
          </a:p>
          <a:p>
            <a:pPr algn="ctr" fontAlgn="b">
              <a:buNone/>
            </a:pPr>
            <a:r>
              <a:rPr lang="en-US" b="1" dirty="0">
                <a:latin typeface="Segoe UI" panose="020B0502040204020203" pitchFamily="34" charset="0"/>
              </a:rPr>
              <a:t>Irregular meal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E08D37-7032-DC1C-7269-C31A930E0BDB}"/>
              </a:ext>
            </a:extLst>
          </p:cNvPr>
          <p:cNvSpPr txBox="1"/>
          <p:nvPr/>
        </p:nvSpPr>
        <p:spPr>
          <a:xfrm>
            <a:off x="228600" y="1315528"/>
            <a:ext cx="5944362" cy="5132174"/>
          </a:xfrm>
          <a:prstGeom prst="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txBody>
          <a:bodyPr wrap="square" anchor="ctr">
            <a:spAutoFit/>
          </a:bodyPr>
          <a:lstStyle/>
          <a:p>
            <a:pPr lvl="0" defTabSz="914377" fontAlgn="t">
              <a:lnSpc>
                <a:spcPts val="1500"/>
              </a:lnSpc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🧠 </a:t>
            </a:r>
            <a:r>
              <a:rPr lang="en-US" sz="10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RECOMMENDATION</a:t>
            </a: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defTabSz="914377" fontAlgn="t"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🟩 </a:t>
            </a:r>
            <a:r>
              <a:rPr lang="en-US" sz="10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Optimize GLP‑1 RA </a:t>
            </a:r>
          </a:p>
          <a:p>
            <a:pPr fontAlgn="t"/>
            <a:r>
              <a:rPr lang="en-US" sz="10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🟩 Add </a:t>
            </a:r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basal insulin </a:t>
            </a:r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as: </a:t>
            </a:r>
          </a:p>
          <a:p>
            <a:pPr marL="742950" lvl="1" indent="-285750" defTabSz="914377" fontAlgn="t">
              <a:buFont typeface="Arial" panose="020B0604020202020204" pitchFamily="34" charset="0"/>
              <a:buChar char="•"/>
              <a:defRPr/>
            </a:pPr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FRC (BI + GLP-1 RA) – Once daily- simplified</a:t>
            </a:r>
          </a:p>
          <a:p>
            <a:pPr marL="742950" lvl="1" indent="-285750" defTabSz="914377" fontAlgn="t">
              <a:buFont typeface="Arial" panose="020B0604020202020204" pitchFamily="34" charset="0"/>
              <a:buChar char="•"/>
              <a:defRPr/>
            </a:pPr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 free combination - Separate BI &amp; GLP-1 RA</a:t>
            </a:r>
          </a:p>
          <a:p>
            <a:pPr defTabSz="914377" fontAlgn="t">
              <a:defRPr/>
            </a:pP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💡</a:t>
            </a:r>
            <a:r>
              <a:rPr lang="en-US" sz="1000" i="1" dirty="0">
                <a:latin typeface="Arial" panose="020B0604020202020204" pitchFamily="34" charset="0"/>
                <a:cs typeface="Arial" panose="020B0604020202020204" pitchFamily="34" charset="0"/>
              </a:rPr>
              <a:t> GLP‑1 RA alone does not adequately control FPG→ requires addition of basal insulin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Optimize </a:t>
            </a:r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 + GLP-1 RA 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combination before escalation to complex regimens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🟨 If HbA1c Above Target → Intensify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↺ 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Reassess every 3–6 months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914377" fontAlgn="t">
              <a:lnSpc>
                <a:spcPts val="1500"/>
              </a:lnSpc>
              <a:defRPr/>
            </a:pPr>
            <a:r>
              <a:rPr lang="en-US" sz="1000" b="1" i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⚡ </a:t>
            </a:r>
            <a:r>
              <a:rPr lang="en-US" sz="1000" b="1" i="1" dirty="0">
                <a:latin typeface="Arial" panose="020B0604020202020204" pitchFamily="34" charset="0"/>
                <a:cs typeface="Arial" panose="020B0604020202020204" pitchFamily="34" charset="0"/>
              </a:rPr>
              <a:t>Persistent hyperglycemia despite optimized combination therapy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0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🟩 Add stepwise prandial insulin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(start with largest meal)</a:t>
            </a:r>
          </a:p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💡 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Addresses remaining PPG excursions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914377" fontAlgn="t">
              <a:defRPr/>
            </a:pPr>
            <a:endParaRPr lang="en-US" sz="1000" i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🔹 Key Considerations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🧪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HbA1c target (~7%):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Individualized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💉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2nd‑gen basal insulin: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↓ hypo · &gt;24h stable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⚖️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GLP‑1 RA choice: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→ Weight · CVD/CKD · access/cost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🔗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FRC (BI + GLP‑1 RA):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Simple · once daily · ↓ hypo · weight neutral · ↑ adherence</a:t>
            </a:r>
            <a:b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→ Consider when GLP‑1 RA access or tolerability is limited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🔄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Basal–bolus: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Flexible · higher injection burden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⚖️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Premix insulin: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Simple · fixed meals required</a:t>
            </a:r>
            <a:b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→ Alternative when preferred options are unavailable</a:t>
            </a:r>
          </a:p>
          <a:p>
            <a:pPr defTabSz="914377" fontAlgn="t">
              <a:lnSpc>
                <a:spcPts val="1500"/>
              </a:lnSpc>
              <a:defRPr/>
            </a:pPr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⚠ </a:t>
            </a:r>
            <a:r>
              <a:rPr lang="en-US" sz="10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Irregular meals: </a:t>
            </a:r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avoid premix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A3CD28-58EA-C2F8-B0CA-BEEB30AA797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194" r="30722" b="5983"/>
          <a:stretch>
            <a:fillRect/>
          </a:stretch>
        </p:blipFill>
        <p:spPr>
          <a:xfrm>
            <a:off x="6261560" y="1170432"/>
            <a:ext cx="5845095" cy="527727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41307416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F3A9C6-CE9D-5E50-9C65-533C44EBB5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FCDABF63-9869-0EAF-A1ED-AFC1FAD880CC}"/>
              </a:ext>
            </a:extLst>
          </p:cNvPr>
          <p:cNvSpPr txBox="1"/>
          <p:nvPr/>
        </p:nvSpPr>
        <p:spPr>
          <a:xfrm>
            <a:off x="2010155" y="437464"/>
            <a:ext cx="8734045" cy="9233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anchor="ctr">
            <a:spAutoFit/>
          </a:bodyPr>
          <a:lstStyle/>
          <a:p>
            <a:pPr algn="ctr" fontAlgn="t"/>
            <a:r>
              <a:rPr lang="en-US" b="1" dirty="0">
                <a:latin typeface="Segoe UI" panose="020B0502040204020203" pitchFamily="34" charset="0"/>
              </a:rPr>
              <a:t>On GLP1-RA - Inadequate Control</a:t>
            </a:r>
          </a:p>
          <a:p>
            <a:pPr algn="ctr" fontAlgn="t">
              <a:buNone/>
            </a:pPr>
            <a:r>
              <a:rPr lang="en-US" b="1" dirty="0">
                <a:latin typeface="Segoe UI" panose="020B0502040204020203" pitchFamily="34" charset="0"/>
              </a:rPr>
              <a:t>For HbA1c &lt;2% above target | All BMIs </a:t>
            </a:r>
          </a:p>
          <a:p>
            <a:pPr algn="ctr" fontAlgn="b">
              <a:buNone/>
            </a:pPr>
            <a:r>
              <a:rPr lang="en-US" b="1" dirty="0">
                <a:latin typeface="Segoe UI" panose="020B0502040204020203" pitchFamily="34" charset="0"/>
              </a:rPr>
              <a:t>Limited GLP-1 RA access / tolerability &amp; irregular meal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78CDC68-8A6A-20AA-8B68-3AD0D4766711}"/>
              </a:ext>
            </a:extLst>
          </p:cNvPr>
          <p:cNvSpPr txBox="1"/>
          <p:nvPr/>
        </p:nvSpPr>
        <p:spPr>
          <a:xfrm>
            <a:off x="96774" y="1735762"/>
            <a:ext cx="5944362" cy="4478149"/>
          </a:xfrm>
          <a:prstGeom prst="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txBody>
          <a:bodyPr wrap="square" anchor="ctr">
            <a:spAutoFit/>
          </a:bodyPr>
          <a:lstStyle/>
          <a:p>
            <a:pPr lvl="0" defTabSz="914377" fontAlgn="t">
              <a:lnSpc>
                <a:spcPts val="1500"/>
              </a:lnSpc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🧠 </a:t>
            </a:r>
            <a:r>
              <a:rPr lang="en-US" sz="10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RECOMMENDATION</a:t>
            </a: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377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🟩 Start FRC (BI + GLP-1 RA)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(preferred when limited GLP-1 RA access/ tolerability)</a:t>
            </a:r>
          </a:p>
          <a:p>
            <a:pPr marL="0" marR="0" lvl="0" indent="0" algn="l" defTabSz="914377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💡 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Provides GLP‑1 RA benefits (weight, PPG) plus basal insulin for FPG control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Optimize BI + GLP-1 RA 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before escalation to complex regimens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🟨 If HbA1c Above Target → Intensify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↺ 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Reassess every 3–6 months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914377" fontAlgn="t">
              <a:lnSpc>
                <a:spcPts val="1500"/>
              </a:lnSpc>
              <a:defRPr/>
            </a:pPr>
            <a:r>
              <a:rPr lang="en-US" sz="1000" b="1" i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⚡ </a:t>
            </a:r>
            <a:r>
              <a:rPr lang="en-US" sz="1000" b="1" i="1" dirty="0">
                <a:latin typeface="Arial" panose="020B0604020202020204" pitchFamily="34" charset="0"/>
                <a:cs typeface="Arial" panose="020B0604020202020204" pitchFamily="34" charset="0"/>
              </a:rPr>
              <a:t>Persistent hyperglycemia despite optimized combination therapy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0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🟩 Add stepwise prandial insulin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(start with largest meal)</a:t>
            </a:r>
          </a:p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💡 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Addresses remaining PPG excursions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914377" fontAlgn="t">
              <a:defRPr/>
            </a:pPr>
            <a:endParaRPr lang="en-US" sz="1000" i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🔹 Key Considerations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🧪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HbA1c target (~7%):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Individualized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💉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2nd‑gen basal insulin: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↓ hypo · &gt;24h stable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⚖️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GLP‑1 RA choice: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→ Weight · CVD/CKD · access/cost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🔗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FRC (BI + GLP‑1 RA):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Simple · once daily · ↓ hypo · weight neutral · ↑ adherence</a:t>
            </a:r>
            <a:b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→ Consider when GLP‑1 RA access or tolerability is limited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🔄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Basal–bolus: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Flexible · higher injection burden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⚖️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Premix insulin: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Simple · fixed meals required</a:t>
            </a:r>
            <a:b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→ Alternative when preferred options are unavailable</a:t>
            </a:r>
          </a:p>
          <a:p>
            <a:pPr defTabSz="914377" fontAlgn="t">
              <a:lnSpc>
                <a:spcPts val="1500"/>
              </a:lnSpc>
              <a:defRPr/>
            </a:pPr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⚠ </a:t>
            </a:r>
            <a:r>
              <a:rPr lang="en-US" sz="10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Irregular meals: </a:t>
            </a:r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avoid premix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D086B33-ED81-3724-B18E-7242D222A21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6473" b="15333"/>
          <a:stretch>
            <a:fillRect/>
          </a:stretch>
        </p:blipFill>
        <p:spPr>
          <a:xfrm>
            <a:off x="6123432" y="1830568"/>
            <a:ext cx="5958927" cy="4288536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7691799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00CED2-5A4E-4A7D-888D-1EAF3C3DCA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676E276-0428-14F7-66A0-D7D5DEF0E910}"/>
              </a:ext>
            </a:extLst>
          </p:cNvPr>
          <p:cNvSpPr txBox="1"/>
          <p:nvPr/>
        </p:nvSpPr>
        <p:spPr>
          <a:xfrm>
            <a:off x="491487" y="2678361"/>
            <a:ext cx="669988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DB3D865-ABE4-74B0-337E-5CF49E2879E0}"/>
              </a:ext>
            </a:extLst>
          </p:cNvPr>
          <p:cNvSpPr/>
          <p:nvPr/>
        </p:nvSpPr>
        <p:spPr>
          <a:xfrm>
            <a:off x="7068312" y="6486525"/>
            <a:ext cx="2590038" cy="25181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9AA7587-9EEB-2125-CC1A-A11E6800E4E1}"/>
              </a:ext>
            </a:extLst>
          </p:cNvPr>
          <p:cNvSpPr txBox="1"/>
          <p:nvPr/>
        </p:nvSpPr>
        <p:spPr>
          <a:xfrm>
            <a:off x="1757934" y="279360"/>
            <a:ext cx="8209026" cy="73866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anchor="ctr">
            <a:spAutoFit/>
          </a:bodyPr>
          <a:lstStyle/>
          <a:p>
            <a:pPr lvl="0" algn="ctr" fontAlgn="t"/>
            <a:r>
              <a:rPr lang="en-US" b="1" dirty="0">
                <a:solidFill>
                  <a:prstClr val="black"/>
                </a:solidFill>
                <a:latin typeface="Segoe UI" panose="020B0502040204020203" pitchFamily="34" charset="0"/>
              </a:rPr>
              <a:t>On GLP-1 RA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- Inadequate control</a:t>
            </a:r>
          </a:p>
          <a:p>
            <a:pPr marL="0" marR="0" lvl="0" indent="0" algn="ctr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HbA1c ≥2% above target | BMI ≤30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77EAFB-9AAD-776F-BD3E-F33BA0FA2175}"/>
              </a:ext>
            </a:extLst>
          </p:cNvPr>
          <p:cNvSpPr txBox="1"/>
          <p:nvPr/>
        </p:nvSpPr>
        <p:spPr>
          <a:xfrm>
            <a:off x="325251" y="1693115"/>
            <a:ext cx="5023990" cy="4862870"/>
          </a:xfrm>
          <a:prstGeom prst="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txBody>
          <a:bodyPr wrap="square" anchor="ctr">
            <a:spAutoFit/>
          </a:bodyPr>
          <a:lstStyle/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🧠 RECOMMENDATION</a:t>
            </a:r>
          </a:p>
          <a:p>
            <a:pPr marL="0" marR="0" lvl="0" indent="0" algn="l" defTabSz="914377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🟩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Start BI + GLP-1 RA combination </a:t>
            </a:r>
          </a:p>
          <a:p>
            <a:pPr marL="742950" marR="0" lvl="1" indent="-285750" algn="l" defTabSz="914377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FRC (BI + GLP-1 RA) – Once daily- simplified</a:t>
            </a:r>
          </a:p>
          <a:p>
            <a:pPr marL="742950" marR="0" lvl="1" indent="-285750" algn="l" defTabSz="914377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Or free combination - Separate BI &amp; GLP-1 RA</a:t>
            </a:r>
          </a:p>
          <a:p>
            <a:pPr marL="0" marR="0" lvl="0" indent="0" algn="l" defTabSz="914400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💡 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HbA1c ≥2% above target → early combination targeting both FPG/PPG</a:t>
            </a:r>
          </a:p>
          <a:p>
            <a:pPr marL="0" marR="0" lvl="0" indent="0" algn="l" defTabSz="914377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Optimize BI + GLP-1 RA before escalation to complex regimens</a:t>
            </a:r>
          </a:p>
          <a:p>
            <a:pPr marL="0" marR="0" lvl="0" indent="0" algn="l" defTabSz="914400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🟩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Alternative: premix insulin (when FRC/free combination unavailable)</a:t>
            </a:r>
          </a:p>
          <a:p>
            <a:pPr marL="0" marR="0" lvl="0" indent="0" algn="l" defTabSz="914400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🟨 If HbA1c Above Target → Intensify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↺ 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Reassess every 3–6 months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⚡ Persistent hyperglycemia despite optimized combination</a:t>
            </a:r>
          </a:p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🟩 Add stepwise prandial insulin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(start with largest meal)</a:t>
            </a:r>
          </a:p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💡 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Addresses remaining PPG excursions</a:t>
            </a:r>
          </a:p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377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🔹 Key Considerations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🧪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HbA1c target (~7%):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Individualized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💉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2nd‑gen basal insulin: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↓ hypo · &gt;24h stable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⚖️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GLP‑1 RA choice: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→ Weight · CVD/CKD · access/cost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🔗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FRC (BI + GLP‑1 RA):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Simple · once daily · ↓ hypo · weight neutral · ↑ adherence</a:t>
            </a:r>
            <a:b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→ Consider when GLP‑1 RA access or tolerability is limited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🔄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Basal–bolus: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Flexible · higher injection burden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⚖️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Premix insulin: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Simple · fixed meals required</a:t>
            </a:r>
            <a:b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→ Alternative when preferred options are unavailable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52414F7-6E89-3AE8-B7F3-A5042D63353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0278" r="7889" b="16000"/>
          <a:stretch>
            <a:fillRect/>
          </a:stretch>
        </p:blipFill>
        <p:spPr>
          <a:xfrm>
            <a:off x="5515477" y="1168335"/>
            <a:ext cx="6435731" cy="546430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303703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283661-2F4E-0FF1-42BB-AAF0874077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301B85D-ADDC-90AD-0E04-A8BA5E1F8557}"/>
              </a:ext>
            </a:extLst>
          </p:cNvPr>
          <p:cNvSpPr txBox="1"/>
          <p:nvPr/>
        </p:nvSpPr>
        <p:spPr>
          <a:xfrm>
            <a:off x="491487" y="2678361"/>
            <a:ext cx="669988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1E14D1B-A2DE-4356-424E-876129E4F356}"/>
              </a:ext>
            </a:extLst>
          </p:cNvPr>
          <p:cNvSpPr/>
          <p:nvPr/>
        </p:nvSpPr>
        <p:spPr>
          <a:xfrm>
            <a:off x="7068312" y="6486525"/>
            <a:ext cx="2590038" cy="25181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A8EE5A9-AD02-D5C4-A86A-B0301ECC6E4E}"/>
              </a:ext>
            </a:extLst>
          </p:cNvPr>
          <p:cNvSpPr txBox="1"/>
          <p:nvPr/>
        </p:nvSpPr>
        <p:spPr>
          <a:xfrm>
            <a:off x="3225927" y="140773"/>
            <a:ext cx="5740146" cy="95410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anchor="ctr">
            <a:spAutoFit/>
          </a:bodyPr>
          <a:lstStyle/>
          <a:p>
            <a:pPr lvl="0" algn="ctr" fontAlgn="t"/>
            <a:r>
              <a:rPr lang="en-US" b="1" dirty="0">
                <a:solidFill>
                  <a:prstClr val="black"/>
                </a:solidFill>
                <a:latin typeface="Segoe UI" panose="020B0502040204020203" pitchFamily="34" charset="0"/>
              </a:rPr>
              <a:t>On GLP-1 RA -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 Inadequate control</a:t>
            </a:r>
          </a:p>
          <a:p>
            <a:pPr marL="0" marR="0" lvl="0" indent="0" algn="ctr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HbA1c ≥2% above target | BMI ≤30  </a:t>
            </a:r>
          </a:p>
          <a:p>
            <a:pPr marL="0" marR="0" lvl="0" indent="0" algn="ctr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Limited GLP-1 RA access / tolerability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C9EAD0-BEF9-E5C6-D585-B1BFC71EBB11}"/>
              </a:ext>
            </a:extLst>
          </p:cNvPr>
          <p:cNvSpPr txBox="1"/>
          <p:nvPr/>
        </p:nvSpPr>
        <p:spPr>
          <a:xfrm>
            <a:off x="268146" y="1713203"/>
            <a:ext cx="5173218" cy="4401205"/>
          </a:xfrm>
          <a:prstGeom prst="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txBody>
          <a:bodyPr wrap="square" anchor="ctr">
            <a:spAutoFit/>
          </a:bodyPr>
          <a:lstStyle/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🧠 RECOMMENDATION</a:t>
            </a:r>
          </a:p>
          <a:p>
            <a:pPr marL="0" marR="0" lvl="0" indent="0" algn="l" defTabSz="914377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🟩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Start FRC (BI + GLP-1 RA) – (preferred when limited GLP-1 RA access/ tolerability)</a:t>
            </a:r>
          </a:p>
          <a:p>
            <a:pPr marL="0" marR="0" lvl="0" indent="0" algn="l" defTabSz="914400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💡 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HbA1c ≥2% above target → early combination targeting both FPG/PPG</a:t>
            </a:r>
          </a:p>
          <a:p>
            <a:pPr marL="0" marR="0" lvl="0" indent="0" algn="l" defTabSz="914377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Optimize BI + GLP-1 RA before escalation to complex regimens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🟩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Alternative: premix insulin (when FRC/free combination unavailable)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🟨 If HbA1c Above Target → Intensify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↺ 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Reassess every 3–6 months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⚡ Persistent hyperglycemia despite optimized combination</a:t>
            </a:r>
          </a:p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🟩 Add stepwise prandial insulin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(start with largest meal)</a:t>
            </a:r>
          </a:p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💡 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Addresses remaining PPG excursions</a:t>
            </a:r>
          </a:p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377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🔹 Key Considerations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🧪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HbA1c target (~7%):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Individualized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💉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2nd‑gen basal insulin: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↓ hypo · &gt;24h stable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⚖️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GLP‑1 RA choice: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→ Weight · CVD/CKD · access/cost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🔗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FRC (BI + GLP‑1 RA):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Simple · once daily · ↓ hypo · weight neutral · ↑ adherence</a:t>
            </a:r>
            <a:b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→ Consider when GLP‑1 RA access or tolerability is limited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🔄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Basal–bolus: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Flexible · higher injection burden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⚖️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Premix insulin: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Simple · fixed meals required</a:t>
            </a:r>
            <a:b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→ Alternative when preferred options are unavailable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1C38D1B-57B0-479A-7034-8BDEF4CA774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1972" b="9066"/>
          <a:stretch>
            <a:fillRect/>
          </a:stretch>
        </p:blipFill>
        <p:spPr>
          <a:xfrm>
            <a:off x="5605535" y="1408176"/>
            <a:ext cx="6461293" cy="4706232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777558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3B48F0-A795-F1C5-174B-D9374B180E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73930A9-90E6-A1AC-6ED7-53ECF7502632}"/>
              </a:ext>
            </a:extLst>
          </p:cNvPr>
          <p:cNvSpPr txBox="1"/>
          <p:nvPr/>
        </p:nvSpPr>
        <p:spPr>
          <a:xfrm>
            <a:off x="491487" y="2678361"/>
            <a:ext cx="669988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2D8C138-D750-A8EE-BED6-0D5B84DA7325}"/>
              </a:ext>
            </a:extLst>
          </p:cNvPr>
          <p:cNvSpPr/>
          <p:nvPr/>
        </p:nvSpPr>
        <p:spPr>
          <a:xfrm>
            <a:off x="7068312" y="6486525"/>
            <a:ext cx="2590038" cy="25181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23D3715-AE42-D752-796E-420B27443E08}"/>
              </a:ext>
            </a:extLst>
          </p:cNvPr>
          <p:cNvSpPr txBox="1"/>
          <p:nvPr/>
        </p:nvSpPr>
        <p:spPr>
          <a:xfrm>
            <a:off x="1757934" y="279360"/>
            <a:ext cx="8209026" cy="73866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anchor="ctr">
            <a:spAutoFit/>
          </a:bodyPr>
          <a:lstStyle/>
          <a:p>
            <a:pPr lvl="0" algn="ctr" fontAlgn="t"/>
            <a:r>
              <a:rPr lang="en-US" b="1" dirty="0">
                <a:solidFill>
                  <a:prstClr val="black"/>
                </a:solidFill>
                <a:latin typeface="Segoe UI" panose="020B0502040204020203" pitchFamily="34" charset="0"/>
              </a:rPr>
              <a:t>On GLP-1 RA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- Inadequate control</a:t>
            </a:r>
          </a:p>
          <a:p>
            <a:pPr marL="0" marR="0" lvl="0" indent="0" algn="ctr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HbA1c ≥2% above target | BMI ≤30 | irregular meals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C60035-1E5F-8CDB-B254-A4B91235E2D7}"/>
              </a:ext>
            </a:extLst>
          </p:cNvPr>
          <p:cNvSpPr txBox="1"/>
          <p:nvPr/>
        </p:nvSpPr>
        <p:spPr>
          <a:xfrm>
            <a:off x="263653" y="1590608"/>
            <a:ext cx="5670803" cy="4708981"/>
          </a:xfrm>
          <a:prstGeom prst="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txBody>
          <a:bodyPr wrap="square" anchor="ctr">
            <a:spAutoFit/>
          </a:bodyPr>
          <a:lstStyle/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🧠 RECOMMENDATION</a:t>
            </a:r>
          </a:p>
          <a:p>
            <a:pPr marL="0" marR="0" lvl="0" indent="0" algn="l" defTabSz="914377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🟩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Start BI + GLP-1 RA combination </a:t>
            </a:r>
          </a:p>
          <a:p>
            <a:pPr marL="742950" marR="0" lvl="1" indent="-285750" algn="l" defTabSz="914377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FRC (BI + GLP-1 RA) – Once daily- simplified</a:t>
            </a:r>
          </a:p>
          <a:p>
            <a:pPr marL="742950" marR="0" lvl="1" indent="-285750" algn="l" defTabSz="914377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Or free combination - Separate BI &amp; GLP-1 RA</a:t>
            </a:r>
          </a:p>
          <a:p>
            <a:pPr marL="0" marR="0" lvl="0" indent="0" algn="l" defTabSz="914400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💡 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HbA1c ≥2% above target → early combination targeting both FPG/PPG</a:t>
            </a:r>
          </a:p>
          <a:p>
            <a:pPr marL="0" marR="0" lvl="0" indent="0" algn="l" defTabSz="914377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Optimize BI + GLP-1 RA before escalation to complex regimens</a:t>
            </a:r>
          </a:p>
          <a:p>
            <a:pPr marL="0" marR="0" lvl="0" indent="0" algn="l" defTabSz="914400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🟨 If HbA1c Above Target → Intensify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↺ 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Reassess every 3–6 months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⚡ Persistent hyperglycemia despite optimized combination</a:t>
            </a:r>
          </a:p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🟩 Add stepwise prandial insulin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(start with largest meal)</a:t>
            </a:r>
          </a:p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💡 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Addresses remaining PPG excursions</a:t>
            </a:r>
          </a:p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377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🔹 Key Considerations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🧪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HbA1c target (~7%):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Individualized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💉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2nd‑gen basal insulin: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↓ hypo · &gt;24h stable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⚖️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GLP‑1 RA choice: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→ Weight · CVD/CKD · access/cost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🔗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FRC (BI + GLP‑1 RA):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Simple · once daily · ↓ hypo · weight neutral · ↑ adherence</a:t>
            </a:r>
            <a:b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→ Consider when GLP‑1 RA access or tolerability is limited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🔄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Basal–bolus: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Flexible · higher injection burden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⚖️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Premix insulin: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Simple · fixed meals required</a:t>
            </a:r>
            <a:b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→ Alternative when preferred options are unavailable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⚠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Irregular meals: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avoid premix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81A8B51-540E-D81B-66D9-822170082E5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194" r="30805" b="13734"/>
          <a:stretch>
            <a:fillRect/>
          </a:stretch>
        </p:blipFill>
        <p:spPr>
          <a:xfrm>
            <a:off x="6096000" y="1362497"/>
            <a:ext cx="5976195" cy="4957177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1879363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D12AAD-199A-5FB2-F191-91065B41B6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897EA02-947B-CFF4-7E22-C821AF4B1F14}"/>
              </a:ext>
            </a:extLst>
          </p:cNvPr>
          <p:cNvSpPr txBox="1"/>
          <p:nvPr/>
        </p:nvSpPr>
        <p:spPr>
          <a:xfrm>
            <a:off x="491487" y="2678361"/>
            <a:ext cx="669988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4D0F759-EE4F-949A-F9ED-912D66243241}"/>
              </a:ext>
            </a:extLst>
          </p:cNvPr>
          <p:cNvSpPr/>
          <p:nvPr/>
        </p:nvSpPr>
        <p:spPr>
          <a:xfrm>
            <a:off x="7068312" y="6486525"/>
            <a:ext cx="2590038" cy="25181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5F27529-001A-BD3B-7EFA-8EECE1E992A1}"/>
              </a:ext>
            </a:extLst>
          </p:cNvPr>
          <p:cNvSpPr txBox="1"/>
          <p:nvPr/>
        </p:nvSpPr>
        <p:spPr>
          <a:xfrm>
            <a:off x="3125685" y="232264"/>
            <a:ext cx="5940630" cy="86177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anchor="ctr">
            <a:spAutoFit/>
          </a:bodyPr>
          <a:lstStyle/>
          <a:p>
            <a:pPr lvl="0" algn="ctr" fontAlgn="t"/>
            <a:r>
              <a:rPr lang="en-US" sz="1600" b="1" dirty="0">
                <a:solidFill>
                  <a:prstClr val="black"/>
                </a:solidFill>
                <a:latin typeface="Segoe UI" panose="020B0502040204020203" pitchFamily="34" charset="0"/>
              </a:rPr>
              <a:t>On GLP-1 RA -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Inadequate control</a:t>
            </a:r>
          </a:p>
          <a:p>
            <a:pPr marL="0" marR="0" lvl="0" indent="0" algn="ctr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HbA1c ≥2% above target | BMI ≤30 | </a:t>
            </a:r>
          </a:p>
          <a:p>
            <a:pPr marL="0" marR="0" lvl="0" indent="0" algn="ctr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Limited GLP-1 RA access / tolerability &amp; irregular meals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CAF858-5A52-062A-6133-DDDD91BFCFEF}"/>
              </a:ext>
            </a:extLst>
          </p:cNvPr>
          <p:cNvSpPr txBox="1"/>
          <p:nvPr/>
        </p:nvSpPr>
        <p:spPr>
          <a:xfrm>
            <a:off x="194994" y="1737709"/>
            <a:ext cx="5227398" cy="4401205"/>
          </a:xfrm>
          <a:prstGeom prst="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txBody>
          <a:bodyPr wrap="square" anchor="ctr">
            <a:spAutoFit/>
          </a:bodyPr>
          <a:lstStyle/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🧠 RECOMMENDATION</a:t>
            </a:r>
          </a:p>
          <a:p>
            <a:pPr marL="0" marR="0" lvl="0" indent="0" algn="l" defTabSz="914377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🟩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Start FRC (BI + GLP-1 RA) – (preferred when limited GLP-1 RA access/ tolerability)</a:t>
            </a:r>
          </a:p>
          <a:p>
            <a:pPr marL="0" marR="0" lvl="0" indent="0" algn="l" defTabSz="914400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💡 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HbA1c ≥2% above target → early combination targeting both FPG/PPG</a:t>
            </a:r>
          </a:p>
          <a:p>
            <a:pPr marL="0" marR="0" lvl="0" indent="0" algn="l" defTabSz="914377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Optimize BI + GLP-1 RA before escalation to complex regimens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🟨 If HbA1c Above Target → Intensify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↺ 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Reassess every 3–6 months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⚡ Persistent hyperglycemia despite optimized combination</a:t>
            </a:r>
          </a:p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🟩 Add stepwise prandial insulin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(start with largest meal)</a:t>
            </a:r>
          </a:p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💡 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Addresses remaining PPG excursions</a:t>
            </a:r>
          </a:p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377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🔹 Key Considerations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🧪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HbA1c target (~7%):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Individualized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💉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2nd‑gen basal insulin: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↓ hypo · &gt;24h stable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⚖️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GLP‑1 RA choice: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→ Weight · CVD/CKD · access/cost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🔗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FRC (BI + GLP‑1 RA):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Simple · once daily · ↓ hypo · weight neutral · ↑ adherence</a:t>
            </a:r>
            <a:b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→ Consider when GLP‑1 RA access or tolerability is limited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🔄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Basal–bolus: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Flexible · higher injection burden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⚖️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Premix insulin: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Simple · fixed meals required</a:t>
            </a:r>
            <a:b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→ Alternative when preferred options are unavailable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⚠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Irregular meals: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avoid premix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E6E2C84-C9CB-2E2A-8337-A75D3DEB215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61" r="28389" b="18267"/>
          <a:stretch>
            <a:fillRect/>
          </a:stretch>
        </p:blipFill>
        <p:spPr>
          <a:xfrm>
            <a:off x="5578740" y="1531454"/>
            <a:ext cx="6352429" cy="4619263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599747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2A319E-4C20-FEFF-8675-D84AA81787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7ACE6B9-D1DF-6BDC-FD5D-3691D96F4813}"/>
              </a:ext>
            </a:extLst>
          </p:cNvPr>
          <p:cNvSpPr txBox="1"/>
          <p:nvPr/>
        </p:nvSpPr>
        <p:spPr>
          <a:xfrm>
            <a:off x="491487" y="2678361"/>
            <a:ext cx="669988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A0506E6-2C22-70D3-093E-C9CA4C2D36BC}"/>
              </a:ext>
            </a:extLst>
          </p:cNvPr>
          <p:cNvSpPr/>
          <p:nvPr/>
        </p:nvSpPr>
        <p:spPr>
          <a:xfrm>
            <a:off x="7068312" y="6486525"/>
            <a:ext cx="2590038" cy="25181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55290A6-DAE1-AB4E-4E89-D4748C8387E0}"/>
              </a:ext>
            </a:extLst>
          </p:cNvPr>
          <p:cNvSpPr txBox="1"/>
          <p:nvPr/>
        </p:nvSpPr>
        <p:spPr>
          <a:xfrm>
            <a:off x="1757934" y="279360"/>
            <a:ext cx="8209026" cy="73866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anchor="ctr">
            <a:spAutoFit/>
          </a:bodyPr>
          <a:lstStyle/>
          <a:p>
            <a:pPr lvl="0" algn="ctr" fontAlgn="t"/>
            <a:r>
              <a:rPr lang="en-US" b="1" dirty="0">
                <a:solidFill>
                  <a:prstClr val="black"/>
                </a:solidFill>
                <a:latin typeface="Segoe UI" panose="020B0502040204020203" pitchFamily="34" charset="0"/>
              </a:rPr>
              <a:t>On GLP-1 RA -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Inadequate control</a:t>
            </a:r>
          </a:p>
          <a:p>
            <a:pPr marL="0" marR="0" lvl="0" indent="0" algn="ctr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HbA1c ≥2% above target | BMI &gt;30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5C850D-65C2-CC71-ED0B-6FCEDD50A9AC}"/>
              </a:ext>
            </a:extLst>
          </p:cNvPr>
          <p:cNvSpPr txBox="1"/>
          <p:nvPr/>
        </p:nvSpPr>
        <p:spPr>
          <a:xfrm>
            <a:off x="325251" y="1866239"/>
            <a:ext cx="5023990" cy="4516621"/>
          </a:xfrm>
          <a:prstGeom prst="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txBody>
          <a:bodyPr wrap="square" anchor="ctr">
            <a:spAutoFit/>
          </a:bodyPr>
          <a:lstStyle/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🧠 RECOMMENDATION</a:t>
            </a:r>
          </a:p>
          <a:p>
            <a:pPr marL="0" marR="0" lvl="0" indent="0" algn="l" defTabSz="914377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🟩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Start BI + GLP-1 RA combination </a:t>
            </a:r>
          </a:p>
          <a:p>
            <a:pPr marL="742950" marR="0" lvl="1" indent="-285750" algn="l" defTabSz="914377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FRC (BI + GLP-1 RA) – Once daily- simplified</a:t>
            </a:r>
          </a:p>
          <a:p>
            <a:pPr marL="742950" marR="0" lvl="1" indent="-285750" algn="l" defTabSz="914377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Or free combination - Separate BI &amp; GLP-1 RA</a:t>
            </a:r>
          </a:p>
          <a:p>
            <a:pPr marL="0" marR="0" lvl="0" indent="0" algn="l" defTabSz="914400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💡 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HbA1c ≥2% above target → early combination targeting both FPG/PPG</a:t>
            </a:r>
          </a:p>
          <a:p>
            <a:pPr marL="0" marR="0" lvl="0" indent="0" algn="l" defTabSz="914377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Optimize BI + GLP-1 RA before escalation to complex regimens</a:t>
            </a:r>
          </a:p>
          <a:p>
            <a:pPr marL="0" marR="0" lvl="0" indent="0" algn="l" defTabSz="914400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🟨 If HbA1c Above Target → Intensify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↺ 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Reassess every 3–6 months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⚡ Persistent hyperglycemia despite optimized combination</a:t>
            </a:r>
          </a:p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🟩 Add stepwise prandial insulin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(start with largest meal)</a:t>
            </a:r>
          </a:p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💡 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Addresses remaining PPG excursions</a:t>
            </a:r>
          </a:p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377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🔹 Key Considerations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🧪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HbA1c target (~7%):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Individualized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💉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2nd‑gen basal insulin: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↓ hypo · &gt;24h stable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⚖️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GLP‑1 RA choice: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→ Weight · CVD/CKD · access/cost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🔗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FRC (BI + GLP‑1 RA):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Simple · once daily · ↓ hypo · weight neutral · ↑ adherence</a:t>
            </a:r>
            <a:b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→ Consider when GLP‑1 RA access or tolerability is limited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🔄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Basal–bolus: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Flexible · higher injection burden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⚖️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Premix insulin: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Simple · fixed meals required</a:t>
            </a:r>
            <a:b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→ Alternative when preferred options are unavailable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06F2426-677E-8C21-0F0F-9DE42C00BE3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94" r="30055" b="14000"/>
          <a:stretch>
            <a:fillRect/>
          </a:stretch>
        </p:blipFill>
        <p:spPr>
          <a:xfrm>
            <a:off x="5515477" y="1234865"/>
            <a:ext cx="6393091" cy="5147995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854240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F1520-B2A4-C4AF-572E-4BFDFCE156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E74D93A-119E-1CCC-5792-5008FBBF6A17}"/>
              </a:ext>
            </a:extLst>
          </p:cNvPr>
          <p:cNvSpPr txBox="1"/>
          <p:nvPr/>
        </p:nvSpPr>
        <p:spPr>
          <a:xfrm>
            <a:off x="491487" y="2678361"/>
            <a:ext cx="669988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D2F92DB-DC17-720E-0D4E-EA8393939B41}"/>
              </a:ext>
            </a:extLst>
          </p:cNvPr>
          <p:cNvSpPr/>
          <p:nvPr/>
        </p:nvSpPr>
        <p:spPr>
          <a:xfrm>
            <a:off x="7068312" y="6486525"/>
            <a:ext cx="2590038" cy="25181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F95812D-39C0-FD73-8C32-C56F31AACB58}"/>
              </a:ext>
            </a:extLst>
          </p:cNvPr>
          <p:cNvSpPr txBox="1"/>
          <p:nvPr/>
        </p:nvSpPr>
        <p:spPr>
          <a:xfrm>
            <a:off x="3225927" y="156161"/>
            <a:ext cx="5740146" cy="9233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anchor="ctr">
            <a:spAutoFit/>
          </a:bodyPr>
          <a:lstStyle/>
          <a:p>
            <a:pPr lvl="0" algn="ctr" fontAlgn="t"/>
            <a:r>
              <a:rPr lang="en-US" b="1" dirty="0">
                <a:solidFill>
                  <a:prstClr val="black"/>
                </a:solidFill>
                <a:latin typeface="Segoe UI" panose="020B0502040204020203" pitchFamily="34" charset="0"/>
              </a:rPr>
              <a:t>On GLP-1 RA -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Inadequate control</a:t>
            </a:r>
          </a:p>
          <a:p>
            <a:pPr marL="0" marR="0" lvl="0" indent="0" algn="ctr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HbA1c ≥2% above target | BMI &gt;30  </a:t>
            </a:r>
          </a:p>
          <a:p>
            <a:pPr marL="0" marR="0" lvl="0" indent="0" algn="ctr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Limited GLP-1 RA access / tolerability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A649B4-D764-C8D8-CC54-FB74E07B58E0}"/>
              </a:ext>
            </a:extLst>
          </p:cNvPr>
          <p:cNvSpPr txBox="1"/>
          <p:nvPr/>
        </p:nvSpPr>
        <p:spPr>
          <a:xfrm>
            <a:off x="304722" y="1809383"/>
            <a:ext cx="5209110" cy="4208844"/>
          </a:xfrm>
          <a:prstGeom prst="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txBody>
          <a:bodyPr wrap="square" anchor="ctr">
            <a:spAutoFit/>
          </a:bodyPr>
          <a:lstStyle/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🧠 RECOMMENDATION</a:t>
            </a:r>
          </a:p>
          <a:p>
            <a:pPr marL="0" marR="0" lvl="0" indent="0" algn="l" defTabSz="914377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🟩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Start FRC (BI + GLP-1 RA) – (preferred when limited GLP-1 RA access/ tolerability)</a:t>
            </a:r>
          </a:p>
          <a:p>
            <a:pPr marL="0" marR="0" lvl="0" indent="0" algn="l" defTabSz="914400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💡 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HbA1c ≥2% above target → early combination targeting both FPG/PPG</a:t>
            </a:r>
          </a:p>
          <a:p>
            <a:pPr marL="0" marR="0" lvl="0" indent="0" algn="l" defTabSz="914377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Optimize BI + GLP-1 RA before escalation to complex regimens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🟨 If HbA1c Above Target → Intensify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↺ 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Reassess every 3–6 months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⚡ Persistent hyperglycemia despite optimized combination</a:t>
            </a:r>
          </a:p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🟩 Add stepwise prandial insulin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(start with largest meal)</a:t>
            </a:r>
          </a:p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💡 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Addresses remaining PPG excursions</a:t>
            </a:r>
          </a:p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377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🔹 Key Considerations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🧪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HbA1c target (~7%):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Individualized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💉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2nd‑gen basal insulin: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↓ hypo · &gt;24h stable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⚖️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GLP‑1 RA choice: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→ Weight · CVD/CKD · access/cost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🔗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FRC (BI + GLP‑1 RA):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Simple · once daily · ↓ hypo · weight neutral · ↑ adherence</a:t>
            </a:r>
            <a:b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→ Consider when GLP‑1 RA access or tolerability is limited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🔄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Basal–bolus: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Flexible · higher injection burden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⚖️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Premix insulin: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Simple · fixed meals required</a:t>
            </a:r>
            <a:b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→ Alternative when preferred options are unavailable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4FC7B36-08E1-A6D5-4505-3766F700678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95" r="27139" b="17733"/>
          <a:stretch>
            <a:fillRect/>
          </a:stretch>
        </p:blipFill>
        <p:spPr>
          <a:xfrm>
            <a:off x="5629216" y="1458069"/>
            <a:ext cx="6400481" cy="4560158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691161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558FA9-54FA-0CC5-EF31-905DC91149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6F7E043-0CFC-E820-5BA1-B6E49A00F533}"/>
              </a:ext>
            </a:extLst>
          </p:cNvPr>
          <p:cNvSpPr txBox="1"/>
          <p:nvPr/>
        </p:nvSpPr>
        <p:spPr>
          <a:xfrm>
            <a:off x="491487" y="2678361"/>
            <a:ext cx="669988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473E7C1-6DE5-D824-8F24-AD48AA1925F3}"/>
              </a:ext>
            </a:extLst>
          </p:cNvPr>
          <p:cNvSpPr/>
          <p:nvPr/>
        </p:nvSpPr>
        <p:spPr>
          <a:xfrm>
            <a:off x="7068312" y="6486525"/>
            <a:ext cx="2590038" cy="25181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A4F1DC4-F7C5-C971-C2CC-724595BAA016}"/>
              </a:ext>
            </a:extLst>
          </p:cNvPr>
          <p:cNvSpPr txBox="1"/>
          <p:nvPr/>
        </p:nvSpPr>
        <p:spPr>
          <a:xfrm>
            <a:off x="1757934" y="279360"/>
            <a:ext cx="8209026" cy="73866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anchor="ctr">
            <a:spAutoFit/>
          </a:bodyPr>
          <a:lstStyle/>
          <a:p>
            <a:pPr lvl="0" algn="ctr" fontAlgn="t"/>
            <a:r>
              <a:rPr lang="en-US" b="1" dirty="0">
                <a:solidFill>
                  <a:prstClr val="black"/>
                </a:solidFill>
                <a:latin typeface="Segoe UI" panose="020B0502040204020203" pitchFamily="34" charset="0"/>
              </a:rPr>
              <a:t>On GLP-1 RA -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Inadequate control</a:t>
            </a:r>
          </a:p>
          <a:p>
            <a:pPr marL="0" marR="0" lvl="0" indent="0" algn="ctr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HbA1c ≥2% above target | BMI &gt;30 | irregular meals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1C48DE-DB26-4743-AFD6-C69729978FFE}"/>
              </a:ext>
            </a:extLst>
          </p:cNvPr>
          <p:cNvSpPr txBox="1"/>
          <p:nvPr/>
        </p:nvSpPr>
        <p:spPr>
          <a:xfrm>
            <a:off x="153925" y="1869659"/>
            <a:ext cx="5039867" cy="4708981"/>
          </a:xfrm>
          <a:prstGeom prst="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txBody>
          <a:bodyPr wrap="square" anchor="ctr">
            <a:spAutoFit/>
          </a:bodyPr>
          <a:lstStyle/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🧠 RECOMMENDATION</a:t>
            </a:r>
          </a:p>
          <a:p>
            <a:pPr marL="0" marR="0" lvl="0" indent="0" algn="l" defTabSz="914377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🟩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Start BI + GLP-1 RA combination </a:t>
            </a:r>
          </a:p>
          <a:p>
            <a:pPr marL="742950" marR="0" lvl="1" indent="-285750" algn="l" defTabSz="914377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FRC (BI + GLP-1 RA) – Once daily- simplified</a:t>
            </a:r>
          </a:p>
          <a:p>
            <a:pPr marL="742950" marR="0" lvl="1" indent="-285750" algn="l" defTabSz="914377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Or free combination - Separate BI &amp; GLP-1 RA</a:t>
            </a:r>
          </a:p>
          <a:p>
            <a:pPr marL="0" marR="0" lvl="0" indent="0" algn="l" defTabSz="914400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💡 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HbA1c ≥2% above target → early combination targeting both FPG/PPG</a:t>
            </a:r>
          </a:p>
          <a:p>
            <a:pPr marL="0" marR="0" lvl="0" indent="0" algn="l" defTabSz="914377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Optimize BI + GLP-1 RA before escalation to complex regimens</a:t>
            </a:r>
          </a:p>
          <a:p>
            <a:pPr marL="0" marR="0" lvl="0" indent="0" algn="l" defTabSz="914400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🟨 If HbA1c Above Target → Intensify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↺ 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Reassess every 3–6 months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⚡ Persistent hyperglycemia despite optimized combination</a:t>
            </a:r>
          </a:p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🟩 Add stepwise prandial insulin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(start with largest meal)</a:t>
            </a:r>
          </a:p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💡 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Addresses remaining PPG excursions</a:t>
            </a:r>
          </a:p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377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🔹 Key Considerations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🧪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HbA1c target (~7%):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Individualized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💉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2nd‑gen basal insulin: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↓ hypo · &gt;24h stable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⚖️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GLP‑1 RA choice: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→ Weight · CVD/CKD · access/cost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🔗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FRC (BI + GLP‑1 RA):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Simple · once daily · ↓ hypo · weight neutral · ↑ adherence</a:t>
            </a:r>
            <a:b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→ Consider when GLP‑1 RA access or tolerability is limited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🔄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Basal–bolus: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Flexible · higher injection burden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⚖️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Premix insulin: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Simple · fixed meals required</a:t>
            </a:r>
            <a:b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→ Alternative when preferred options are unavailable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⚠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Irregular meals: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avoid premix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EEFA2F0-F1A0-FF7D-D087-BFE3C7F4815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694" r="30389" b="12933"/>
          <a:stretch>
            <a:fillRect/>
          </a:stretch>
        </p:blipFill>
        <p:spPr>
          <a:xfrm>
            <a:off x="5468112" y="1234151"/>
            <a:ext cx="6473952" cy="5344489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436750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5FA9CE-210A-7D5F-72F2-86D28DADBA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293EC4D-5323-78C6-12AE-CD94D11B3E00}"/>
              </a:ext>
            </a:extLst>
          </p:cNvPr>
          <p:cNvSpPr txBox="1"/>
          <p:nvPr/>
        </p:nvSpPr>
        <p:spPr>
          <a:xfrm>
            <a:off x="491487" y="2678361"/>
            <a:ext cx="669988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5535BC3-1106-BECE-423F-3966EF332F52}"/>
              </a:ext>
            </a:extLst>
          </p:cNvPr>
          <p:cNvSpPr/>
          <p:nvPr/>
        </p:nvSpPr>
        <p:spPr>
          <a:xfrm>
            <a:off x="7068312" y="6486525"/>
            <a:ext cx="2590038" cy="25181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3152294-4C48-446A-BE55-23518DCA7492}"/>
              </a:ext>
            </a:extLst>
          </p:cNvPr>
          <p:cNvSpPr txBox="1"/>
          <p:nvPr/>
        </p:nvSpPr>
        <p:spPr>
          <a:xfrm>
            <a:off x="3125685" y="232264"/>
            <a:ext cx="5940630" cy="86177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anchor="ctr">
            <a:spAutoFit/>
          </a:bodyPr>
          <a:lstStyle/>
          <a:p>
            <a:pPr lvl="0" algn="ctr" fontAlgn="t"/>
            <a:r>
              <a:rPr lang="en-US" sz="1600" b="1" dirty="0">
                <a:solidFill>
                  <a:prstClr val="black"/>
                </a:solidFill>
                <a:latin typeface="Segoe UI" panose="020B0502040204020203" pitchFamily="34" charset="0"/>
              </a:rPr>
              <a:t>On GLP-1 RA -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Inadequate control</a:t>
            </a:r>
          </a:p>
          <a:p>
            <a:pPr marL="0" marR="0" lvl="0" indent="0" algn="ctr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HbA1c ≥2% above target | BMI &gt;30 </a:t>
            </a:r>
          </a:p>
          <a:p>
            <a:pPr marL="0" marR="0" lvl="0" indent="0" algn="ctr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Limited GLP-1 RA access / tolerability &amp; irregular meals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E4F907-CE08-15D5-B3A6-5269D642D05E}"/>
              </a:ext>
            </a:extLst>
          </p:cNvPr>
          <p:cNvSpPr txBox="1"/>
          <p:nvPr/>
        </p:nvSpPr>
        <p:spPr>
          <a:xfrm>
            <a:off x="231570" y="1737709"/>
            <a:ext cx="5135958" cy="4401205"/>
          </a:xfrm>
          <a:prstGeom prst="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txBody>
          <a:bodyPr wrap="square" anchor="ctr">
            <a:spAutoFit/>
          </a:bodyPr>
          <a:lstStyle/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🧠 RECOMMENDATION</a:t>
            </a:r>
          </a:p>
          <a:p>
            <a:pPr marL="0" marR="0" lvl="0" indent="0" algn="l" defTabSz="914377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🟩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Start FRC (BI + GLP-1 RA) – (preferred when limited GLP-1 RA access/ tolerability)</a:t>
            </a:r>
          </a:p>
          <a:p>
            <a:pPr marL="0" marR="0" lvl="0" indent="0" algn="l" defTabSz="914400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💡 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HbA1c ≥2% above target → early combination targeting both FPG/PPG</a:t>
            </a:r>
          </a:p>
          <a:p>
            <a:pPr marL="0" marR="0" lvl="0" indent="0" algn="l" defTabSz="914377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Optimize BI + GLP-1 RA before escalation to complex regimens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🟨 If HbA1c Above Target → Intensify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↺ 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Reassess every 3–6 months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⚡ Persistent hyperglycemia despite optimized combination</a:t>
            </a:r>
          </a:p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🟩 Add stepwise prandial insulin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(start with largest meal)</a:t>
            </a:r>
          </a:p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💡 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Addresses remaining PPG excursions</a:t>
            </a:r>
          </a:p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377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🔹 Key Considerations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🧪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HbA1c target (~7%):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Individualized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💉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2nd‑gen basal insulin: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↓ hypo · &gt;24h stable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⚖️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GLP‑1 RA choice: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→ Weight · CVD/CKD · access/cost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🔗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FRC (BI + GLP‑1 RA):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Simple · once daily · ↓ hypo · weight neutral · ↑ adherence</a:t>
            </a:r>
            <a:b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→ Consider when GLP‑1 RA access or tolerability is limited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🔄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Basal–bolus: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Flexible · higher injection burden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⚖️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Premix insulin: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Simple · fixed meals required</a:t>
            </a:r>
            <a:b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→ Alternative when preferred options are unavailable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⚠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Irregular meals: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avoid premix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0EEB117-0CEB-8382-D8F0-BA51BA63B2C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7139" b="16400"/>
          <a:stretch>
            <a:fillRect/>
          </a:stretch>
        </p:blipFill>
        <p:spPr>
          <a:xfrm>
            <a:off x="5627445" y="1618731"/>
            <a:ext cx="6303264" cy="4520183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453097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7F6D62-9105-37F6-3C95-B686DC4706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01D5B4F-AC22-0725-5EC9-F69B763299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4352567"/>
              </p:ext>
            </p:extLst>
          </p:nvPr>
        </p:nvGraphicFramePr>
        <p:xfrm>
          <a:off x="3002215" y="1208522"/>
          <a:ext cx="6022913" cy="12255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22913">
                  <a:extLst>
                    <a:ext uri="{9D8B030D-6E8A-4147-A177-3AD203B41FA5}">
                      <a16:colId xmlns:a16="http://schemas.microsoft.com/office/drawing/2014/main" val="2860684736"/>
                    </a:ext>
                  </a:extLst>
                </a:gridCol>
              </a:tblGrid>
              <a:tr h="64722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 dirty="0">
                          <a:effectLst/>
                        </a:rPr>
                        <a:t>After </a:t>
                      </a:r>
                      <a:br>
                        <a:rPr lang="en-US" sz="2000" dirty="0"/>
                      </a:br>
                      <a:r>
                        <a:rPr lang="en-US" sz="20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BI + GLP-1 RA </a:t>
                      </a:r>
                    </a:p>
                    <a:p>
                      <a:pPr algn="ctr" fontAlgn="b">
                        <a:buNone/>
                      </a:pPr>
                      <a:r>
                        <a:rPr lang="en-US" sz="20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(FRC or separately) </a:t>
                      </a:r>
                      <a:r>
                        <a:rPr lang="en-US" sz="2000" b="1" u="none" strike="noStrike" dirty="0">
                          <a:effectLst/>
                        </a:rPr>
                        <a:t>Inadequate control</a:t>
                      </a:r>
                      <a:endParaRPr lang="en-US" sz="2000" b="1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377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u="none" strike="noStrike" dirty="0">
                          <a:effectLst/>
                        </a:rPr>
                        <a:t>Regardless of HbA1c &amp; BMI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059188839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C59C49F4-0BEB-F5AE-CC90-3368591A8D3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562" t="20931" r="6905" b="30179"/>
          <a:stretch>
            <a:fillRect/>
          </a:stretch>
        </p:blipFill>
        <p:spPr>
          <a:xfrm>
            <a:off x="3414957" y="2812908"/>
            <a:ext cx="4860994" cy="1966452"/>
          </a:xfrm>
          <a:prstGeom prst="rect">
            <a:avLst/>
          </a:prstGeom>
        </p:spPr>
      </p:pic>
      <p:sp>
        <p:nvSpPr>
          <p:cNvPr id="7" name="Arrow: Down 6">
            <a:extLst>
              <a:ext uri="{FF2B5EF4-FFF2-40B4-BE49-F238E27FC236}">
                <a16:creationId xmlns:a16="http://schemas.microsoft.com/office/drawing/2014/main" id="{1EF9D451-4CCF-B691-04CF-1EE1C22C68C1}"/>
              </a:ext>
            </a:extLst>
          </p:cNvPr>
          <p:cNvSpPr/>
          <p:nvPr/>
        </p:nvSpPr>
        <p:spPr>
          <a:xfrm rot="19027133">
            <a:off x="4795543" y="4071141"/>
            <a:ext cx="449252" cy="557506"/>
          </a:xfrm>
          <a:prstGeom prst="downArrow">
            <a:avLst>
              <a:gd name="adj1" fmla="val 40403"/>
              <a:gd name="adj2" fmla="val 5000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rgbClr val="FF0000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17734430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623713-BD69-6F70-1A9B-FFB17058B6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8BD69CA-47D9-B3E8-2773-54B378D50BE0}"/>
              </a:ext>
            </a:extLst>
          </p:cNvPr>
          <p:cNvSpPr txBox="1"/>
          <p:nvPr/>
        </p:nvSpPr>
        <p:spPr>
          <a:xfrm>
            <a:off x="1275587" y="298472"/>
            <a:ext cx="8965693" cy="70788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anchor="ctr">
            <a:spAutoFit/>
          </a:bodyPr>
          <a:lstStyle/>
          <a:p>
            <a:pPr algn="ctr" fontAlgn="t"/>
            <a:r>
              <a:rPr lang="en-US" sz="2000" b="1" dirty="0"/>
              <a:t>On BI + GLP1-RA (FRC or separately) - Inadequate Control</a:t>
            </a:r>
          </a:p>
          <a:p>
            <a:pPr algn="ctr" fontAlgn="b">
              <a:buNone/>
            </a:pPr>
            <a:r>
              <a:rPr lang="en-US" sz="2000" b="1" dirty="0"/>
              <a:t>Regardless of HbA1c &amp; BMI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20C3FD-CD10-A37C-1179-01CBBEC296CC}"/>
              </a:ext>
            </a:extLst>
          </p:cNvPr>
          <p:cNvSpPr txBox="1"/>
          <p:nvPr/>
        </p:nvSpPr>
        <p:spPr>
          <a:xfrm>
            <a:off x="294136" y="1430700"/>
            <a:ext cx="5183120" cy="4939814"/>
          </a:xfrm>
          <a:prstGeom prst="rect">
            <a:avLst/>
          </a:prstGeom>
          <a:solidFill>
            <a:schemeClr val="tx2"/>
          </a:solidFill>
          <a:ln>
            <a:solidFill>
              <a:schemeClr val="accent1"/>
            </a:solidFill>
          </a:ln>
        </p:spPr>
        <p:txBody>
          <a:bodyPr wrap="square" anchor="ctr">
            <a:spAutoFit/>
          </a:bodyPr>
          <a:lstStyle/>
          <a:p>
            <a:pPr lvl="0" defTabSz="914377" fontAlgn="t">
              <a:lnSpc>
                <a:spcPts val="1500"/>
              </a:lnSpc>
              <a:defRPr/>
            </a:pPr>
            <a:r>
              <a:rPr lang="en-US" sz="10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🧠 RECOMMENDATION</a:t>
            </a:r>
          </a:p>
          <a:p>
            <a:pPr marL="285750" indent="-285750" fontAlgn="t">
              <a:buFont typeface="Arial" panose="020B0604020202020204" pitchFamily="34" charset="0"/>
              <a:buChar char="•"/>
              <a:defRPr/>
            </a:pPr>
            <a:r>
              <a:rPr lang="en-US" sz="10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🟩 </a:t>
            </a:r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Optimize BI + GLP-1 RA (FRC or Separate BI &amp; GLP-1 RA)</a:t>
            </a:r>
          </a:p>
          <a:p>
            <a:pPr fontAlgn="t">
              <a:defRPr/>
            </a:pPr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💡</a:t>
            </a:r>
            <a:r>
              <a:rPr lang="en-US" sz="1000" i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Ensures optimization of current therapy before escalation to complex regimens</a:t>
            </a:r>
          </a:p>
          <a:p>
            <a:pPr fontAlgn="t">
              <a:defRPr/>
            </a:pP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fontAlgn="t">
              <a:defRPr/>
            </a:pPr>
            <a:r>
              <a:rPr lang="en-US" sz="10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🟩 Add stepwise prandial insulin </a:t>
            </a:r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(start with largest meal)</a:t>
            </a:r>
          </a:p>
          <a:p>
            <a:pPr lvl="0" fontAlgn="t">
              <a:defRPr/>
            </a:pPr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💡 </a:t>
            </a:r>
            <a:r>
              <a:rPr lang="en-US" sz="1000" i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Addresses remaining PPG excursions</a:t>
            </a:r>
          </a:p>
          <a:p>
            <a:pPr lvl="0" fontAlgn="t">
              <a:defRPr/>
            </a:pPr>
            <a:endParaRPr lang="en-US" sz="10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defTabSz="914377" fontAlgn="t">
              <a:lnSpc>
                <a:spcPts val="1500"/>
              </a:lnSpc>
              <a:defRPr/>
            </a:pPr>
            <a:r>
              <a:rPr lang="en-US" sz="10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🟨 If HbA1c Above Target → Intensify</a:t>
            </a:r>
          </a:p>
          <a:p>
            <a:pPr lvl="0" defTabSz="914377" fontAlgn="t">
              <a:lnSpc>
                <a:spcPts val="1500"/>
              </a:lnSpc>
              <a:defRPr/>
            </a:pPr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↺ </a:t>
            </a:r>
            <a:r>
              <a:rPr lang="en-US" sz="1000" i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Reassess every 3–6 months</a:t>
            </a:r>
            <a:endParaRPr lang="en-US" sz="1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fontAlgn="t">
              <a:defRPr/>
            </a:pPr>
            <a:endParaRPr lang="en-US" sz="10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t">
              <a:defRPr/>
            </a:pPr>
            <a:r>
              <a:rPr lang="en-US" sz="1000" b="1" i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⚡ Persistent hyperglycemia despite optimized therapy (including prandial insulin)</a:t>
            </a:r>
          </a:p>
          <a:p>
            <a:pPr lvl="0" fontAlgn="t">
              <a:defRPr/>
            </a:pPr>
            <a:endParaRPr lang="en-US" sz="10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fontAlgn="t">
              <a:defRPr/>
            </a:pPr>
            <a:r>
              <a:rPr lang="en-US" sz="10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🟩</a:t>
            </a:r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Intensify to basal-bolus </a:t>
            </a:r>
          </a:p>
          <a:p>
            <a:pPr fontAlgn="t">
              <a:defRPr/>
            </a:pPr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💡</a:t>
            </a:r>
            <a:r>
              <a:rPr lang="en-US" sz="1000" i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Full basal and prandial glucose control across the day</a:t>
            </a:r>
          </a:p>
          <a:p>
            <a:pPr lvl="0" fontAlgn="t">
              <a:defRPr/>
            </a:pPr>
            <a:endParaRPr lang="en-US" sz="1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t">
              <a:lnSpc>
                <a:spcPts val="1500"/>
              </a:lnSpc>
            </a:pPr>
            <a:r>
              <a:rPr lang="en-US" sz="10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🟩 </a:t>
            </a:r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Alternative: premix insulin (if needed / access limited) </a:t>
            </a:r>
          </a:p>
          <a:p>
            <a:pPr fontAlgn="t">
              <a:lnSpc>
                <a:spcPts val="1500"/>
              </a:lnSpc>
            </a:pPr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💡 </a:t>
            </a:r>
            <a:r>
              <a:rPr lang="en-US" sz="1000" i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Simpler fixed-dose regimen when basal‑bolus is not feasible</a:t>
            </a:r>
          </a:p>
          <a:p>
            <a:pPr lvl="0" fontAlgn="t">
              <a:defRPr/>
            </a:pPr>
            <a:endParaRPr lang="en-US" sz="1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fontAlgn="t">
              <a:defRPr/>
            </a:pP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🔹 Key Considerations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🧪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HbA1c target (~7%):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Individualized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💉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2nd‑gen basal insulin: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↓ hypo · &gt;24h stable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⚖️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GLP‑1 RA choice: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→ Weight · CVD/CKD · access/cost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🔗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FRC (BI + GLP‑1 RA):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Simple · once daily · ↓ hypo · weight neutral · ↑ adherence</a:t>
            </a:r>
            <a:b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→ Consider when GLP‑1 RA access or tolerability is limited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🔄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Basal–bolus: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Flexible · higher injection burden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⚖️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Premix insulin: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Simple · fixed meals required</a:t>
            </a:r>
            <a:b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→ Alternative when preferred options are unavailable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DC54C26-2C03-F34C-E82D-72B0B731430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5222" b="7108"/>
          <a:stretch>
            <a:fillRect/>
          </a:stretch>
        </p:blipFill>
        <p:spPr>
          <a:xfrm>
            <a:off x="5676137" y="1430700"/>
            <a:ext cx="6362476" cy="4939814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1665035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3742D0-AD52-ACD7-17F5-2CCEBE9C35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8CD8D6F-13FF-8ED2-FCAC-6242FC9A2E51}"/>
              </a:ext>
            </a:extLst>
          </p:cNvPr>
          <p:cNvSpPr txBox="1"/>
          <p:nvPr/>
        </p:nvSpPr>
        <p:spPr>
          <a:xfrm>
            <a:off x="1429839" y="217800"/>
            <a:ext cx="9168057" cy="101566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anchor="ctr">
            <a:spAutoFit/>
          </a:bodyPr>
          <a:lstStyle/>
          <a:p>
            <a:pPr algn="ctr" fontAlgn="t"/>
            <a:r>
              <a:rPr lang="en-US" sz="2000" b="1" dirty="0">
                <a:latin typeface="+mj-lt"/>
              </a:rPr>
              <a:t>On BI + GLP1-RA (FRC) - Inadequate Control</a:t>
            </a:r>
          </a:p>
          <a:p>
            <a:pPr algn="ctr" fontAlgn="b">
              <a:buNone/>
            </a:pPr>
            <a:r>
              <a:rPr lang="en-US" sz="2000" b="1" dirty="0">
                <a:latin typeface="+mj-lt"/>
              </a:rPr>
              <a:t>Regardless of HbA1c &amp; BMI</a:t>
            </a:r>
          </a:p>
          <a:p>
            <a:pPr algn="ctr" fontAlgn="b">
              <a:buNone/>
            </a:pPr>
            <a:r>
              <a:rPr lang="en-US" sz="2000" b="1" dirty="0">
                <a:latin typeface="+mj-lt"/>
              </a:rPr>
              <a:t>Limited GLP-1 RA access / tolerability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8F66DC-C22F-7323-5A8F-80357A63703D}"/>
              </a:ext>
            </a:extLst>
          </p:cNvPr>
          <p:cNvSpPr txBox="1"/>
          <p:nvPr/>
        </p:nvSpPr>
        <p:spPr>
          <a:xfrm>
            <a:off x="218372" y="1406105"/>
            <a:ext cx="5542348" cy="5093702"/>
          </a:xfrm>
          <a:prstGeom prst="rect">
            <a:avLst/>
          </a:prstGeom>
          <a:solidFill>
            <a:schemeClr val="tx2"/>
          </a:solidFill>
          <a:ln>
            <a:solidFill>
              <a:schemeClr val="accent1"/>
            </a:solidFill>
          </a:ln>
        </p:spPr>
        <p:txBody>
          <a:bodyPr wrap="square" anchor="ctr">
            <a:spAutoFit/>
          </a:bodyPr>
          <a:lstStyle/>
          <a:p>
            <a:pPr lvl="0" defTabSz="914377" fontAlgn="t">
              <a:lnSpc>
                <a:spcPts val="1500"/>
              </a:lnSpc>
              <a:defRPr/>
            </a:pPr>
            <a:r>
              <a:rPr lang="en-US" sz="10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🧠 RECOMMENDATION</a:t>
            </a:r>
          </a:p>
          <a:p>
            <a:pPr marL="285750" indent="-285750" fontAlgn="t">
              <a:buFont typeface="Arial" panose="020B0604020202020204" pitchFamily="34" charset="0"/>
              <a:buChar char="•"/>
              <a:defRPr/>
            </a:pPr>
            <a:r>
              <a:rPr lang="en-US" sz="10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🟩 </a:t>
            </a:r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Optimize BI + GLP-1 RA 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– </a:t>
            </a:r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(FRC preferred when limited GLP-1 RA access/ tolerability)</a:t>
            </a:r>
          </a:p>
          <a:p>
            <a:pPr fontAlgn="t">
              <a:defRPr/>
            </a:pPr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💡</a:t>
            </a:r>
            <a:r>
              <a:rPr lang="en-US" sz="1000" i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Ensures optimization of current therapy before escalation to complex regimens</a:t>
            </a:r>
          </a:p>
          <a:p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fontAlgn="t">
              <a:defRPr/>
            </a:pPr>
            <a:r>
              <a:rPr lang="en-US" sz="10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🟩 Add stepwise prandial insulin </a:t>
            </a:r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(start with largest meal)</a:t>
            </a:r>
          </a:p>
          <a:p>
            <a:pPr lvl="0" fontAlgn="t">
              <a:defRPr/>
            </a:pPr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💡 </a:t>
            </a:r>
            <a:r>
              <a:rPr lang="en-US" sz="1000" i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Addresses remaining PPG excursions</a:t>
            </a:r>
          </a:p>
          <a:p>
            <a:pPr lvl="0" fontAlgn="t">
              <a:defRPr/>
            </a:pPr>
            <a:endParaRPr lang="en-US" sz="10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defTabSz="914377" fontAlgn="t">
              <a:lnSpc>
                <a:spcPts val="1500"/>
              </a:lnSpc>
              <a:defRPr/>
            </a:pPr>
            <a:r>
              <a:rPr lang="en-US" sz="10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🟨 If HbA1c Above Target → Intensify</a:t>
            </a:r>
          </a:p>
          <a:p>
            <a:pPr lvl="0" defTabSz="914377" fontAlgn="t">
              <a:lnSpc>
                <a:spcPts val="1500"/>
              </a:lnSpc>
              <a:defRPr/>
            </a:pPr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↺ </a:t>
            </a:r>
            <a:r>
              <a:rPr lang="en-US" sz="1000" i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Reassess every 3–6 months</a:t>
            </a:r>
            <a:endParaRPr lang="en-US" sz="1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fontAlgn="t">
              <a:defRPr/>
            </a:pPr>
            <a:endParaRPr lang="en-US" sz="10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t">
              <a:defRPr/>
            </a:pPr>
            <a:r>
              <a:rPr lang="en-US" sz="1000" b="1" i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⚡ Persistent hyperglycemia despite optimized therapy (including prandial insulin)</a:t>
            </a:r>
          </a:p>
          <a:p>
            <a:pPr lvl="0" fontAlgn="t">
              <a:defRPr/>
            </a:pPr>
            <a:endParaRPr lang="en-US" sz="10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fontAlgn="t">
              <a:defRPr/>
            </a:pPr>
            <a:r>
              <a:rPr lang="en-US" sz="10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🟩</a:t>
            </a:r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Intensify to basal-bolus </a:t>
            </a:r>
          </a:p>
          <a:p>
            <a:pPr fontAlgn="t">
              <a:defRPr/>
            </a:pPr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💡</a:t>
            </a:r>
            <a:r>
              <a:rPr lang="en-US" sz="1000" i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Full basal and prandial glucose control across the day</a:t>
            </a:r>
          </a:p>
          <a:p>
            <a:pPr lvl="0" fontAlgn="t">
              <a:defRPr/>
            </a:pPr>
            <a:endParaRPr lang="en-US" sz="1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t">
              <a:lnSpc>
                <a:spcPts val="1500"/>
              </a:lnSpc>
            </a:pPr>
            <a:r>
              <a:rPr lang="en-US" sz="10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🟩 </a:t>
            </a:r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Alternative: premix insulin (if needed / access limited) </a:t>
            </a:r>
          </a:p>
          <a:p>
            <a:pPr fontAlgn="t">
              <a:lnSpc>
                <a:spcPts val="1500"/>
              </a:lnSpc>
            </a:pPr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💡 </a:t>
            </a:r>
            <a:r>
              <a:rPr lang="en-US" sz="1000" i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Simpler fixed-dose regimen when basal‑bolus is not feasible</a:t>
            </a:r>
          </a:p>
          <a:p>
            <a:pPr lvl="0" fontAlgn="t">
              <a:defRPr/>
            </a:pPr>
            <a:endParaRPr lang="en-US" sz="1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fontAlgn="t">
              <a:defRPr/>
            </a:pP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🔹 Key Considerations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🧪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HbA1c target (~7%):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Individualized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💉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2nd‑gen basal insulin: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↓ hypo · &gt;24h stable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⚖️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GLP‑1 RA choice: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→ Weight · CVD/CKD · access/cost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🔗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FRC (BI + GLP‑1 RA):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Simple · once daily · ↓ hypo · weight neutral · ↑ adherence</a:t>
            </a:r>
            <a:b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→ Consider when GLP‑1 RA access or tolerability is limited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🔄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Basal–bolus: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Flexible · higher injection burden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⚖️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Premix insulin: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Simple · fixed meals required</a:t>
            </a:r>
            <a:b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→ Alternative when preferred options are unavailable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D04273-F29E-8C87-46B7-D25A7BD82B2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3639" b="3176"/>
          <a:stretch>
            <a:fillRect/>
          </a:stretch>
        </p:blipFill>
        <p:spPr>
          <a:xfrm>
            <a:off x="5940715" y="1528968"/>
            <a:ext cx="6117430" cy="4847976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1564607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E4712A-E064-6047-7590-6E20DEAA36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93A1231-A7EE-8369-D0FD-71CB23658BAB}"/>
              </a:ext>
            </a:extLst>
          </p:cNvPr>
          <p:cNvSpPr txBox="1"/>
          <p:nvPr/>
        </p:nvSpPr>
        <p:spPr>
          <a:xfrm>
            <a:off x="1128087" y="177877"/>
            <a:ext cx="9213777" cy="101566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anchor="ctr">
            <a:spAutoFit/>
          </a:bodyPr>
          <a:lstStyle/>
          <a:p>
            <a:pPr algn="ctr" fontAlgn="t"/>
            <a:r>
              <a:rPr lang="en-US" sz="2000" b="1" dirty="0">
                <a:latin typeface="Segoe UI" panose="020B0502040204020203" pitchFamily="34" charset="0"/>
              </a:rPr>
              <a:t>On BI + GLP1-RA (FRC or separately) - Inadequate Control</a:t>
            </a:r>
          </a:p>
          <a:p>
            <a:pPr algn="ctr" fontAlgn="b">
              <a:buNone/>
            </a:pPr>
            <a:r>
              <a:rPr lang="en-US" sz="2000" b="1" dirty="0">
                <a:latin typeface="Segoe UI" panose="020B0502040204020203" pitchFamily="34" charset="0"/>
              </a:rPr>
              <a:t>Regardless of HbA1c &amp; BMI</a:t>
            </a:r>
          </a:p>
          <a:p>
            <a:pPr algn="ctr" fontAlgn="b">
              <a:buNone/>
            </a:pPr>
            <a:r>
              <a:rPr lang="en-US" sz="2000" b="1" dirty="0">
                <a:latin typeface="Segoe UI" panose="020B0502040204020203" pitchFamily="34" charset="0"/>
              </a:rPr>
              <a:t>Irregular meals</a:t>
            </a:r>
            <a:endParaRPr lang="en-US" sz="20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14D8E31-502B-1DA1-0A28-FC3203DA8925}"/>
              </a:ext>
            </a:extLst>
          </p:cNvPr>
          <p:cNvSpPr txBox="1"/>
          <p:nvPr/>
        </p:nvSpPr>
        <p:spPr>
          <a:xfrm>
            <a:off x="217069" y="1539060"/>
            <a:ext cx="5223611" cy="4747453"/>
          </a:xfrm>
          <a:prstGeom prst="rect">
            <a:avLst/>
          </a:prstGeom>
          <a:solidFill>
            <a:schemeClr val="tx2"/>
          </a:solidFill>
          <a:ln>
            <a:solidFill>
              <a:schemeClr val="accent1"/>
            </a:solidFill>
          </a:ln>
        </p:spPr>
        <p:txBody>
          <a:bodyPr wrap="square" anchor="ctr">
            <a:spAutoFit/>
          </a:bodyPr>
          <a:lstStyle/>
          <a:p>
            <a:pPr lvl="0" defTabSz="914377" fontAlgn="t">
              <a:lnSpc>
                <a:spcPts val="1500"/>
              </a:lnSpc>
              <a:defRPr/>
            </a:pPr>
            <a:r>
              <a:rPr lang="en-US" sz="10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🧠 RECOMMENDATION</a:t>
            </a:r>
          </a:p>
          <a:p>
            <a:pPr marL="285750" indent="-285750" fontAlgn="t">
              <a:buFont typeface="Arial" panose="020B0604020202020204" pitchFamily="34" charset="0"/>
              <a:buChar char="•"/>
              <a:defRPr/>
            </a:pPr>
            <a:r>
              <a:rPr lang="en-US" sz="10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🟩 </a:t>
            </a:r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Optimize BI + GLP-1 RA (FRC or Separate BI &amp; GLP-1 RA)</a:t>
            </a:r>
          </a:p>
          <a:p>
            <a:pPr fontAlgn="t">
              <a:defRPr/>
            </a:pPr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💡</a:t>
            </a:r>
            <a:r>
              <a:rPr lang="en-US" sz="1000" i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Ensures optimization of current therapy before escalation to complex regimens</a:t>
            </a:r>
          </a:p>
          <a:p>
            <a:pPr fontAlgn="t">
              <a:defRPr/>
            </a:pP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fontAlgn="t">
              <a:defRPr/>
            </a:pPr>
            <a:r>
              <a:rPr lang="en-US" sz="10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🟩 Add stepwise prandial insulin </a:t>
            </a:r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(start with largest meal)</a:t>
            </a:r>
          </a:p>
          <a:p>
            <a:pPr lvl="0" fontAlgn="t">
              <a:defRPr/>
            </a:pPr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💡 </a:t>
            </a:r>
            <a:r>
              <a:rPr lang="en-US" sz="1000" i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Addresses remaining PPG excursions</a:t>
            </a:r>
          </a:p>
          <a:p>
            <a:pPr lvl="0" fontAlgn="t">
              <a:defRPr/>
            </a:pPr>
            <a:endParaRPr lang="en-US" sz="10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defTabSz="914377" fontAlgn="t">
              <a:lnSpc>
                <a:spcPts val="1500"/>
              </a:lnSpc>
              <a:defRPr/>
            </a:pPr>
            <a:r>
              <a:rPr lang="en-US" sz="10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🟨 If HbA1c Above Target → Intensify</a:t>
            </a:r>
          </a:p>
          <a:p>
            <a:pPr lvl="0" defTabSz="914377" fontAlgn="t">
              <a:lnSpc>
                <a:spcPts val="1500"/>
              </a:lnSpc>
              <a:defRPr/>
            </a:pPr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↺ </a:t>
            </a:r>
            <a:r>
              <a:rPr lang="en-US" sz="1000" i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Reassess every 3–6 months</a:t>
            </a:r>
            <a:endParaRPr lang="en-US" sz="1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fontAlgn="t">
              <a:defRPr/>
            </a:pPr>
            <a:endParaRPr lang="en-US" sz="10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t">
              <a:defRPr/>
            </a:pPr>
            <a:r>
              <a:rPr lang="en-US" sz="1000" b="1" i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⚡ Persistent hyperglycemia despite optimized therapy (including prandial insulin)</a:t>
            </a:r>
          </a:p>
          <a:p>
            <a:pPr lvl="0" fontAlgn="t">
              <a:defRPr/>
            </a:pPr>
            <a:endParaRPr lang="en-US" sz="10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fontAlgn="t">
              <a:defRPr/>
            </a:pPr>
            <a:r>
              <a:rPr lang="en-US" sz="10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🟩</a:t>
            </a:r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Intensify to basal-bolus </a:t>
            </a:r>
          </a:p>
          <a:p>
            <a:pPr fontAlgn="t">
              <a:defRPr/>
            </a:pPr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💡</a:t>
            </a:r>
            <a:r>
              <a:rPr lang="en-US" sz="1000" i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Full basal and prandial glucose control across the day</a:t>
            </a:r>
          </a:p>
          <a:p>
            <a:pPr lvl="0" fontAlgn="t">
              <a:defRPr/>
            </a:pPr>
            <a:endParaRPr lang="en-US" sz="1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fontAlgn="t">
              <a:defRPr/>
            </a:pP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🔹 Key Considerations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🧪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HbA1c target (~7%):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Individualized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💉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2nd‑gen basal insulin: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↓ hypo · &gt;24h stable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⚖️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GLP‑1 RA choice: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→ Weight · CVD/CKD · access/cost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🔗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FRC (BI + GLP‑1 RA):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Simple · once daily · ↓ hypo · weight neutral · ↑ adherence</a:t>
            </a:r>
            <a:b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→ Consider when GLP‑1 RA access or tolerability is limited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🔄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Basal–bolus: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Flexible · higher injection burden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⚖️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Premix insulin: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Simple · fixed meals required</a:t>
            </a:r>
            <a:b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→ Alternative when preferred options are unavailable</a:t>
            </a:r>
          </a:p>
          <a:p>
            <a:pPr defTabSz="914377" fontAlgn="t">
              <a:lnSpc>
                <a:spcPts val="1500"/>
              </a:lnSpc>
              <a:defRPr/>
            </a:pPr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⚠ </a:t>
            </a:r>
            <a:r>
              <a:rPr lang="en-US" sz="10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Irregular meals: </a:t>
            </a:r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avoid premix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9F7B8F-A456-6412-F68E-F7164284A13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7639" b="2593"/>
          <a:stretch>
            <a:fillRect/>
          </a:stretch>
        </p:blipFill>
        <p:spPr>
          <a:xfrm>
            <a:off x="5574792" y="1505664"/>
            <a:ext cx="6467856" cy="478085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608116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13944A-03FE-DDF3-2F0B-C7FFCCED1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9B1FFFC-61FD-7DAE-8887-5493BF46B6B7}"/>
              </a:ext>
            </a:extLst>
          </p:cNvPr>
          <p:cNvSpPr txBox="1"/>
          <p:nvPr/>
        </p:nvSpPr>
        <p:spPr>
          <a:xfrm>
            <a:off x="2005911" y="213021"/>
            <a:ext cx="8308521" cy="101566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anchor="ctr">
            <a:spAutoFit/>
          </a:bodyPr>
          <a:lstStyle/>
          <a:p>
            <a:pPr algn="ctr" fontAlgn="t"/>
            <a:r>
              <a:rPr lang="en-US" sz="2000" b="1" dirty="0">
                <a:latin typeface="Segoe UI" panose="020B0502040204020203" pitchFamily="34" charset="0"/>
              </a:rPr>
              <a:t>On BI + GLP1-RA (FRC) - Inadequate Control</a:t>
            </a:r>
          </a:p>
          <a:p>
            <a:pPr algn="ctr" fontAlgn="b">
              <a:buNone/>
            </a:pPr>
            <a:r>
              <a:rPr lang="en-US" sz="2000" b="1" dirty="0">
                <a:latin typeface="Segoe UI" panose="020B0502040204020203" pitchFamily="34" charset="0"/>
              </a:rPr>
              <a:t>Regardless of HbA1c &amp; BMI</a:t>
            </a:r>
          </a:p>
          <a:p>
            <a:pPr algn="ctr" fontAlgn="b">
              <a:buNone/>
            </a:pPr>
            <a:r>
              <a:rPr lang="en-US" sz="2000" b="1" dirty="0">
                <a:latin typeface="Segoe UI" panose="020B0502040204020203" pitchFamily="34" charset="0"/>
              </a:rPr>
              <a:t>Limited GLP-1 RA access / tolerability &amp; irregular meals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327E88-6296-4521-4D9F-F893B7F80310}"/>
              </a:ext>
            </a:extLst>
          </p:cNvPr>
          <p:cNvSpPr txBox="1"/>
          <p:nvPr/>
        </p:nvSpPr>
        <p:spPr>
          <a:xfrm>
            <a:off x="175263" y="1695073"/>
            <a:ext cx="5503161" cy="4593565"/>
          </a:xfrm>
          <a:prstGeom prst="rect">
            <a:avLst/>
          </a:prstGeom>
          <a:solidFill>
            <a:schemeClr val="tx2"/>
          </a:solidFill>
          <a:ln>
            <a:solidFill>
              <a:schemeClr val="accent1"/>
            </a:solidFill>
          </a:ln>
        </p:spPr>
        <p:txBody>
          <a:bodyPr wrap="square" anchor="ctr">
            <a:spAutoFit/>
          </a:bodyPr>
          <a:lstStyle/>
          <a:p>
            <a:pPr lvl="0" defTabSz="914377" fontAlgn="t">
              <a:lnSpc>
                <a:spcPts val="1500"/>
              </a:lnSpc>
              <a:defRPr/>
            </a:pPr>
            <a:r>
              <a:rPr lang="en-US" sz="10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🧠 RECOMMENDATION</a:t>
            </a:r>
          </a:p>
          <a:p>
            <a:pPr marL="285750" indent="-285750" fontAlgn="t">
              <a:buFont typeface="Arial" panose="020B0604020202020204" pitchFamily="34" charset="0"/>
              <a:buChar char="•"/>
              <a:defRPr/>
            </a:pPr>
            <a:r>
              <a:rPr lang="en-US" sz="10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🟩 </a:t>
            </a:r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Optimize BI + GLP-1 RA 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– </a:t>
            </a:r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(FRC preferred when limited GLP-1 RA access/ tolerability)</a:t>
            </a:r>
          </a:p>
          <a:p>
            <a:pPr fontAlgn="t">
              <a:defRPr/>
            </a:pPr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💡</a:t>
            </a:r>
            <a:r>
              <a:rPr lang="en-US" sz="1000" i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Ensures optimization of current therapy before escalation to complex regimens</a:t>
            </a:r>
          </a:p>
          <a:p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fontAlgn="t">
              <a:defRPr/>
            </a:pPr>
            <a:r>
              <a:rPr lang="en-US" sz="10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🟩 Add stepwise prandial insulin </a:t>
            </a:r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(start with largest meal)</a:t>
            </a:r>
          </a:p>
          <a:p>
            <a:pPr lvl="0" fontAlgn="t">
              <a:defRPr/>
            </a:pPr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💡 </a:t>
            </a:r>
            <a:r>
              <a:rPr lang="en-US" sz="1000" i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Addresses remaining PPG excursions</a:t>
            </a:r>
          </a:p>
          <a:p>
            <a:pPr lvl="0" fontAlgn="t">
              <a:defRPr/>
            </a:pPr>
            <a:endParaRPr lang="en-US" sz="10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defTabSz="914377" fontAlgn="t">
              <a:lnSpc>
                <a:spcPts val="1500"/>
              </a:lnSpc>
              <a:defRPr/>
            </a:pPr>
            <a:r>
              <a:rPr lang="en-US" sz="10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🟨 If HbA1c Above Target → Intensify</a:t>
            </a:r>
          </a:p>
          <a:p>
            <a:pPr lvl="0" defTabSz="914377" fontAlgn="t">
              <a:lnSpc>
                <a:spcPts val="1500"/>
              </a:lnSpc>
              <a:defRPr/>
            </a:pPr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↺ </a:t>
            </a:r>
            <a:r>
              <a:rPr lang="en-US" sz="1000" i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Reassess every 3–6 months</a:t>
            </a:r>
            <a:endParaRPr lang="en-US" sz="1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fontAlgn="t">
              <a:defRPr/>
            </a:pPr>
            <a:endParaRPr lang="en-US" sz="10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t">
              <a:defRPr/>
            </a:pPr>
            <a:r>
              <a:rPr lang="en-US" sz="1000" b="1" i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⚡ Persistent hyperglycemia despite optimized therapy (including prandial insulin)</a:t>
            </a:r>
          </a:p>
          <a:p>
            <a:pPr lvl="0" fontAlgn="t">
              <a:defRPr/>
            </a:pPr>
            <a:endParaRPr lang="en-US" sz="10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fontAlgn="t">
              <a:defRPr/>
            </a:pPr>
            <a:r>
              <a:rPr lang="en-US" sz="10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🟩</a:t>
            </a:r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Intensify to basal-bolus </a:t>
            </a:r>
          </a:p>
          <a:p>
            <a:pPr fontAlgn="t">
              <a:defRPr/>
            </a:pPr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💡</a:t>
            </a:r>
            <a:r>
              <a:rPr lang="en-US" sz="1000" i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Full basal and prandial glucose control across the day</a:t>
            </a:r>
          </a:p>
          <a:p>
            <a:pPr lvl="0" fontAlgn="t">
              <a:defRPr/>
            </a:pPr>
            <a:endParaRPr lang="en-US" sz="1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fontAlgn="t">
              <a:defRPr/>
            </a:pP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🔹 Key Considerations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🧪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HbA1c target (~7%):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Individualized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💉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2nd‑gen basal insulin: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↓ hypo · &gt;24h stable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⚖️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GLP‑1 RA choice: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→ Weight · CVD/CKD · access/cost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🔗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FRC (BI + GLP‑1 RA):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Simple · once daily · ↓ hypo · weight neutral · ↑ adherence</a:t>
            </a:r>
            <a:b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→ Consider when GLP‑1 RA access or tolerability is limited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🔄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Basal–bolus: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Flexible · higher injection burden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⚖️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Premix insulin: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Simple · fixed meals required</a:t>
            </a:r>
            <a:b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→ Alternative when preferred options are unavailable</a:t>
            </a:r>
          </a:p>
          <a:p>
            <a:pPr defTabSz="914377" fontAlgn="t">
              <a:lnSpc>
                <a:spcPts val="1500"/>
              </a:lnSpc>
              <a:defRPr/>
            </a:pPr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⚠ </a:t>
            </a:r>
            <a:r>
              <a:rPr lang="en-US" sz="10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Irregular meals: </a:t>
            </a:r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avoid premix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45BB901-6F61-C7C1-789C-F906CF0F438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78" r="28222" b="14800"/>
          <a:stretch>
            <a:fillRect/>
          </a:stretch>
        </p:blipFill>
        <p:spPr>
          <a:xfrm>
            <a:off x="5823866" y="1550033"/>
            <a:ext cx="6273646" cy="4738605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316417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6EDCEE8-A68F-CCCC-CABE-FB9F4573252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262" t="64373" r="20699" b="15556"/>
          <a:stretch>
            <a:fillRect/>
          </a:stretch>
        </p:blipFill>
        <p:spPr>
          <a:xfrm>
            <a:off x="2629004" y="3429000"/>
            <a:ext cx="6458586" cy="1226869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D5F7C19-58E0-0149-29E4-0AC64AD0E1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281383"/>
              </p:ext>
            </p:extLst>
          </p:nvPr>
        </p:nvGraphicFramePr>
        <p:xfrm>
          <a:off x="1752600" y="1778033"/>
          <a:ext cx="8503919" cy="64722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503919">
                  <a:extLst>
                    <a:ext uri="{9D8B030D-6E8A-4147-A177-3AD203B41FA5}">
                      <a16:colId xmlns:a16="http://schemas.microsoft.com/office/drawing/2014/main" val="2860684736"/>
                    </a:ext>
                  </a:extLst>
                </a:gridCol>
              </a:tblGrid>
              <a:tr h="64722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 dirty="0">
                          <a:effectLst/>
                        </a:rPr>
                        <a:t>On </a:t>
                      </a:r>
                      <a:r>
                        <a:rPr lang="en-US" sz="20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BI + GLP-1 RA (FRC or separately) + RAI (basal plus) </a:t>
                      </a:r>
                      <a:r>
                        <a:rPr lang="en-US" sz="2000" b="1" u="none" strike="noStrike" dirty="0">
                          <a:effectLst/>
                        </a:rPr>
                        <a:t>Inadequate control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0591888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61473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B5FDD4-2173-EFEA-2BA1-E218F971D0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44EDF2F-00A5-A29E-2101-165F64ADC91A}"/>
              </a:ext>
            </a:extLst>
          </p:cNvPr>
          <p:cNvSpPr txBox="1"/>
          <p:nvPr/>
        </p:nvSpPr>
        <p:spPr>
          <a:xfrm>
            <a:off x="2757592" y="218551"/>
            <a:ext cx="6920656" cy="101566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anchor="ctr">
            <a:spAutoFit/>
          </a:bodyPr>
          <a:lstStyle/>
          <a:p>
            <a:pPr algn="ctr" fontAlgn="t"/>
            <a:r>
              <a:rPr lang="en-US" sz="2000" b="1" dirty="0"/>
              <a:t>On BI + GLP1-RA (FRC or separately) + RAI - Inadequate Control</a:t>
            </a:r>
          </a:p>
          <a:p>
            <a:pPr algn="ctr" fontAlgn="b">
              <a:buNone/>
            </a:pPr>
            <a:r>
              <a:rPr lang="en-US" sz="2000" b="1" dirty="0"/>
              <a:t>Regardless of HbA1c &amp; BMI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DC291DF-6FF4-E22F-3486-21F127506115}"/>
              </a:ext>
            </a:extLst>
          </p:cNvPr>
          <p:cNvSpPr txBox="1"/>
          <p:nvPr/>
        </p:nvSpPr>
        <p:spPr>
          <a:xfrm>
            <a:off x="108206" y="1631406"/>
            <a:ext cx="5460490" cy="4785926"/>
          </a:xfrm>
          <a:prstGeom prst="rect">
            <a:avLst/>
          </a:prstGeom>
          <a:solidFill>
            <a:schemeClr val="tx2"/>
          </a:solidFill>
          <a:ln>
            <a:solidFill>
              <a:schemeClr val="accent1"/>
            </a:solidFill>
          </a:ln>
        </p:spPr>
        <p:txBody>
          <a:bodyPr wrap="square" anchor="ctr">
            <a:spAutoFit/>
          </a:bodyPr>
          <a:lstStyle/>
          <a:p>
            <a:pPr lvl="0" defTabSz="914377" fontAlgn="t">
              <a:lnSpc>
                <a:spcPts val="1500"/>
              </a:lnSpc>
              <a:defRPr/>
            </a:pPr>
            <a:r>
              <a:rPr lang="en-US" sz="10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🧠 RECOMMENDATION</a:t>
            </a:r>
          </a:p>
          <a:p>
            <a:pPr marL="285750" indent="-285750" fontAlgn="t">
              <a:buFont typeface="Arial" panose="020B0604020202020204" pitchFamily="34" charset="0"/>
              <a:buChar char="•"/>
              <a:defRPr/>
            </a:pPr>
            <a:r>
              <a:rPr lang="en-US" sz="10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🟩 </a:t>
            </a:r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Optimize BI + GLP-1 RA (FRC or Separate BI &amp; GLP-1 RA) + prandial insulin </a:t>
            </a:r>
          </a:p>
          <a:p>
            <a:pPr fontAlgn="t">
              <a:defRPr/>
            </a:pPr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💡</a:t>
            </a:r>
            <a:r>
              <a:rPr lang="en-US" sz="1000" i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Maximizes benefit of current therapy before moving to more complex regimens</a:t>
            </a:r>
          </a:p>
          <a:p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🟨 If HbA1c Above Target → Intensify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↺ 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Reassess every 3–6 months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fontAlgn="t"/>
            <a:endParaRPr lang="en-US" sz="10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t"/>
            <a:r>
              <a:rPr lang="en-US" sz="1000" b="1" i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⚡ Persistent hyperglycemia with multiple daily excursions despite optimized therapy</a:t>
            </a:r>
          </a:p>
          <a:p>
            <a:pPr fontAlgn="t"/>
            <a:r>
              <a:rPr lang="en-US" sz="1000" b="1" i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→ requires full insulin coverage</a:t>
            </a:r>
          </a:p>
          <a:p>
            <a:pPr lvl="0" fontAlgn="t">
              <a:defRPr/>
            </a:pPr>
            <a:endParaRPr lang="en-US" sz="10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fontAlgn="t">
              <a:defRPr/>
            </a:pPr>
            <a:r>
              <a:rPr lang="en-US" sz="10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🟩</a:t>
            </a:r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Intensify to basal-bolus </a:t>
            </a:r>
          </a:p>
          <a:p>
            <a:pPr fontAlgn="t">
              <a:defRPr/>
            </a:pPr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💡</a:t>
            </a:r>
            <a:r>
              <a:rPr lang="en-US" sz="1000" i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Full basal and prandial glucose control across the day</a:t>
            </a:r>
          </a:p>
          <a:p>
            <a:pPr lvl="0" fontAlgn="t">
              <a:defRPr/>
            </a:pPr>
            <a:endParaRPr lang="en-US" sz="1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t">
              <a:lnSpc>
                <a:spcPts val="1500"/>
              </a:lnSpc>
            </a:pPr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→</a:t>
            </a:r>
            <a:r>
              <a:rPr lang="en-US" sz="10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🟩 </a:t>
            </a:r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Alternative: premix insulin (if needed / access limited) </a:t>
            </a:r>
          </a:p>
          <a:p>
            <a:pPr fontAlgn="t">
              <a:lnSpc>
                <a:spcPts val="1500"/>
              </a:lnSpc>
            </a:pPr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💡 </a:t>
            </a:r>
            <a:r>
              <a:rPr lang="en-US" sz="1000" i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Simpler fixed-dose regimen when basal‑bolus is not feasible</a:t>
            </a:r>
          </a:p>
          <a:p>
            <a:pPr lvl="0" fontAlgn="t">
              <a:defRPr/>
            </a:pPr>
            <a:endParaRPr lang="en-US" sz="1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fontAlgn="t">
              <a:defRPr/>
            </a:pP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🔹 Key Considerations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🧪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HbA1c target (~7%):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Individualized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💉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2nd‑gen basal insulin: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↓ hypo · &gt;24h stable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⚖️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GLP‑1 RA choice: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→ Weight · CVD/CKD · access/cost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🔗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FRC (BI + GLP‑1 RA):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Simple · once daily · ↓ hypo · weight neutral · ↑ adherence</a:t>
            </a:r>
            <a:b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→ Consider when GLP‑1 RA access or tolerability is limited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🔄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Basal–bolus: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Flexible · higher injection burden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⚖️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Premix insulin: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Simple · fixed meals required</a:t>
            </a:r>
            <a:b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→ Alternative when preferred options are unavailable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F079444-5B65-9975-29FE-16FCA561DA2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1972" b="12534"/>
          <a:stretch>
            <a:fillRect/>
          </a:stretch>
        </p:blipFill>
        <p:spPr>
          <a:xfrm>
            <a:off x="5705856" y="1970186"/>
            <a:ext cx="6376416" cy="446735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7810474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9DC564-233B-08DB-2857-2BD1272C1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F6C590C-BC6F-7615-4D3A-EED168F8AD5C}"/>
              </a:ext>
            </a:extLst>
          </p:cNvPr>
          <p:cNvSpPr txBox="1"/>
          <p:nvPr/>
        </p:nvSpPr>
        <p:spPr>
          <a:xfrm>
            <a:off x="1280888" y="197189"/>
            <a:ext cx="9890695" cy="132343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anchor="ctr">
            <a:spAutoFit/>
          </a:bodyPr>
          <a:lstStyle/>
          <a:p>
            <a:pPr algn="ctr" fontAlgn="t"/>
            <a:r>
              <a:rPr lang="en-US" sz="2000" b="1" dirty="0"/>
              <a:t>On BI + GLP1-RA (FRC) + RAI – </a:t>
            </a:r>
          </a:p>
          <a:p>
            <a:pPr algn="ctr" fontAlgn="t"/>
            <a:r>
              <a:rPr lang="en-US" sz="2000" b="1" dirty="0"/>
              <a:t>Inadequate Control</a:t>
            </a:r>
          </a:p>
          <a:p>
            <a:pPr algn="ctr" fontAlgn="b">
              <a:buNone/>
            </a:pPr>
            <a:r>
              <a:rPr lang="en-US" sz="2000" b="1" dirty="0"/>
              <a:t>Regardless of HbA1c &amp; BMI</a:t>
            </a:r>
          </a:p>
          <a:p>
            <a:pPr algn="ctr" fontAlgn="b">
              <a:buNone/>
            </a:pPr>
            <a:r>
              <a:rPr lang="en-US" sz="2000" b="1" dirty="0">
                <a:latin typeface="Segoe UI" panose="020B0502040204020203" pitchFamily="34" charset="0"/>
              </a:rPr>
              <a:t>Limited GLP-1 RA access / tolerability</a:t>
            </a:r>
            <a:endParaRPr lang="en-US" sz="20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D20833C-C6E4-8D2B-083D-D758D1CF5D98}"/>
              </a:ext>
            </a:extLst>
          </p:cNvPr>
          <p:cNvSpPr txBox="1"/>
          <p:nvPr/>
        </p:nvSpPr>
        <p:spPr>
          <a:xfrm>
            <a:off x="184406" y="1710579"/>
            <a:ext cx="5548882" cy="4939814"/>
          </a:xfrm>
          <a:prstGeom prst="rect">
            <a:avLst/>
          </a:prstGeom>
          <a:solidFill>
            <a:schemeClr val="tx2"/>
          </a:solidFill>
          <a:ln>
            <a:solidFill>
              <a:schemeClr val="accent1"/>
            </a:solidFill>
          </a:ln>
        </p:spPr>
        <p:txBody>
          <a:bodyPr wrap="square" anchor="ctr">
            <a:spAutoFit/>
          </a:bodyPr>
          <a:lstStyle/>
          <a:p>
            <a:pPr lvl="0" defTabSz="914377" fontAlgn="t">
              <a:lnSpc>
                <a:spcPts val="1500"/>
              </a:lnSpc>
              <a:defRPr/>
            </a:pPr>
            <a:r>
              <a:rPr lang="en-US" sz="10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🧠 RECOMMENDATION</a:t>
            </a:r>
          </a:p>
          <a:p>
            <a:pPr marL="285750" indent="-285750" fontAlgn="t">
              <a:buFont typeface="Arial" panose="020B0604020202020204" pitchFamily="34" charset="0"/>
              <a:buChar char="•"/>
              <a:defRPr/>
            </a:pPr>
            <a:r>
              <a:rPr lang="en-US" sz="10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🟩 </a:t>
            </a:r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Optimize BI + GLP-1 RA 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– </a:t>
            </a:r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(FRC preferred when limited GLP-1 RA access/ tolerability)</a:t>
            </a:r>
          </a:p>
          <a:p>
            <a:pPr marL="285750" indent="-285750" fontAlgn="t">
              <a:buFont typeface="Arial" panose="020B0604020202020204" pitchFamily="34" charset="0"/>
              <a:buChar char="•"/>
              <a:defRPr/>
            </a:pPr>
            <a:r>
              <a:rPr lang="en-US" sz="10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🟩 </a:t>
            </a:r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Ensure prandial insulin titrated</a:t>
            </a:r>
          </a:p>
          <a:p>
            <a:pPr fontAlgn="t">
              <a:defRPr/>
            </a:pPr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💡</a:t>
            </a:r>
            <a:r>
              <a:rPr lang="en-US" sz="1000" i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Maximizes benefit of current therapy before moving to more complex regimens</a:t>
            </a:r>
          </a:p>
          <a:p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🟨 If HbA1c Above Target → Intensify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↺ 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Reassess every 3–6 months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fontAlgn="t"/>
            <a:endParaRPr lang="en-US" sz="10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t"/>
            <a:r>
              <a:rPr lang="en-US" sz="1000" b="1" i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⚡ Persistent hyperglycemia with multiple daily excursions → requires full insulin coverage</a:t>
            </a:r>
          </a:p>
          <a:p>
            <a:pPr lvl="0" fontAlgn="t">
              <a:defRPr/>
            </a:pPr>
            <a:endParaRPr lang="en-US" sz="10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fontAlgn="t">
              <a:defRPr/>
            </a:pPr>
            <a:r>
              <a:rPr lang="en-US" sz="10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🟩</a:t>
            </a:r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Intensify to basal-bolus </a:t>
            </a:r>
          </a:p>
          <a:p>
            <a:pPr fontAlgn="t">
              <a:defRPr/>
            </a:pPr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💡</a:t>
            </a:r>
            <a:r>
              <a:rPr lang="en-US" sz="1000" i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Full basal and prandial glucose control across the day</a:t>
            </a:r>
          </a:p>
          <a:p>
            <a:pPr lvl="0" fontAlgn="t">
              <a:defRPr/>
            </a:pPr>
            <a:endParaRPr lang="en-US" sz="1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t">
              <a:lnSpc>
                <a:spcPts val="1500"/>
              </a:lnSpc>
            </a:pPr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→</a:t>
            </a:r>
            <a:r>
              <a:rPr lang="en-US" sz="10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🟩 </a:t>
            </a:r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Alternative: premix insulin (if needed / access limited) </a:t>
            </a:r>
          </a:p>
          <a:p>
            <a:pPr fontAlgn="t">
              <a:lnSpc>
                <a:spcPts val="1500"/>
              </a:lnSpc>
            </a:pPr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💡 </a:t>
            </a:r>
            <a:r>
              <a:rPr lang="en-US" sz="1000" i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Simpler fixed-dose regimen when basal‑bolus is not feasible</a:t>
            </a:r>
          </a:p>
          <a:p>
            <a:pPr lvl="0" fontAlgn="t">
              <a:defRPr/>
            </a:pPr>
            <a:endParaRPr lang="en-US" sz="1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fontAlgn="t">
              <a:defRPr/>
            </a:pP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🔹 Key Considerations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🧪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HbA1c target (~7%):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Individualized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💉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2nd‑gen basal insulin: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↓ hypo · &gt;24h stable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⚖️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GLP‑1 RA choice: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→ Weight · CVD/CKD · access/cost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🔗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FRC (BI + GLP‑1 RA):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Simple · once daily · ↓ hypo · weight neutral · ↑ adherence</a:t>
            </a:r>
            <a:b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→ Consider when GLP‑1 RA access or tolerability is limited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🔄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Basal–bolus: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Flexible · higher injection burden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⚖️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Premix insulin: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Simple · fixed meals required</a:t>
            </a:r>
            <a:b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→ Alternative when preferred options are unavailable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8786F4D-B71E-4CE2-FD95-6F4091FD4CF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2222" b="11866"/>
          <a:stretch>
            <a:fillRect/>
          </a:stretch>
        </p:blipFill>
        <p:spPr>
          <a:xfrm>
            <a:off x="5863577" y="2221992"/>
            <a:ext cx="6224791" cy="4408486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902190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4A63AC-4C78-18D5-D1EF-E4F37C5EAA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00EF822-213F-2915-38A5-37754DCFED4C}"/>
              </a:ext>
            </a:extLst>
          </p:cNvPr>
          <p:cNvSpPr txBox="1"/>
          <p:nvPr/>
        </p:nvSpPr>
        <p:spPr>
          <a:xfrm>
            <a:off x="2362748" y="130614"/>
            <a:ext cx="8093218" cy="132343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anchor="ctr">
            <a:spAutoFit/>
          </a:bodyPr>
          <a:lstStyle/>
          <a:p>
            <a:pPr algn="ctr" fontAlgn="t"/>
            <a:r>
              <a:rPr lang="en-US" sz="2000" b="1" dirty="0"/>
              <a:t>On BI + GLP1-RA (FRC or separately) + RAI - Inadequate Control</a:t>
            </a:r>
          </a:p>
          <a:p>
            <a:pPr algn="ctr" fontAlgn="b">
              <a:buNone/>
            </a:pPr>
            <a:r>
              <a:rPr lang="en-US" sz="2000" b="1" dirty="0"/>
              <a:t>Regardless of HbA1c &amp; BMI</a:t>
            </a:r>
          </a:p>
          <a:p>
            <a:pPr algn="ctr" fontAlgn="b">
              <a:buNone/>
            </a:pPr>
            <a:r>
              <a:rPr lang="en-US" sz="2000" b="1" dirty="0"/>
              <a:t>irregular meal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1566741-B04F-95D0-8FB9-BA64557C95B3}"/>
              </a:ext>
            </a:extLst>
          </p:cNvPr>
          <p:cNvSpPr txBox="1"/>
          <p:nvPr/>
        </p:nvSpPr>
        <p:spPr>
          <a:xfrm>
            <a:off x="208790" y="1729110"/>
            <a:ext cx="5076442" cy="4439677"/>
          </a:xfrm>
          <a:prstGeom prst="rect">
            <a:avLst/>
          </a:prstGeom>
          <a:solidFill>
            <a:schemeClr val="tx2"/>
          </a:solidFill>
          <a:ln>
            <a:solidFill>
              <a:schemeClr val="accent1"/>
            </a:solidFill>
          </a:ln>
        </p:spPr>
        <p:txBody>
          <a:bodyPr wrap="square" anchor="ctr">
            <a:spAutoFit/>
          </a:bodyPr>
          <a:lstStyle/>
          <a:p>
            <a:pPr lvl="0" defTabSz="914377" fontAlgn="t">
              <a:lnSpc>
                <a:spcPts val="1500"/>
              </a:lnSpc>
              <a:defRPr/>
            </a:pPr>
            <a:r>
              <a:rPr lang="en-US" sz="10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🧠 RECOMMENDATION</a:t>
            </a:r>
          </a:p>
          <a:p>
            <a:pPr marL="285750" marR="0" lvl="0" indent="-28575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0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🟩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Optimize BI + GLP-1 RA (FRC or Separate BI &amp; GLP-1 RA) + prandial insulin </a:t>
            </a:r>
          </a:p>
          <a:p>
            <a:pPr fontAlgn="t">
              <a:defRPr/>
            </a:pPr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💡</a:t>
            </a:r>
            <a:r>
              <a:rPr lang="en-US" sz="1000" i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Maximizes benefit of current therapy before moving to more complex regimens</a:t>
            </a:r>
          </a:p>
          <a:p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🟨 If HbA1c Above Target → Intensify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↺ 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Reassess every 3–6 months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fontAlgn="t"/>
            <a:endParaRPr lang="en-US" sz="10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t"/>
            <a:r>
              <a:rPr lang="en-US" sz="1000" b="1" i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⚡ Persistent hyperglycemia with multiple daily excursions</a:t>
            </a:r>
          </a:p>
          <a:p>
            <a:pPr fontAlgn="t"/>
            <a:r>
              <a:rPr lang="en-US" sz="1000" b="1" i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→ requires full insulin coverage</a:t>
            </a:r>
          </a:p>
          <a:p>
            <a:pPr lvl="0" fontAlgn="t">
              <a:defRPr/>
            </a:pPr>
            <a:endParaRPr lang="en-US" sz="10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fontAlgn="t">
              <a:defRPr/>
            </a:pPr>
            <a:r>
              <a:rPr lang="en-US" sz="10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🟩</a:t>
            </a:r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Intensify to basal-bolus </a:t>
            </a:r>
          </a:p>
          <a:p>
            <a:pPr fontAlgn="t">
              <a:defRPr/>
            </a:pPr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💡</a:t>
            </a:r>
            <a:r>
              <a:rPr lang="en-US" sz="1000" i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Full basal and prandial glucose control across the day</a:t>
            </a:r>
          </a:p>
          <a:p>
            <a:pPr lvl="0" fontAlgn="t">
              <a:defRPr/>
            </a:pPr>
            <a:endParaRPr lang="en-US" sz="1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fontAlgn="t">
              <a:defRPr/>
            </a:pP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🔹 Key Considerations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🧪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HbA1c target (~7%):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Individualized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💉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2nd‑gen basal insulin: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↓ hypo · &gt;24h stable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⚖️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GLP‑1 RA choice: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→ Weight · CVD/CKD · access/cost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🔗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FRC (BI + GLP‑1 RA):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Simple · once daily · ↓ hypo · weight neutral · ↑ adherence</a:t>
            </a:r>
            <a:b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→ Consider when GLP‑1 RA access or tolerability is limited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🔄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Basal–bolus: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Flexible · higher injection burden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⚖️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Premix insulin: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Simple · fixed meals required</a:t>
            </a:r>
            <a:b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→ Alternative when preferred options are unavailable</a:t>
            </a:r>
          </a:p>
          <a:p>
            <a:pPr defTabSz="914377" fontAlgn="t">
              <a:lnSpc>
                <a:spcPts val="1500"/>
              </a:lnSpc>
              <a:defRPr/>
            </a:pPr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⚠ </a:t>
            </a:r>
            <a:r>
              <a:rPr lang="en-US" sz="10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Irregular meals: </a:t>
            </a:r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avoid premix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E2F6E4-99D4-7541-9BB4-E5B37697B78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5977" b="10050"/>
          <a:stretch>
            <a:fillRect/>
          </a:stretch>
        </p:blipFill>
        <p:spPr>
          <a:xfrm>
            <a:off x="5478778" y="1746370"/>
            <a:ext cx="6609590" cy="4422417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366429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DDB3EE-9B4C-B4A5-AD54-D226C26DF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06A97C1-BD99-D24A-1EE9-AD51561F3EB5}"/>
              </a:ext>
            </a:extLst>
          </p:cNvPr>
          <p:cNvSpPr txBox="1"/>
          <p:nvPr/>
        </p:nvSpPr>
        <p:spPr>
          <a:xfrm>
            <a:off x="2783541" y="176524"/>
            <a:ext cx="8079928" cy="132343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anchor="ctr">
            <a:spAutoFit/>
          </a:bodyPr>
          <a:lstStyle/>
          <a:p>
            <a:pPr algn="ctr" fontAlgn="t"/>
            <a:r>
              <a:rPr lang="en-US" sz="2000" b="1" dirty="0"/>
              <a:t>On BI + GLP1-RA (FRC) + RAI – </a:t>
            </a:r>
          </a:p>
          <a:p>
            <a:pPr algn="ctr" fontAlgn="t"/>
            <a:r>
              <a:rPr lang="en-US" sz="2000" b="1" dirty="0"/>
              <a:t>Inadequate Control</a:t>
            </a:r>
          </a:p>
          <a:p>
            <a:pPr algn="ctr" fontAlgn="b">
              <a:buNone/>
            </a:pPr>
            <a:r>
              <a:rPr lang="en-US" sz="2000" b="1" dirty="0"/>
              <a:t>Regardless of HbA1c &amp; BMI</a:t>
            </a:r>
          </a:p>
          <a:p>
            <a:pPr algn="ctr" fontAlgn="b"/>
            <a:r>
              <a:rPr lang="en-US" sz="2000" b="1" dirty="0"/>
              <a:t>Limited GLP-1 RA access / tolerability &amp; irregular meal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4B88230-32DD-9913-00CE-2E5137AEB029}"/>
              </a:ext>
            </a:extLst>
          </p:cNvPr>
          <p:cNvSpPr txBox="1"/>
          <p:nvPr/>
        </p:nvSpPr>
        <p:spPr>
          <a:xfrm>
            <a:off x="191980" y="1814342"/>
            <a:ext cx="5183122" cy="4439677"/>
          </a:xfrm>
          <a:prstGeom prst="rect">
            <a:avLst/>
          </a:prstGeom>
          <a:solidFill>
            <a:schemeClr val="tx2"/>
          </a:solidFill>
          <a:ln>
            <a:solidFill>
              <a:schemeClr val="accent1"/>
            </a:solidFill>
          </a:ln>
        </p:spPr>
        <p:txBody>
          <a:bodyPr wrap="square" anchor="ctr">
            <a:spAutoFit/>
          </a:bodyPr>
          <a:lstStyle/>
          <a:p>
            <a:pPr lvl="0" defTabSz="914377" fontAlgn="t">
              <a:lnSpc>
                <a:spcPts val="1500"/>
              </a:lnSpc>
              <a:defRPr/>
            </a:pPr>
            <a:r>
              <a:rPr lang="en-US" sz="10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🧠 RECOMMENDATION</a:t>
            </a:r>
          </a:p>
          <a:p>
            <a:pPr marL="285750" indent="-285750" fontAlgn="t">
              <a:buFont typeface="Arial" panose="020B0604020202020204" pitchFamily="34" charset="0"/>
              <a:buChar char="•"/>
              <a:defRPr/>
            </a:pPr>
            <a:r>
              <a:rPr lang="en-US" sz="10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🟩 </a:t>
            </a:r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Optimize FRC (BI + GLP-1 RA)</a:t>
            </a:r>
          </a:p>
          <a:p>
            <a:pPr marL="285750" indent="-285750" fontAlgn="t">
              <a:buFont typeface="Arial" panose="020B0604020202020204" pitchFamily="34" charset="0"/>
              <a:buChar char="•"/>
              <a:defRPr/>
            </a:pPr>
            <a:r>
              <a:rPr lang="en-US" sz="10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🟩 </a:t>
            </a:r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Ensure prandial insulin titrated</a:t>
            </a:r>
          </a:p>
          <a:p>
            <a:pPr fontAlgn="t">
              <a:defRPr/>
            </a:pPr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💡</a:t>
            </a:r>
            <a:r>
              <a:rPr lang="en-US" sz="1000" i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Maximizes benefit of current therapy before moving to more complex regimens</a:t>
            </a:r>
          </a:p>
          <a:p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🟨 If HbA1c Above Target → Intensify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↺ 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Reassess every 3–6 months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fontAlgn="t"/>
            <a:endParaRPr lang="en-US" sz="10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t"/>
            <a:r>
              <a:rPr lang="en-US" sz="1000" b="1" i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⚡ Persistent hyperglycemia with multiple daily excursions → requires full insulin coverage</a:t>
            </a:r>
          </a:p>
          <a:p>
            <a:pPr lvl="0" fontAlgn="t">
              <a:defRPr/>
            </a:pPr>
            <a:endParaRPr lang="en-US" sz="10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fontAlgn="t">
              <a:defRPr/>
            </a:pPr>
            <a:r>
              <a:rPr lang="en-US" sz="10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🟩</a:t>
            </a:r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Intensify to basal-bolus </a:t>
            </a:r>
          </a:p>
          <a:p>
            <a:pPr fontAlgn="t">
              <a:defRPr/>
            </a:pPr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💡</a:t>
            </a:r>
            <a:r>
              <a:rPr lang="en-US" sz="1000" i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Full basal and prandial glucose control across the day</a:t>
            </a:r>
          </a:p>
          <a:p>
            <a:pPr lvl="0" fontAlgn="t">
              <a:defRPr/>
            </a:pPr>
            <a:endParaRPr lang="en-US" sz="1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fontAlgn="t">
              <a:defRPr/>
            </a:pP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🔹 Key Considerations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🧪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HbA1c target (~7%):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Individualized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💉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2nd‑gen basal insulin: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↓ hypo · &gt;24h stable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⚖️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GLP‑1 RA choice: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→ Weight · CVD/CKD · access/cost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🔗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FRC (BI + GLP‑1 RA):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Simple · once daily · ↓ hypo · weight neutral · ↑ adherence</a:t>
            </a:r>
            <a:b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→ Consider when GLP‑1 RA access or tolerability is limited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🔄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Basal–bolus: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Flexible · higher injection burden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⚖️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Premix insulin: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Simple · fixed meals required</a:t>
            </a:r>
            <a:b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→ Alternative when preferred options are unavailable</a:t>
            </a:r>
          </a:p>
          <a:p>
            <a:pPr defTabSz="914377" fontAlgn="t">
              <a:lnSpc>
                <a:spcPts val="1500"/>
              </a:lnSpc>
              <a:defRPr/>
            </a:pPr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⚠ </a:t>
            </a:r>
            <a:r>
              <a:rPr lang="en-US" sz="10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Irregular meals: </a:t>
            </a:r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avoid premix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2AD2A9-9E4F-CD1A-6A43-048819F5F4F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3056" b="8807"/>
          <a:stretch>
            <a:fillRect/>
          </a:stretch>
        </p:blipFill>
        <p:spPr>
          <a:xfrm>
            <a:off x="5522976" y="1944775"/>
            <a:ext cx="6573566" cy="4309243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500258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A7FC5C3-9318-DCF2-26C1-2CD84929F5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8576685"/>
              </p:ext>
            </p:extLst>
          </p:nvPr>
        </p:nvGraphicFramePr>
        <p:xfrm>
          <a:off x="2570334" y="154445"/>
          <a:ext cx="7616082" cy="9207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616082">
                  <a:extLst>
                    <a:ext uri="{9D8B030D-6E8A-4147-A177-3AD203B41FA5}">
                      <a16:colId xmlns:a16="http://schemas.microsoft.com/office/drawing/2014/main" val="2860684736"/>
                    </a:ext>
                  </a:extLst>
                </a:gridCol>
              </a:tblGrid>
              <a:tr h="64722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On </a:t>
                      </a:r>
                      <a:r>
                        <a:rPr lang="en-US" sz="20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Premix - </a:t>
                      </a:r>
                      <a:r>
                        <a:rPr lang="en-US" sz="2000" b="1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Inadequate control</a:t>
                      </a:r>
                    </a:p>
                    <a:p>
                      <a:pPr algn="ctr" fontAlgn="b">
                        <a:buNone/>
                      </a:pPr>
                      <a:r>
                        <a:rPr lang="en-US" sz="2000" b="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Regardless of HbA1c &amp; BMI</a:t>
                      </a:r>
                    </a:p>
                    <a:p>
                      <a:pPr marL="0" marR="0" lvl="0" indent="0" algn="ctr" defTabSz="914377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For all scenarios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05918883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9403A330-1D38-D6B3-CAD9-A06BE7AB7336}"/>
              </a:ext>
            </a:extLst>
          </p:cNvPr>
          <p:cNvSpPr txBox="1"/>
          <p:nvPr/>
        </p:nvSpPr>
        <p:spPr>
          <a:xfrm>
            <a:off x="87084" y="1158896"/>
            <a:ext cx="5999772" cy="5539978"/>
          </a:xfrm>
          <a:prstGeom prst="rect">
            <a:avLst/>
          </a:prstGeom>
          <a:solidFill>
            <a:schemeClr val="tx2"/>
          </a:solidFill>
          <a:ln>
            <a:solidFill>
              <a:schemeClr val="accent1"/>
            </a:solidFill>
          </a:ln>
        </p:spPr>
        <p:txBody>
          <a:bodyPr wrap="square" anchor="ctr">
            <a:spAutoFit/>
          </a:bodyPr>
          <a:lstStyle/>
          <a:p>
            <a:pPr fontAlgn="t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CURRENT REGIMEN CHALLENGES (PREMIX)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fontAlgn="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Limited flexibility: requires regular meals</a:t>
            </a:r>
          </a:p>
          <a:p>
            <a:pPr marL="285750" indent="-285750" fontAlgn="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Hypoglycemia risk with irregular eating</a:t>
            </a:r>
          </a:p>
          <a:p>
            <a:pPr marL="285750" indent="-285750" fontAlgn="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Difficult titration</a:t>
            </a:r>
          </a:p>
          <a:p>
            <a:pPr marL="285750" indent="-285750" fontAlgn="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May need transition to basal–bolus over time</a:t>
            </a:r>
          </a:p>
          <a:p>
            <a:pPr marL="285750" indent="-285750" fontAlgn="t">
              <a:buFont typeface="Arial" panose="020B0604020202020204" pitchFamily="34" charset="0"/>
              <a:buChar char="•"/>
            </a:pPr>
            <a:endParaRPr 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t"/>
            <a:endParaRPr 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defTabSz="914377" fontAlgn="t">
              <a:lnSpc>
                <a:spcPts val="1500"/>
              </a:lnSpc>
              <a:defRPr/>
            </a:pP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🟨 If HbA1c Above Target → Intensify</a:t>
            </a:r>
          </a:p>
          <a:p>
            <a:pPr lvl="0" defTabSz="914377" fontAlgn="t">
              <a:lnSpc>
                <a:spcPts val="1500"/>
              </a:lnSpc>
              <a:defRPr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↺ </a:t>
            </a:r>
            <a:r>
              <a:rPr lang="en-US" sz="1200" i="1" dirty="0">
                <a:latin typeface="Arial" panose="020B0604020202020204" pitchFamily="34" charset="0"/>
                <a:cs typeface="Arial" panose="020B0604020202020204" pitchFamily="34" charset="0"/>
              </a:rPr>
              <a:t>Reassess every 3–6 months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t"/>
            <a:r>
              <a:rPr lang="en-US" sz="1200" b="1" i="1" dirty="0">
                <a:latin typeface="Arial" panose="020B0604020202020204" pitchFamily="34" charset="0"/>
                <a:cs typeface="Arial" panose="020B0604020202020204" pitchFamily="34" charset="0"/>
              </a:rPr>
              <a:t>⚡ Fixed regimen → poor FPG / PPG control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· ↑ hypo (irregular meals)</a:t>
            </a:r>
            <a:endParaRPr lang="en-US" sz="1200" b="1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t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🟩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Prefer transition to FRC (BI + GLP-1 RA) where accessible </a:t>
            </a:r>
            <a:r>
              <a:rPr lang="en-US" sz="12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(simplification strategy)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💡 </a:t>
            </a:r>
            <a:r>
              <a:rPr lang="en-US" sz="1200" i="1" dirty="0">
                <a:latin typeface="Arial" panose="020B0604020202020204" pitchFamily="34" charset="0"/>
                <a:cs typeface="Arial" panose="020B0604020202020204" pitchFamily="34" charset="0"/>
              </a:rPr>
              <a:t>Simplifies regimen· improves adherence · targets both FPG &amp; PPG</a:t>
            </a:r>
          </a:p>
          <a:p>
            <a:pPr fontAlgn="t"/>
            <a:endParaRPr lang="en-US" sz="12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fontAlgn="t">
              <a:defRPr/>
            </a:pP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🟩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Intensify to basal-bolus </a:t>
            </a:r>
          </a:p>
          <a:p>
            <a:pPr fontAlgn="t">
              <a:defRPr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💡</a:t>
            </a:r>
            <a:r>
              <a:rPr lang="en-US" sz="1200" i="1" dirty="0">
                <a:latin typeface="Arial" panose="020B0604020202020204" pitchFamily="34" charset="0"/>
                <a:cs typeface="Arial" panose="020B0604020202020204" pitchFamily="34" charset="0"/>
              </a:rPr>
              <a:t> Flexible full basal and prandial glucose control across the day</a:t>
            </a:r>
          </a:p>
          <a:p>
            <a:pPr lvl="0" fontAlgn="t">
              <a:defRPr/>
            </a:pP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fontAlgn="t">
              <a:defRPr/>
            </a:pP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🔹 Key Considerations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🧪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HbA1c target (~7%):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Individualized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💉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2nd‑gen basal insulin: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↓ hypo · &gt;24h stable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⚖️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GLP‑1 RA choice: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→ Weight · CVD/CKD · access/cost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🔗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FRC (BI + GLP‑1 RA):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Simple · once daily · ↓ hypo · weight neutral · ↑ adherence</a:t>
            </a:r>
            <a:br>
              <a:rPr kumimoji="0" lang="en-US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→ Consider when GLP‑1 RA access or tolerability is limited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🔄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Basal–bolus: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Flexible · higher injection burden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⚖️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Premix insulin: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Simple · fixed meals required</a:t>
            </a:r>
            <a:br>
              <a:rPr kumimoji="0" lang="en-US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→ Alternative when preferred options are unavailable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AE620E9-4F81-D025-7930-16B0C6A9E87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4389" b="12000"/>
          <a:stretch>
            <a:fillRect/>
          </a:stretch>
        </p:blipFill>
        <p:spPr>
          <a:xfrm>
            <a:off x="6187782" y="1691640"/>
            <a:ext cx="5917134" cy="4304161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313074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A6A8DA1-BAAE-6842-D9C4-EEB1F057B2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2251628"/>
              </p:ext>
            </p:extLst>
          </p:nvPr>
        </p:nvGraphicFramePr>
        <p:xfrm>
          <a:off x="2286624" y="163589"/>
          <a:ext cx="7149738" cy="9207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149738">
                  <a:extLst>
                    <a:ext uri="{9D8B030D-6E8A-4147-A177-3AD203B41FA5}">
                      <a16:colId xmlns:a16="http://schemas.microsoft.com/office/drawing/2014/main" val="2860684736"/>
                    </a:ext>
                  </a:extLst>
                </a:gridCol>
              </a:tblGrid>
              <a:tr h="64722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On </a:t>
                      </a:r>
                      <a:r>
                        <a:rPr lang="en-US" sz="20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Basal-Bolus - </a:t>
                      </a:r>
                      <a:r>
                        <a:rPr lang="en-US" sz="2000" b="1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Inadequate control</a:t>
                      </a:r>
                    </a:p>
                    <a:p>
                      <a:pPr algn="ctr" fontAlgn="b">
                        <a:buNone/>
                      </a:pPr>
                      <a:r>
                        <a:rPr lang="en-US" sz="2000" b="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Regardless of HbA1c &amp; BMI</a:t>
                      </a:r>
                    </a:p>
                    <a:p>
                      <a:pPr algn="ctr" fontAlgn="b">
                        <a:buNone/>
                      </a:pPr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For all scenarios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059188839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7F9E863E-7FCD-3838-8A0C-3E5D4BB20CAE}"/>
              </a:ext>
            </a:extLst>
          </p:cNvPr>
          <p:cNvSpPr txBox="1"/>
          <p:nvPr/>
        </p:nvSpPr>
        <p:spPr>
          <a:xfrm>
            <a:off x="109729" y="1521660"/>
            <a:ext cx="5596128" cy="4809009"/>
          </a:xfrm>
          <a:prstGeom prst="rect">
            <a:avLst/>
          </a:prstGeom>
          <a:solidFill>
            <a:schemeClr val="tx2"/>
          </a:solidFill>
          <a:ln>
            <a:solidFill>
              <a:schemeClr val="accent1"/>
            </a:solidFill>
          </a:ln>
        </p:spPr>
        <p:txBody>
          <a:bodyPr wrap="square" anchor="ctr">
            <a:spAutoFit/>
          </a:bodyPr>
          <a:lstStyle/>
          <a:p>
            <a:pPr fontAlgn="t"/>
            <a:r>
              <a:rPr lang="en-US" sz="12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CURRENT REGIMEN CHALLENGES (BASAL-BOLUS)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t">
              <a:buNone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➤ High injection burden · low adherence · higher hypoglycemia · complexity</a:t>
            </a:r>
          </a:p>
          <a:p>
            <a:pPr fontAlgn="t"/>
            <a:endParaRPr 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defTabSz="914377" fontAlgn="t">
              <a:lnSpc>
                <a:spcPts val="1500"/>
              </a:lnSpc>
              <a:defRPr/>
            </a:pP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🟨 If HbA1c Above Target → Intensify</a:t>
            </a:r>
          </a:p>
          <a:p>
            <a:pPr lvl="0" defTabSz="914377" fontAlgn="t">
              <a:lnSpc>
                <a:spcPts val="1500"/>
              </a:lnSpc>
              <a:defRPr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↺ </a:t>
            </a:r>
            <a:r>
              <a:rPr lang="en-US" sz="1200" i="1" dirty="0">
                <a:latin typeface="Arial" panose="020B0604020202020204" pitchFamily="34" charset="0"/>
                <a:cs typeface="Arial" panose="020B0604020202020204" pitchFamily="34" charset="0"/>
              </a:rPr>
              <a:t>Reassess every 3–6 months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fontAlgn="t">
              <a:buFont typeface="Arial" panose="020B0604020202020204" pitchFamily="34" charset="0"/>
              <a:buChar char="•"/>
            </a:pPr>
            <a:endParaRPr 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t"/>
            <a:r>
              <a:rPr lang="en-US" sz="1200" b="1" i="1" dirty="0">
                <a:latin typeface="Arial" panose="020B0604020202020204" pitchFamily="34" charset="0"/>
                <a:cs typeface="Arial" panose="020B0604020202020204" pitchFamily="34" charset="0"/>
              </a:rPr>
              <a:t>⚡ Suboptimal control with high injection burden and reduced adherence</a:t>
            </a:r>
          </a:p>
          <a:p>
            <a:pPr fontAlgn="t"/>
            <a:endParaRPr 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t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🟩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Prefer transition to FRC (BI + GLP-1 RA) where accessible </a:t>
            </a:r>
            <a:r>
              <a:rPr lang="en-US" sz="12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(simplification strategy)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💡 </a:t>
            </a:r>
            <a:r>
              <a:rPr lang="en-US" sz="1200" i="1" dirty="0">
                <a:latin typeface="Arial" panose="020B0604020202020204" pitchFamily="34" charset="0"/>
                <a:cs typeface="Arial" panose="020B0604020202020204" pitchFamily="34" charset="0"/>
              </a:rPr>
              <a:t>Simplifies regimen · improves adherence · targets both FPG &amp; PPG</a:t>
            </a:r>
          </a:p>
          <a:p>
            <a:pPr fontAlgn="t"/>
            <a:endParaRPr lang="en-US" sz="12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t">
              <a:lnSpc>
                <a:spcPts val="1500"/>
              </a:lnSpc>
            </a:pP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🟩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Alternative: Switch to premix insulin </a:t>
            </a:r>
            <a:r>
              <a:rPr lang="en-US" sz="12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(if needed / access limited)</a:t>
            </a:r>
          </a:p>
          <a:p>
            <a:pPr fontAlgn="t"/>
            <a:endParaRPr 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t"/>
            <a:endParaRPr 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🔹 Key Considerations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🧪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HbA1c target (~7%):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Individualized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💉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2nd‑gen basal insulin: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↓ hypo · &gt;24h stable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⚖️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GLP‑1 RA choice: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→ Weight · CVD/CKD · access/cost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🔗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FRC (BI + GLP‑1 RA):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Simple · once daily · ↓ hypo · weight neutral · ↑ adherence</a:t>
            </a:r>
            <a:b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→ Consider when GLP‑1 RA access or tolerability is limited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🔄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Basal–bolus: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Flexible · higher injection burden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⚖️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Premix insulin: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Simple · fixed meals required</a:t>
            </a:r>
            <a:b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→ Alternative when preferred options are unavailable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7677D6D-2047-E090-0015-3F7A60326F9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7972" b="15467"/>
          <a:stretch>
            <a:fillRect/>
          </a:stretch>
        </p:blipFill>
        <p:spPr>
          <a:xfrm>
            <a:off x="5757738" y="1868763"/>
            <a:ext cx="6388542" cy="4114801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2557150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0B1A20-2232-45F8-94F6-AA4ABB3E77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FE8EB19-12DB-7885-5375-43C473D41B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1335555"/>
              </p:ext>
            </p:extLst>
          </p:nvPr>
        </p:nvGraphicFramePr>
        <p:xfrm>
          <a:off x="1738230" y="108725"/>
          <a:ext cx="8164722" cy="9207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164722">
                  <a:extLst>
                    <a:ext uri="{9D8B030D-6E8A-4147-A177-3AD203B41FA5}">
                      <a16:colId xmlns:a16="http://schemas.microsoft.com/office/drawing/2014/main" val="2860684736"/>
                    </a:ext>
                  </a:extLst>
                </a:gridCol>
              </a:tblGrid>
              <a:tr h="64722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kern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+mn-cs"/>
                        </a:rPr>
                        <a:t>On Basal-Bolus - Inadequate control</a:t>
                      </a:r>
                    </a:p>
                    <a:p>
                      <a:pPr algn="ctr" fontAlgn="b">
                        <a:buNone/>
                      </a:pPr>
                      <a:r>
                        <a:rPr lang="en-US" sz="2000" b="1" kern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+mn-cs"/>
                        </a:rPr>
                        <a:t>Regardless of HbA1c &amp; BMI</a:t>
                      </a:r>
                    </a:p>
                    <a:p>
                      <a:pPr algn="ctr" fontAlgn="b">
                        <a:buNone/>
                      </a:pPr>
                      <a:r>
                        <a:rPr lang="en-US" sz="2000" b="1" kern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+mn-cs"/>
                        </a:rPr>
                        <a:t>Irregular meal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059188839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2425C36D-094A-C14C-EF88-5FA155CEBB59}"/>
              </a:ext>
            </a:extLst>
          </p:cNvPr>
          <p:cNvSpPr txBox="1"/>
          <p:nvPr/>
        </p:nvSpPr>
        <p:spPr>
          <a:xfrm>
            <a:off x="110599" y="1614251"/>
            <a:ext cx="5650122" cy="4601260"/>
          </a:xfrm>
          <a:prstGeom prst="rect">
            <a:avLst/>
          </a:prstGeom>
          <a:solidFill>
            <a:schemeClr val="tx2"/>
          </a:solidFill>
          <a:ln>
            <a:solidFill>
              <a:schemeClr val="accent1"/>
            </a:solidFill>
          </a:ln>
        </p:spPr>
        <p:txBody>
          <a:bodyPr wrap="square" anchor="ctr">
            <a:spAutoFit/>
          </a:bodyPr>
          <a:lstStyle/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CURRENT REGIMEN CHALLENGES (BASAL-BOLUS)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➤ High injection burden · low adherence · higher hypoglycemia · complexity</a:t>
            </a:r>
          </a:p>
          <a:p>
            <a:pPr marL="285750" marR="0" lvl="0" indent="-28575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t"/>
            <a:r>
              <a:rPr lang="en-US" sz="12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➕IF HBA1C ABOVE TARGET</a:t>
            </a:r>
            <a:r>
              <a:rPr lang="en-US" sz="12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 Intensify therapy</a:t>
            </a:r>
            <a:r>
              <a:rPr lang="en-US" sz="12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fontAlgn="t"/>
            <a:r>
              <a:rPr lang="en-US" sz="12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(Reassess every 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3–6 months)</a:t>
            </a:r>
          </a:p>
          <a:p>
            <a:pPr fontAlgn="t"/>
            <a:endParaRPr 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t"/>
            <a:r>
              <a:rPr lang="en-US" sz="1200" b="1" i="1" dirty="0">
                <a:latin typeface="Arial" panose="020B0604020202020204" pitchFamily="34" charset="0"/>
                <a:cs typeface="Arial" panose="020B0604020202020204" pitchFamily="34" charset="0"/>
              </a:rPr>
              <a:t>WHY: </a:t>
            </a:r>
            <a:r>
              <a:rPr lang="en-US" sz="1200" i="1" dirty="0">
                <a:latin typeface="Arial" panose="020B0604020202020204" pitchFamily="34" charset="0"/>
                <a:cs typeface="Arial" panose="020B0604020202020204" pitchFamily="34" charset="0"/>
              </a:rPr>
              <a:t>Suboptimal control with high injection burden and reduced adherence</a:t>
            </a:r>
          </a:p>
          <a:p>
            <a:pPr fontAlgn="t"/>
            <a:endParaRPr 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→ Transition to FRC (BI + GLP-1 RA) where accessible (simplification strategy)</a:t>
            </a:r>
          </a:p>
          <a:p>
            <a:pPr>
              <a:defRPr/>
            </a:pPr>
            <a:r>
              <a:rPr lang="en-US" sz="12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💡 </a:t>
            </a:r>
            <a:r>
              <a:rPr lang="en-US" sz="1200" i="1" dirty="0">
                <a:latin typeface="Arial" panose="020B0604020202020204" pitchFamily="34" charset="0"/>
                <a:cs typeface="Arial" panose="020B0604020202020204" pitchFamily="34" charset="0"/>
              </a:rPr>
              <a:t>Simplifies regimen · improves adherence · targets FPG + PPG</a:t>
            </a:r>
          </a:p>
          <a:p>
            <a:pPr fontAlgn="t"/>
            <a:endParaRPr 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t"/>
            <a:endParaRPr 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🔹 Key Considerations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🧪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HbA1c target (~7%):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Individualized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💉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2nd‑gen basal insulin: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↓ hypo · &gt;24h stable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⚖️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GLP‑1 RA choice: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→ Weight · CVD/CKD · access/cost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🔗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FRC (BI + GLP‑1 RA):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Simple · once daily · ↓ hypo · weight neutral · ↑ adherence</a:t>
            </a:r>
            <a:b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→ Consider when GLP‑1 RA access or tolerability is limited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🔄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Basal–bolus: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Flexible · higher injection burden</a:t>
            </a:r>
          </a:p>
          <a:p>
            <a:pPr marL="0" marR="0" lvl="0" indent="0" algn="l" defTabSz="914377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⚖️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Premix insulin: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Simple · fixed meals required</a:t>
            </a:r>
            <a:b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→ Alternative when preferred options are unavailable</a:t>
            </a:r>
          </a:p>
          <a:p>
            <a:pPr lvl="0" defTabSz="914377" fontAlgn="t">
              <a:defRPr/>
            </a:pPr>
            <a:r>
              <a:rPr lang="en-US" sz="12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⚠ </a:t>
            </a:r>
            <a:r>
              <a:rPr lang="en-US" sz="12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Irregular meals: </a:t>
            </a:r>
            <a:r>
              <a:rPr lang="en-US" sz="12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avoid premix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9D28305-9952-75AF-FE05-69C3C4C76BB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1222" b="12216"/>
          <a:stretch>
            <a:fillRect/>
          </a:stretch>
        </p:blipFill>
        <p:spPr>
          <a:xfrm>
            <a:off x="5870449" y="2096043"/>
            <a:ext cx="6210954" cy="3838413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942841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val 8">
            <a:extLst>
              <a:ext uri="{FF2B5EF4-FFF2-40B4-BE49-F238E27FC236}">
                <a16:creationId xmlns:a16="http://schemas.microsoft.com/office/drawing/2014/main" id="{87B01762-CE5A-A39B-BE8A-5C7E847A9BB6}"/>
              </a:ext>
            </a:extLst>
          </p:cNvPr>
          <p:cNvSpPr/>
          <p:nvPr/>
        </p:nvSpPr>
        <p:spPr>
          <a:xfrm>
            <a:off x="417238" y="429244"/>
            <a:ext cx="846346" cy="846346"/>
          </a:xfrm>
          <a:prstGeom prst="ellipse">
            <a:avLst/>
          </a:prstGeom>
          <a:gradFill flip="none" rotWithShape="1">
            <a:gsLst>
              <a:gs pos="0">
                <a:schemeClr val="accent2"/>
              </a:gs>
              <a:gs pos="77000">
                <a:schemeClr val="accent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 defTabSz="344106">
              <a:defRPr/>
            </a:pPr>
            <a:endParaRPr lang="en-US" sz="903" dirty="0">
              <a:solidFill>
                <a:prstClr val="white"/>
              </a:solidFill>
              <a:latin typeface="Sanofi Sans" panose="02010503030201020103" pitchFamily="2" charset="77"/>
            </a:endParaRPr>
          </a:p>
        </p:txBody>
      </p:sp>
      <p:sp>
        <p:nvSpPr>
          <p:cNvPr id="11" name="ZoneTexte 2">
            <a:extLst>
              <a:ext uri="{FF2B5EF4-FFF2-40B4-BE49-F238E27FC236}">
                <a16:creationId xmlns:a16="http://schemas.microsoft.com/office/drawing/2014/main" id="{1C320FA6-F137-E76D-F37F-1F30840F95F9}"/>
              </a:ext>
            </a:extLst>
          </p:cNvPr>
          <p:cNvSpPr txBox="1">
            <a:spLocks/>
          </p:cNvSpPr>
          <p:nvPr/>
        </p:nvSpPr>
        <p:spPr>
          <a:xfrm>
            <a:off x="804414" y="774472"/>
            <a:ext cx="10824737" cy="55589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defTabSz="455183">
              <a:defRPr/>
            </a:pPr>
            <a:r>
              <a:rPr lang="en-US" sz="3613" dirty="0">
                <a:solidFill>
                  <a:prstClr val="white"/>
                </a:solidFill>
                <a:latin typeface="Sanofi Serif Italic" panose="02060503060201090102" pitchFamily="18" charset="0"/>
              </a:rPr>
              <a:t>Premixed vs. Basal-Prandial: When to Use?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305B9FF7-3336-FACC-FFF7-58E6DA061FC6}"/>
              </a:ext>
            </a:extLst>
          </p:cNvPr>
          <p:cNvSpPr txBox="1">
            <a:spLocks/>
          </p:cNvSpPr>
          <p:nvPr/>
        </p:nvSpPr>
        <p:spPr>
          <a:xfrm>
            <a:off x="804414" y="2299082"/>
            <a:ext cx="5051906" cy="3323806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171450" indent="-17145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2">
                  <a:lumMod val="50000"/>
                </a:schemeClr>
              </a:buClr>
              <a:buFont typeface="Arial" panose="020B0604020202020204" pitchFamily="34" charset="0"/>
              <a:buChar char="•"/>
              <a:defRPr sz="900" kern="1200">
                <a:solidFill>
                  <a:srgbClr val="242424"/>
                </a:solidFill>
                <a:latin typeface="+mn-lt"/>
                <a:ea typeface="+mn-ea"/>
                <a:cs typeface="+mn-cs"/>
              </a:defRPr>
            </a:lvl1pPr>
            <a:lvl2pPr marL="345600" indent="-17145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2">
                  <a:lumMod val="50000"/>
                </a:schemeClr>
              </a:buClr>
              <a:buFont typeface="Segoe UI Light" panose="020B0502040204020203" pitchFamily="34" charset="0"/>
              <a:buChar char="−"/>
              <a:defRPr sz="800" kern="1200">
                <a:solidFill>
                  <a:srgbClr val="242424"/>
                </a:solidFill>
                <a:latin typeface="+mn-lt"/>
                <a:ea typeface="+mn-ea"/>
                <a:cs typeface="+mn-cs"/>
              </a:defRPr>
            </a:lvl2pPr>
            <a:lvl3pPr marL="518400" indent="-17145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2">
                  <a:lumMod val="50000"/>
                </a:schemeClr>
              </a:buClr>
              <a:buFont typeface="Courier New" panose="02070309020205020404" pitchFamily="49" charset="0"/>
              <a:buChar char="o"/>
              <a:defRPr sz="700" kern="1200">
                <a:solidFill>
                  <a:srgbClr val="242424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516159">
              <a:spcAft>
                <a:spcPts val="451"/>
              </a:spcAft>
              <a:buClr>
                <a:srgbClr val="EFECE8">
                  <a:lumMod val="50000"/>
                </a:srgbClr>
              </a:buClr>
              <a:buNone/>
              <a:defRPr/>
            </a:pPr>
            <a:r>
              <a:rPr lang="en-US" sz="1355" noProof="1">
                <a:solidFill>
                  <a:prstClr val="white"/>
                </a:solidFill>
                <a:latin typeface="Sanofi Sans" panose="02010503030201020103" pitchFamily="50" charset="0"/>
              </a:rPr>
              <a:t>PREFER WHEN:
✔ Structured meal routines
✔ Simplicity &amp; accessibility (public/primary care)
✔ HbA1c ≥2% above target with elevated FPG + PPG when FRC unavailable
✔ Naive patients with high PPG levels
✔ 30% of experts prefer as 2nd choice after BI
CHALLENGES:
✘ Lacks dosing flexibility
✘ Hypoglycemia with irregular meals
✘ Difficult titration; may need twice-daily
✘ May need switch to bolus after 6 months</a:t>
            </a:r>
            <a:endParaRPr lang="en-US" sz="1355" noProof="1">
              <a:solidFill>
                <a:prstClr val="white"/>
              </a:solidFill>
              <a:latin typeface="Sanofi Sans" panose="02010503030201020103" pitchFamily="50" charset="0"/>
              <a:sym typeface="Arial"/>
            </a:endParaRPr>
          </a:p>
          <a:p>
            <a:pPr marL="129040" indent="-129040" defTabSz="516159">
              <a:spcAft>
                <a:spcPts val="226"/>
              </a:spcAft>
              <a:buClr>
                <a:prstClr val="white"/>
              </a:buClr>
              <a:buSzPct val="100000"/>
              <a:defRPr/>
            </a:pPr>
            <a:endParaRPr lang="en-US" sz="1355" noProof="1">
              <a:solidFill>
                <a:prstClr val="white"/>
              </a:solidFill>
              <a:latin typeface="Sanofi Sans" panose="02010503030201020103" pitchFamily="50" charset="0"/>
              <a:sym typeface="Arial"/>
            </a:endParaRPr>
          </a:p>
          <a:p>
            <a:pPr marL="260112" lvl="1" indent="-129040" defTabSz="516159">
              <a:spcAft>
                <a:spcPts val="226"/>
              </a:spcAft>
              <a:buClr>
                <a:prstClr val="white"/>
              </a:buClr>
              <a:defRPr/>
            </a:pPr>
            <a:endParaRPr lang="en-US" sz="1355" noProof="1">
              <a:solidFill>
                <a:prstClr val="white"/>
              </a:solidFill>
              <a:latin typeface="Sanofi Sans" panose="02010503030201020103" pitchFamily="50" charset="0"/>
              <a:sym typeface="Arial"/>
            </a:endParaRPr>
          </a:p>
          <a:p>
            <a:pPr marL="260112" lvl="1" indent="-129040" defTabSz="516159">
              <a:spcAft>
                <a:spcPts val="226"/>
              </a:spcAft>
              <a:buClr>
                <a:prstClr val="white"/>
              </a:buClr>
              <a:defRPr/>
            </a:pPr>
            <a:endParaRPr lang="en-US" sz="1355" noProof="1">
              <a:solidFill>
                <a:prstClr val="white"/>
              </a:solidFill>
              <a:latin typeface="Sanofi Sans" panose="02010503030201020103" pitchFamily="50" charset="0"/>
              <a:sym typeface="Arial"/>
            </a:endParaRPr>
          </a:p>
          <a:p>
            <a:pPr marL="390168" lvl="2" indent="-129040" defTabSz="516159">
              <a:spcAft>
                <a:spcPts val="226"/>
              </a:spcAft>
              <a:buClr>
                <a:prstClr val="white"/>
              </a:buClr>
              <a:defRPr/>
            </a:pPr>
            <a:endParaRPr lang="en-US" sz="1355" noProof="1">
              <a:solidFill>
                <a:prstClr val="white"/>
              </a:solidFill>
              <a:latin typeface="Sanofi Sans" panose="02010503030201020103" pitchFamily="50" charset="0"/>
              <a:sym typeface="Arial"/>
            </a:endParaRPr>
          </a:p>
          <a:p>
            <a:pPr marL="390168" lvl="2" indent="-129040" defTabSz="516159">
              <a:spcAft>
                <a:spcPts val="226"/>
              </a:spcAft>
              <a:buClr>
                <a:prstClr val="white"/>
              </a:buClr>
              <a:defRPr/>
            </a:pPr>
            <a:endParaRPr lang="en-US" sz="1355" noProof="1">
              <a:solidFill>
                <a:prstClr val="white"/>
              </a:solidFill>
              <a:latin typeface="Sanofi Sans" panose="02010503030201020103" pitchFamily="50" charset="0"/>
              <a:sym typeface="Arial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1685274-7DEB-6CEA-BBBE-D121B56F8388}"/>
              </a:ext>
            </a:extLst>
          </p:cNvPr>
          <p:cNvSpPr txBox="1"/>
          <p:nvPr/>
        </p:nvSpPr>
        <p:spPr>
          <a:xfrm>
            <a:off x="804413" y="1833552"/>
            <a:ext cx="5205252" cy="324273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defTabSz="455183">
              <a:defRPr/>
            </a:pPr>
            <a:r>
              <a:rPr lang="da-DK" sz="2107" dirty="0">
                <a:solidFill>
                  <a:srgbClr val="FFFFFF"/>
                </a:solidFill>
                <a:latin typeface="Sanofi Serif Italic" panose="02060503060201090102" pitchFamily="18" charset="0"/>
              </a:rPr>
              <a:t>Premixed Insulin</a:t>
            </a:r>
            <a:endParaRPr lang="en-US" sz="2107" dirty="0">
              <a:solidFill>
                <a:srgbClr val="FFFFFF"/>
              </a:solidFill>
              <a:latin typeface="Sanofi Serif Italic" panose="02060503060201090102" pitchFamily="18" charset="0"/>
            </a:endParaRPr>
          </a:p>
        </p:txBody>
      </p:sp>
      <p:sp>
        <p:nvSpPr>
          <p:cNvPr id="27" name="Text Placeholder 15">
            <a:extLst>
              <a:ext uri="{FF2B5EF4-FFF2-40B4-BE49-F238E27FC236}">
                <a16:creationId xmlns:a16="http://schemas.microsoft.com/office/drawing/2014/main" id="{E474C758-48E0-DFB4-66B5-95401C4FED0B}"/>
              </a:ext>
            </a:extLst>
          </p:cNvPr>
          <p:cNvSpPr txBox="1">
            <a:spLocks/>
          </p:cNvSpPr>
          <p:nvPr/>
        </p:nvSpPr>
        <p:spPr>
          <a:xfrm>
            <a:off x="6577245" y="2299082"/>
            <a:ext cx="5051906" cy="3323806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171450" indent="-17145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2">
                  <a:lumMod val="50000"/>
                </a:schemeClr>
              </a:buClr>
              <a:buFont typeface="Arial" panose="020B0604020202020204" pitchFamily="34" charset="0"/>
              <a:buChar char="•"/>
              <a:defRPr sz="900" kern="1200">
                <a:solidFill>
                  <a:srgbClr val="242424"/>
                </a:solidFill>
                <a:latin typeface="+mn-lt"/>
                <a:ea typeface="+mn-ea"/>
                <a:cs typeface="+mn-cs"/>
              </a:defRPr>
            </a:lvl1pPr>
            <a:lvl2pPr marL="345600" indent="-17145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2">
                  <a:lumMod val="50000"/>
                </a:schemeClr>
              </a:buClr>
              <a:buFont typeface="Segoe UI Light" panose="020B0502040204020203" pitchFamily="34" charset="0"/>
              <a:buChar char="−"/>
              <a:defRPr sz="800" kern="1200">
                <a:solidFill>
                  <a:srgbClr val="242424"/>
                </a:solidFill>
                <a:latin typeface="+mn-lt"/>
                <a:ea typeface="+mn-ea"/>
                <a:cs typeface="+mn-cs"/>
              </a:defRPr>
            </a:lvl2pPr>
            <a:lvl3pPr marL="518400" indent="-17145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2">
                  <a:lumMod val="50000"/>
                </a:schemeClr>
              </a:buClr>
              <a:buFont typeface="Courier New" panose="02070309020205020404" pitchFamily="49" charset="0"/>
              <a:buChar char="o"/>
              <a:defRPr sz="700" kern="1200">
                <a:solidFill>
                  <a:srgbClr val="242424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516159">
              <a:spcAft>
                <a:spcPts val="451"/>
              </a:spcAft>
              <a:buClr>
                <a:srgbClr val="EFECE8">
                  <a:lumMod val="50000"/>
                </a:srgbClr>
              </a:buClr>
              <a:buNone/>
              <a:defRPr/>
            </a:pPr>
            <a:r>
              <a:rPr lang="en-US" sz="1355" noProof="1">
                <a:solidFill>
                  <a:prstClr val="white"/>
                </a:solidFill>
                <a:latin typeface="Sanofi Sans" panose="02010503030201020103" pitchFamily="50" charset="0"/>
              </a:rPr>
              <a:t>PREFER WHEN:
✔ Irregular meal schedules needing flexible dosing
✔ Individualized dose adjustments required
✔ After failure on basal/FRC despite optimization
✔ Frequent glucose monitoring capability
</a:t>
            </a:r>
          </a:p>
          <a:p>
            <a:pPr marL="0" indent="0" defTabSz="516159">
              <a:spcAft>
                <a:spcPts val="451"/>
              </a:spcAft>
              <a:buClr>
                <a:srgbClr val="EFECE8">
                  <a:lumMod val="50000"/>
                </a:srgbClr>
              </a:buClr>
              <a:buNone/>
              <a:defRPr/>
            </a:pPr>
            <a:endParaRPr lang="en-US" sz="1355" noProof="1">
              <a:solidFill>
                <a:prstClr val="white"/>
              </a:solidFill>
              <a:latin typeface="Sanofi Sans" panose="02010503030201020103" pitchFamily="50" charset="0"/>
            </a:endParaRPr>
          </a:p>
          <a:p>
            <a:pPr marL="0" indent="0" defTabSz="516159">
              <a:spcAft>
                <a:spcPts val="451"/>
              </a:spcAft>
              <a:buClr>
                <a:srgbClr val="EFECE8">
                  <a:lumMod val="50000"/>
                </a:srgbClr>
              </a:buClr>
              <a:buNone/>
              <a:defRPr/>
            </a:pPr>
            <a:endParaRPr lang="en-US" sz="1355" noProof="1">
              <a:solidFill>
                <a:prstClr val="white"/>
              </a:solidFill>
              <a:latin typeface="Sanofi Sans" panose="02010503030201020103" pitchFamily="50" charset="0"/>
            </a:endParaRPr>
          </a:p>
          <a:p>
            <a:pPr marL="0" indent="0" defTabSz="516159">
              <a:spcAft>
                <a:spcPts val="451"/>
              </a:spcAft>
              <a:buClr>
                <a:srgbClr val="EFECE8">
                  <a:lumMod val="50000"/>
                </a:srgbClr>
              </a:buClr>
              <a:buNone/>
              <a:defRPr/>
            </a:pPr>
            <a:r>
              <a:rPr lang="en-US" sz="1355" noProof="1">
                <a:solidFill>
                  <a:prstClr val="white"/>
                </a:solidFill>
                <a:latin typeface="Sanofi Sans" panose="02010503030201020103" pitchFamily="50" charset="0"/>
              </a:rPr>
              <a:t>CHALLENGES:
✘ Low adherence: multiple daily injections
✘ Increased hypoglycemia and weight gain risk
✘ CGM often impractical/costly in community settings
✘ High regimen complexity</a:t>
            </a:r>
            <a:endParaRPr lang="en-US" sz="1355" noProof="1">
              <a:solidFill>
                <a:prstClr val="white"/>
              </a:solidFill>
              <a:latin typeface="Sanofi Sans" panose="02010503030201020103" pitchFamily="50" charset="0"/>
              <a:sym typeface="Arial"/>
            </a:endParaRPr>
          </a:p>
          <a:p>
            <a:pPr marL="129040" indent="-129040" defTabSz="516159">
              <a:spcAft>
                <a:spcPts val="226"/>
              </a:spcAft>
              <a:buClr>
                <a:prstClr val="white"/>
              </a:buClr>
              <a:buSzPct val="100000"/>
              <a:defRPr/>
            </a:pPr>
            <a:endParaRPr lang="en-US" sz="1355" noProof="1">
              <a:solidFill>
                <a:prstClr val="white"/>
              </a:solidFill>
              <a:latin typeface="Sanofi Sans" panose="02010503030201020103" pitchFamily="50" charset="0"/>
              <a:sym typeface="Arial"/>
            </a:endParaRPr>
          </a:p>
          <a:p>
            <a:pPr marL="260112" lvl="1" indent="-129040" defTabSz="516159">
              <a:spcAft>
                <a:spcPts val="226"/>
              </a:spcAft>
              <a:buClr>
                <a:prstClr val="white"/>
              </a:buClr>
              <a:defRPr/>
            </a:pPr>
            <a:endParaRPr lang="en-US" sz="1355" noProof="1">
              <a:solidFill>
                <a:prstClr val="white"/>
              </a:solidFill>
              <a:latin typeface="Sanofi Sans" panose="02010503030201020103" pitchFamily="50" charset="0"/>
              <a:sym typeface="Arial"/>
            </a:endParaRPr>
          </a:p>
          <a:p>
            <a:pPr marL="260112" lvl="1" indent="-129040" defTabSz="516159">
              <a:spcAft>
                <a:spcPts val="226"/>
              </a:spcAft>
              <a:buClr>
                <a:prstClr val="white"/>
              </a:buClr>
              <a:defRPr/>
            </a:pPr>
            <a:endParaRPr lang="en-US" sz="1355" noProof="1">
              <a:solidFill>
                <a:prstClr val="white"/>
              </a:solidFill>
              <a:latin typeface="Sanofi Sans" panose="02010503030201020103" pitchFamily="50" charset="0"/>
              <a:sym typeface="Arial"/>
            </a:endParaRPr>
          </a:p>
          <a:p>
            <a:pPr marL="390168" lvl="2" indent="-129040" defTabSz="516159">
              <a:spcAft>
                <a:spcPts val="226"/>
              </a:spcAft>
              <a:buClr>
                <a:prstClr val="white"/>
              </a:buClr>
              <a:defRPr/>
            </a:pPr>
            <a:endParaRPr lang="en-US" sz="1355" noProof="1">
              <a:solidFill>
                <a:prstClr val="white"/>
              </a:solidFill>
              <a:latin typeface="Sanofi Sans" panose="02010503030201020103" pitchFamily="50" charset="0"/>
              <a:sym typeface="Arial"/>
            </a:endParaRPr>
          </a:p>
          <a:p>
            <a:pPr marL="390168" lvl="2" indent="-129040" defTabSz="516159">
              <a:spcAft>
                <a:spcPts val="226"/>
              </a:spcAft>
              <a:buClr>
                <a:prstClr val="white"/>
              </a:buClr>
              <a:defRPr/>
            </a:pPr>
            <a:endParaRPr lang="en-US" sz="1355" noProof="1">
              <a:solidFill>
                <a:prstClr val="white"/>
              </a:solidFill>
              <a:latin typeface="Sanofi Sans" panose="02010503030201020103" pitchFamily="50" charset="0"/>
              <a:sym typeface="Arial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EAFBC79-BBEB-54AB-F922-3B713E04B415}"/>
              </a:ext>
            </a:extLst>
          </p:cNvPr>
          <p:cNvSpPr txBox="1"/>
          <p:nvPr/>
        </p:nvSpPr>
        <p:spPr>
          <a:xfrm>
            <a:off x="6577244" y="1833552"/>
            <a:ext cx="5205252" cy="324273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defTabSz="455183">
              <a:defRPr/>
            </a:pPr>
            <a:r>
              <a:rPr lang="da-DK" sz="2107" dirty="0">
                <a:solidFill>
                  <a:srgbClr val="FFFFFF"/>
                </a:solidFill>
                <a:latin typeface="Sanofi Serif Italic" panose="02060503060201090102" pitchFamily="18" charset="0"/>
              </a:rPr>
              <a:t>Basal-Prandial (BB/B+)</a:t>
            </a:r>
            <a:endParaRPr lang="en-US" sz="2107" dirty="0">
              <a:solidFill>
                <a:srgbClr val="FFFFFF"/>
              </a:solidFill>
              <a:latin typeface="Sanofi Serif Italic" panose="02060503060201090102" pitchFamily="18" charset="0"/>
            </a:endParaRPr>
          </a:p>
        </p:txBody>
      </p:sp>
      <p:grpSp>
        <p:nvGrpSpPr>
          <p:cNvPr id="3" name="Graphique 7">
            <a:extLst>
              <a:ext uri="{FF2B5EF4-FFF2-40B4-BE49-F238E27FC236}">
                <a16:creationId xmlns:a16="http://schemas.microsoft.com/office/drawing/2014/main" id="{EFD3377C-91D2-5B0F-56FB-47D336861FC1}"/>
              </a:ext>
            </a:extLst>
          </p:cNvPr>
          <p:cNvGrpSpPr>
            <a:grpSpLocks noChangeAspect="1"/>
          </p:cNvGrpSpPr>
          <p:nvPr/>
        </p:nvGrpSpPr>
        <p:grpSpPr>
          <a:xfrm>
            <a:off x="512404" y="6293493"/>
            <a:ext cx="1058537" cy="271667"/>
            <a:chOff x="4768103" y="-471733"/>
            <a:chExt cx="744723" cy="191124"/>
          </a:xfrm>
          <a:solidFill>
            <a:schemeClr val="bg1"/>
          </a:solidFill>
        </p:grpSpPr>
        <p:sp>
          <p:nvSpPr>
            <p:cNvPr id="4" name="Forme libre : forme 9">
              <a:extLst>
                <a:ext uri="{FF2B5EF4-FFF2-40B4-BE49-F238E27FC236}">
                  <a16:creationId xmlns:a16="http://schemas.microsoft.com/office/drawing/2014/main" id="{5D7271F0-5697-B4C8-5C33-DF157D9C8358}"/>
                </a:ext>
              </a:extLst>
            </p:cNvPr>
            <p:cNvSpPr/>
            <p:nvPr userDrawn="1"/>
          </p:nvSpPr>
          <p:spPr>
            <a:xfrm>
              <a:off x="4770087" y="-471716"/>
              <a:ext cx="740699" cy="191096"/>
            </a:xfrm>
            <a:custGeom>
              <a:avLst/>
              <a:gdLst>
                <a:gd name="connsiteX0" fmla="*/ 689325 w 740699"/>
                <a:gd name="connsiteY0" fmla="*/ 7347 h 191096"/>
                <a:gd name="connsiteX1" fmla="*/ 688790 w 740699"/>
                <a:gd name="connsiteY1" fmla="*/ 10847 h 191096"/>
                <a:gd name="connsiteX2" fmla="*/ 686092 w 740699"/>
                <a:gd name="connsiteY2" fmla="*/ 24840 h 191096"/>
                <a:gd name="connsiteX3" fmla="*/ 680980 w 740699"/>
                <a:gd name="connsiteY3" fmla="*/ 29953 h 191096"/>
                <a:gd name="connsiteX4" fmla="*/ 667797 w 740699"/>
                <a:gd name="connsiteY4" fmla="*/ 28608 h 191096"/>
                <a:gd name="connsiteX5" fmla="*/ 646528 w 740699"/>
                <a:gd name="connsiteY5" fmla="*/ 50946 h 191096"/>
                <a:gd name="connsiteX6" fmla="*/ 646528 w 740699"/>
                <a:gd name="connsiteY6" fmla="*/ 53911 h 191096"/>
                <a:gd name="connsiteX7" fmla="*/ 680712 w 740699"/>
                <a:gd name="connsiteY7" fmla="*/ 53911 h 191096"/>
                <a:gd name="connsiteX8" fmla="*/ 686092 w 740699"/>
                <a:gd name="connsiteY8" fmla="*/ 59559 h 191096"/>
                <a:gd name="connsiteX9" fmla="*/ 686092 w 740699"/>
                <a:gd name="connsiteY9" fmla="*/ 78130 h 191096"/>
                <a:gd name="connsiteX10" fmla="*/ 680712 w 740699"/>
                <a:gd name="connsiteY10" fmla="*/ 83518 h 191096"/>
                <a:gd name="connsiteX11" fmla="*/ 646528 w 740699"/>
                <a:gd name="connsiteY11" fmla="*/ 83518 h 191096"/>
                <a:gd name="connsiteX12" fmla="*/ 646528 w 740699"/>
                <a:gd name="connsiteY12" fmla="*/ 183097 h 191096"/>
                <a:gd name="connsiteX13" fmla="*/ 641148 w 740699"/>
                <a:gd name="connsiteY13" fmla="*/ 188485 h 191096"/>
                <a:gd name="connsiteX14" fmla="*/ 617197 w 740699"/>
                <a:gd name="connsiteY14" fmla="*/ 188485 h 191096"/>
                <a:gd name="connsiteX15" fmla="*/ 611809 w 740699"/>
                <a:gd name="connsiteY15" fmla="*/ 183097 h 191096"/>
                <a:gd name="connsiteX16" fmla="*/ 611809 w 740699"/>
                <a:gd name="connsiteY16" fmla="*/ 56602 h 191096"/>
                <a:gd name="connsiteX17" fmla="*/ 666987 w 740699"/>
                <a:gd name="connsiteY17" fmla="*/ 79 h 191096"/>
                <a:gd name="connsiteX18" fmla="*/ 683945 w 740699"/>
                <a:gd name="connsiteY18" fmla="*/ 1966 h 191096"/>
                <a:gd name="connsiteX19" fmla="*/ 689325 w 740699"/>
                <a:gd name="connsiteY19" fmla="*/ 7347 h 191096"/>
                <a:gd name="connsiteX20" fmla="*/ 741003 w 740699"/>
                <a:gd name="connsiteY20" fmla="*/ 59292 h 191096"/>
                <a:gd name="connsiteX21" fmla="*/ 741003 w 740699"/>
                <a:gd name="connsiteY21" fmla="*/ 183097 h 191096"/>
                <a:gd name="connsiteX22" fmla="*/ 735615 w 740699"/>
                <a:gd name="connsiteY22" fmla="*/ 188485 h 191096"/>
                <a:gd name="connsiteX23" fmla="*/ 711396 w 740699"/>
                <a:gd name="connsiteY23" fmla="*/ 188485 h 191096"/>
                <a:gd name="connsiteX24" fmla="*/ 706008 w 740699"/>
                <a:gd name="connsiteY24" fmla="*/ 183097 h 191096"/>
                <a:gd name="connsiteX25" fmla="*/ 706008 w 740699"/>
                <a:gd name="connsiteY25" fmla="*/ 59292 h 191096"/>
                <a:gd name="connsiteX26" fmla="*/ 711396 w 740699"/>
                <a:gd name="connsiteY26" fmla="*/ 53911 h 191096"/>
                <a:gd name="connsiteX27" fmla="*/ 735615 w 740699"/>
                <a:gd name="connsiteY27" fmla="*/ 53911 h 191096"/>
                <a:gd name="connsiteX28" fmla="*/ 741003 w 740699"/>
                <a:gd name="connsiteY28" fmla="*/ 59292 h 191096"/>
                <a:gd name="connsiteX29" fmla="*/ 518954 w 740699"/>
                <a:gd name="connsiteY29" fmla="*/ 158879 h 191096"/>
                <a:gd name="connsiteX30" fmla="*/ 485847 w 740699"/>
                <a:gd name="connsiteY30" fmla="*/ 121195 h 191096"/>
                <a:gd name="connsiteX31" fmla="*/ 517074 w 740699"/>
                <a:gd name="connsiteY31" fmla="*/ 83518 h 191096"/>
                <a:gd name="connsiteX32" fmla="*/ 550173 w 740699"/>
                <a:gd name="connsiteY32" fmla="*/ 121195 h 191096"/>
                <a:gd name="connsiteX33" fmla="*/ 518954 w 740699"/>
                <a:gd name="connsiteY33" fmla="*/ 158879 h 191096"/>
                <a:gd name="connsiteX34" fmla="*/ 517074 w 740699"/>
                <a:gd name="connsiteY34" fmla="*/ 51221 h 191096"/>
                <a:gd name="connsiteX35" fmla="*/ 450317 w 740699"/>
                <a:gd name="connsiteY35" fmla="*/ 121195 h 191096"/>
                <a:gd name="connsiteX36" fmla="*/ 518954 w 740699"/>
                <a:gd name="connsiteY36" fmla="*/ 191176 h 191096"/>
                <a:gd name="connsiteX37" fmla="*/ 585702 w 740699"/>
                <a:gd name="connsiteY37" fmla="*/ 121195 h 191096"/>
                <a:gd name="connsiteX38" fmla="*/ 517074 w 740699"/>
                <a:gd name="connsiteY38" fmla="*/ 51221 h 191096"/>
                <a:gd name="connsiteX39" fmla="*/ 424486 w 740699"/>
                <a:gd name="connsiteY39" fmla="*/ 101813 h 191096"/>
                <a:gd name="connsiteX40" fmla="*/ 424486 w 740699"/>
                <a:gd name="connsiteY40" fmla="*/ 183097 h 191096"/>
                <a:gd name="connsiteX41" fmla="*/ 419098 w 740699"/>
                <a:gd name="connsiteY41" fmla="*/ 188485 h 191096"/>
                <a:gd name="connsiteX42" fmla="*/ 394880 w 740699"/>
                <a:gd name="connsiteY42" fmla="*/ 188485 h 191096"/>
                <a:gd name="connsiteX43" fmla="*/ 389492 w 740699"/>
                <a:gd name="connsiteY43" fmla="*/ 183097 h 191096"/>
                <a:gd name="connsiteX44" fmla="*/ 389492 w 740699"/>
                <a:gd name="connsiteY44" fmla="*/ 106391 h 191096"/>
                <a:gd name="connsiteX45" fmla="*/ 363385 w 740699"/>
                <a:gd name="connsiteY45" fmla="*/ 83518 h 191096"/>
                <a:gd name="connsiteX46" fmla="*/ 343469 w 740699"/>
                <a:gd name="connsiteY46" fmla="*/ 85665 h 191096"/>
                <a:gd name="connsiteX47" fmla="*/ 337012 w 740699"/>
                <a:gd name="connsiteY47" fmla="*/ 92666 h 191096"/>
                <a:gd name="connsiteX48" fmla="*/ 337012 w 740699"/>
                <a:gd name="connsiteY48" fmla="*/ 183097 h 191096"/>
                <a:gd name="connsiteX49" fmla="*/ 331624 w 740699"/>
                <a:gd name="connsiteY49" fmla="*/ 188485 h 191096"/>
                <a:gd name="connsiteX50" fmla="*/ 307405 w 740699"/>
                <a:gd name="connsiteY50" fmla="*/ 188485 h 191096"/>
                <a:gd name="connsiteX51" fmla="*/ 302017 w 740699"/>
                <a:gd name="connsiteY51" fmla="*/ 183097 h 191096"/>
                <a:gd name="connsiteX52" fmla="*/ 302017 w 740699"/>
                <a:gd name="connsiteY52" fmla="*/ 71672 h 191096"/>
                <a:gd name="connsiteX53" fmla="*/ 308750 w 740699"/>
                <a:gd name="connsiteY53" fmla="*/ 60904 h 191096"/>
                <a:gd name="connsiteX54" fmla="*/ 362850 w 740699"/>
                <a:gd name="connsiteY54" fmla="*/ 51221 h 191096"/>
                <a:gd name="connsiteX55" fmla="*/ 424486 w 740699"/>
                <a:gd name="connsiteY55" fmla="*/ 101813 h 191096"/>
                <a:gd name="connsiteX56" fmla="*/ 122497 w 740699"/>
                <a:gd name="connsiteY56" fmla="*/ 167759 h 191096"/>
                <a:gd name="connsiteX57" fmla="*/ 120342 w 740699"/>
                <a:gd name="connsiteY57" fmla="*/ 183097 h 191096"/>
                <a:gd name="connsiteX58" fmla="*/ 113350 w 740699"/>
                <a:gd name="connsiteY58" fmla="*/ 188485 h 191096"/>
                <a:gd name="connsiteX59" fmla="*/ 89123 w 740699"/>
                <a:gd name="connsiteY59" fmla="*/ 188485 h 191096"/>
                <a:gd name="connsiteX60" fmla="*/ 85088 w 740699"/>
                <a:gd name="connsiteY60" fmla="*/ 184718 h 191096"/>
                <a:gd name="connsiteX61" fmla="*/ 85356 w 740699"/>
                <a:gd name="connsiteY61" fmla="*/ 183097 h 191096"/>
                <a:gd name="connsiteX62" fmla="*/ 86968 w 740699"/>
                <a:gd name="connsiteY62" fmla="*/ 173140 h 191096"/>
                <a:gd name="connsiteX63" fmla="*/ 303 w 740699"/>
                <a:gd name="connsiteY63" fmla="*/ 98589 h 191096"/>
                <a:gd name="connsiteX64" fmla="*/ 59517 w 740699"/>
                <a:gd name="connsiteY64" fmla="*/ 50144 h 191096"/>
                <a:gd name="connsiteX65" fmla="*/ 115230 w 740699"/>
                <a:gd name="connsiteY65" fmla="*/ 64404 h 191096"/>
                <a:gd name="connsiteX66" fmla="*/ 118462 w 740699"/>
                <a:gd name="connsiteY66" fmla="*/ 69792 h 191096"/>
                <a:gd name="connsiteX67" fmla="*/ 117385 w 740699"/>
                <a:gd name="connsiteY67" fmla="*/ 74362 h 191096"/>
                <a:gd name="connsiteX68" fmla="*/ 109039 w 740699"/>
                <a:gd name="connsiteY68" fmla="*/ 92131 h 191096"/>
                <a:gd name="connsiteX69" fmla="*/ 103116 w 740699"/>
                <a:gd name="connsiteY69" fmla="*/ 95899 h 191096"/>
                <a:gd name="connsiteX70" fmla="*/ 99081 w 740699"/>
                <a:gd name="connsiteY70" fmla="*/ 94821 h 191096"/>
                <a:gd name="connsiteX71" fmla="*/ 58439 w 740699"/>
                <a:gd name="connsiteY71" fmla="*/ 82708 h 191096"/>
                <a:gd name="connsiteX72" fmla="*/ 35833 w 740699"/>
                <a:gd name="connsiteY72" fmla="*/ 96166 h 191096"/>
                <a:gd name="connsiteX73" fmla="*/ 122497 w 740699"/>
                <a:gd name="connsiteY73" fmla="*/ 167759 h 191096"/>
                <a:gd name="connsiteX74" fmla="*/ 234191 w 740699"/>
                <a:gd name="connsiteY74" fmla="*/ 149189 h 191096"/>
                <a:gd name="connsiteX75" fmla="*/ 227466 w 740699"/>
                <a:gd name="connsiteY75" fmla="*/ 156456 h 191096"/>
                <a:gd name="connsiteX76" fmla="*/ 209162 w 740699"/>
                <a:gd name="connsiteY76" fmla="*/ 158879 h 191096"/>
                <a:gd name="connsiteX77" fmla="*/ 175788 w 740699"/>
                <a:gd name="connsiteY77" fmla="*/ 121195 h 191096"/>
                <a:gd name="connsiteX78" fmla="*/ 209162 w 740699"/>
                <a:gd name="connsiteY78" fmla="*/ 83518 h 191096"/>
                <a:gd name="connsiteX79" fmla="*/ 227466 w 740699"/>
                <a:gd name="connsiteY79" fmla="*/ 85941 h 191096"/>
                <a:gd name="connsiteX80" fmla="*/ 234191 w 740699"/>
                <a:gd name="connsiteY80" fmla="*/ 93201 h 191096"/>
                <a:gd name="connsiteX81" fmla="*/ 234191 w 740699"/>
                <a:gd name="connsiteY81" fmla="*/ 149189 h 191096"/>
                <a:gd name="connsiteX82" fmla="*/ 262452 w 740699"/>
                <a:gd name="connsiteY82" fmla="*/ 61179 h 191096"/>
                <a:gd name="connsiteX83" fmla="*/ 209430 w 740699"/>
                <a:gd name="connsiteY83" fmla="*/ 51221 h 191096"/>
                <a:gd name="connsiteX84" fmla="*/ 140258 w 740699"/>
                <a:gd name="connsiteY84" fmla="*/ 121195 h 191096"/>
                <a:gd name="connsiteX85" fmla="*/ 208895 w 740699"/>
                <a:gd name="connsiteY85" fmla="*/ 191176 h 191096"/>
                <a:gd name="connsiteX86" fmla="*/ 262452 w 740699"/>
                <a:gd name="connsiteY86" fmla="*/ 180407 h 191096"/>
                <a:gd name="connsiteX87" fmla="*/ 269185 w 740699"/>
                <a:gd name="connsiteY87" fmla="*/ 169639 h 191096"/>
                <a:gd name="connsiteX88" fmla="*/ 269185 w 740699"/>
                <a:gd name="connsiteY88" fmla="*/ 71940 h 191096"/>
                <a:gd name="connsiteX89" fmla="*/ 262452 w 740699"/>
                <a:gd name="connsiteY89" fmla="*/ 61179 h 191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740699" h="191096">
                  <a:moveTo>
                    <a:pt x="689325" y="7347"/>
                  </a:moveTo>
                  <a:cubicBezTo>
                    <a:pt x="689325" y="8511"/>
                    <a:pt x="689026" y="9604"/>
                    <a:pt x="688790" y="10847"/>
                  </a:cubicBezTo>
                  <a:lnTo>
                    <a:pt x="686092" y="24840"/>
                  </a:lnTo>
                  <a:cubicBezTo>
                    <a:pt x="685558" y="28073"/>
                    <a:pt x="684213" y="29953"/>
                    <a:pt x="680980" y="29953"/>
                  </a:cubicBezTo>
                  <a:cubicBezTo>
                    <a:pt x="678974" y="29953"/>
                    <a:pt x="673177" y="28608"/>
                    <a:pt x="667797" y="28608"/>
                  </a:cubicBezTo>
                  <a:cubicBezTo>
                    <a:pt x="652993" y="28608"/>
                    <a:pt x="646528" y="36143"/>
                    <a:pt x="646528" y="50946"/>
                  </a:cubicBezTo>
                  <a:lnTo>
                    <a:pt x="646528" y="53911"/>
                  </a:lnTo>
                  <a:lnTo>
                    <a:pt x="680712" y="53911"/>
                  </a:lnTo>
                  <a:cubicBezTo>
                    <a:pt x="684213" y="53911"/>
                    <a:pt x="686092" y="56059"/>
                    <a:pt x="686092" y="59559"/>
                  </a:cubicBezTo>
                  <a:lnTo>
                    <a:pt x="686092" y="78130"/>
                  </a:lnTo>
                  <a:cubicBezTo>
                    <a:pt x="686092" y="81363"/>
                    <a:pt x="684213" y="83518"/>
                    <a:pt x="680712" y="83518"/>
                  </a:cubicBezTo>
                  <a:lnTo>
                    <a:pt x="646528" y="83518"/>
                  </a:lnTo>
                  <a:lnTo>
                    <a:pt x="646528" y="183097"/>
                  </a:lnTo>
                  <a:cubicBezTo>
                    <a:pt x="646528" y="186330"/>
                    <a:pt x="644380" y="188485"/>
                    <a:pt x="641148" y="188485"/>
                  </a:cubicBezTo>
                  <a:lnTo>
                    <a:pt x="617197" y="188485"/>
                  </a:lnTo>
                  <a:cubicBezTo>
                    <a:pt x="613964" y="188485"/>
                    <a:pt x="611809" y="186330"/>
                    <a:pt x="611809" y="183097"/>
                  </a:cubicBezTo>
                  <a:lnTo>
                    <a:pt x="611809" y="56602"/>
                  </a:lnTo>
                  <a:cubicBezTo>
                    <a:pt x="611809" y="17839"/>
                    <a:pt x="633612" y="79"/>
                    <a:pt x="666987" y="79"/>
                  </a:cubicBezTo>
                  <a:cubicBezTo>
                    <a:pt x="672729" y="79"/>
                    <a:pt x="678557" y="621"/>
                    <a:pt x="683945" y="1966"/>
                  </a:cubicBezTo>
                  <a:cubicBezTo>
                    <a:pt x="687713" y="2769"/>
                    <a:pt x="689325" y="4358"/>
                    <a:pt x="689325" y="7347"/>
                  </a:cubicBezTo>
                  <a:moveTo>
                    <a:pt x="741003" y="59292"/>
                  </a:moveTo>
                  <a:lnTo>
                    <a:pt x="741003" y="183097"/>
                  </a:lnTo>
                  <a:cubicBezTo>
                    <a:pt x="741003" y="186330"/>
                    <a:pt x="738848" y="188485"/>
                    <a:pt x="735615" y="188485"/>
                  </a:cubicBezTo>
                  <a:lnTo>
                    <a:pt x="711396" y="188485"/>
                  </a:lnTo>
                  <a:cubicBezTo>
                    <a:pt x="708164" y="188485"/>
                    <a:pt x="706008" y="186330"/>
                    <a:pt x="706008" y="183097"/>
                  </a:cubicBezTo>
                  <a:lnTo>
                    <a:pt x="706008" y="59292"/>
                  </a:lnTo>
                  <a:cubicBezTo>
                    <a:pt x="706008" y="56059"/>
                    <a:pt x="708164" y="53911"/>
                    <a:pt x="711396" y="53911"/>
                  </a:cubicBezTo>
                  <a:lnTo>
                    <a:pt x="735615" y="53911"/>
                  </a:lnTo>
                  <a:cubicBezTo>
                    <a:pt x="738848" y="53911"/>
                    <a:pt x="741003" y="56059"/>
                    <a:pt x="741003" y="59292"/>
                  </a:cubicBezTo>
                  <a:moveTo>
                    <a:pt x="518954" y="158879"/>
                  </a:moveTo>
                  <a:cubicBezTo>
                    <a:pt x="499038" y="158879"/>
                    <a:pt x="485847" y="145956"/>
                    <a:pt x="485847" y="121195"/>
                  </a:cubicBezTo>
                  <a:cubicBezTo>
                    <a:pt x="485847" y="96433"/>
                    <a:pt x="499038" y="83518"/>
                    <a:pt x="517074" y="83518"/>
                  </a:cubicBezTo>
                  <a:cubicBezTo>
                    <a:pt x="536990" y="83518"/>
                    <a:pt x="550173" y="96433"/>
                    <a:pt x="550173" y="121195"/>
                  </a:cubicBezTo>
                  <a:cubicBezTo>
                    <a:pt x="550173" y="145956"/>
                    <a:pt x="536990" y="158879"/>
                    <a:pt x="518954" y="158879"/>
                  </a:cubicBezTo>
                  <a:moveTo>
                    <a:pt x="517074" y="51221"/>
                  </a:moveTo>
                  <a:cubicBezTo>
                    <a:pt x="476699" y="51221"/>
                    <a:pt x="450317" y="80553"/>
                    <a:pt x="450317" y="121195"/>
                  </a:cubicBezTo>
                  <a:cubicBezTo>
                    <a:pt x="450317" y="161837"/>
                    <a:pt x="476699" y="191176"/>
                    <a:pt x="518954" y="191176"/>
                  </a:cubicBezTo>
                  <a:cubicBezTo>
                    <a:pt x="559328" y="191176"/>
                    <a:pt x="585702" y="161837"/>
                    <a:pt x="585702" y="121195"/>
                  </a:cubicBezTo>
                  <a:cubicBezTo>
                    <a:pt x="585702" y="80553"/>
                    <a:pt x="559328" y="51221"/>
                    <a:pt x="517074" y="51221"/>
                  </a:cubicBezTo>
                  <a:moveTo>
                    <a:pt x="424486" y="101813"/>
                  </a:moveTo>
                  <a:lnTo>
                    <a:pt x="424486" y="183097"/>
                  </a:lnTo>
                  <a:cubicBezTo>
                    <a:pt x="424486" y="186330"/>
                    <a:pt x="422331" y="188485"/>
                    <a:pt x="419098" y="188485"/>
                  </a:cubicBezTo>
                  <a:lnTo>
                    <a:pt x="394880" y="188485"/>
                  </a:lnTo>
                  <a:cubicBezTo>
                    <a:pt x="391647" y="188485"/>
                    <a:pt x="389492" y="186330"/>
                    <a:pt x="389492" y="183097"/>
                  </a:cubicBezTo>
                  <a:lnTo>
                    <a:pt x="389492" y="106391"/>
                  </a:lnTo>
                  <a:cubicBezTo>
                    <a:pt x="389492" y="90243"/>
                    <a:pt x="377921" y="83518"/>
                    <a:pt x="363385" y="83518"/>
                  </a:cubicBezTo>
                  <a:cubicBezTo>
                    <a:pt x="355040" y="83518"/>
                    <a:pt x="350470" y="84053"/>
                    <a:pt x="343469" y="85665"/>
                  </a:cubicBezTo>
                  <a:cubicBezTo>
                    <a:pt x="339159" y="86743"/>
                    <a:pt x="337012" y="88631"/>
                    <a:pt x="337012" y="92666"/>
                  </a:cubicBezTo>
                  <a:lnTo>
                    <a:pt x="337012" y="183097"/>
                  </a:lnTo>
                  <a:cubicBezTo>
                    <a:pt x="337012" y="186330"/>
                    <a:pt x="334856" y="188485"/>
                    <a:pt x="331624" y="188485"/>
                  </a:cubicBezTo>
                  <a:lnTo>
                    <a:pt x="307405" y="188485"/>
                  </a:lnTo>
                  <a:cubicBezTo>
                    <a:pt x="304172" y="188485"/>
                    <a:pt x="302017" y="186330"/>
                    <a:pt x="302017" y="183097"/>
                  </a:cubicBezTo>
                  <a:lnTo>
                    <a:pt x="302017" y="71672"/>
                  </a:lnTo>
                  <a:cubicBezTo>
                    <a:pt x="302017" y="65482"/>
                    <a:pt x="304982" y="62249"/>
                    <a:pt x="308750" y="60904"/>
                  </a:cubicBezTo>
                  <a:cubicBezTo>
                    <a:pt x="328399" y="53911"/>
                    <a:pt x="346970" y="51221"/>
                    <a:pt x="362850" y="51221"/>
                  </a:cubicBezTo>
                  <a:cubicBezTo>
                    <a:pt x="404295" y="51221"/>
                    <a:pt x="424486" y="68982"/>
                    <a:pt x="424486" y="101813"/>
                  </a:cubicBezTo>
                  <a:moveTo>
                    <a:pt x="122497" y="167759"/>
                  </a:moveTo>
                  <a:cubicBezTo>
                    <a:pt x="122497" y="172337"/>
                    <a:pt x="121963" y="178528"/>
                    <a:pt x="120342" y="183097"/>
                  </a:cubicBezTo>
                  <a:cubicBezTo>
                    <a:pt x="118997" y="187140"/>
                    <a:pt x="117385" y="188485"/>
                    <a:pt x="113350" y="188485"/>
                  </a:cubicBezTo>
                  <a:lnTo>
                    <a:pt x="89123" y="188485"/>
                  </a:lnTo>
                  <a:cubicBezTo>
                    <a:pt x="86433" y="188485"/>
                    <a:pt x="85088" y="186865"/>
                    <a:pt x="85088" y="184718"/>
                  </a:cubicBezTo>
                  <a:cubicBezTo>
                    <a:pt x="85088" y="184175"/>
                    <a:pt x="85088" y="183640"/>
                    <a:pt x="85356" y="183097"/>
                  </a:cubicBezTo>
                  <a:cubicBezTo>
                    <a:pt x="86433" y="179597"/>
                    <a:pt x="86968" y="177175"/>
                    <a:pt x="86968" y="173140"/>
                  </a:cubicBezTo>
                  <a:cubicBezTo>
                    <a:pt x="86968" y="133559"/>
                    <a:pt x="303" y="155646"/>
                    <a:pt x="303" y="98589"/>
                  </a:cubicBezTo>
                  <a:cubicBezTo>
                    <a:pt x="303" y="69517"/>
                    <a:pt x="23452" y="50144"/>
                    <a:pt x="59517" y="50144"/>
                  </a:cubicBezTo>
                  <a:cubicBezTo>
                    <a:pt x="78623" y="50144"/>
                    <a:pt x="98546" y="54714"/>
                    <a:pt x="115230" y="64404"/>
                  </a:cubicBezTo>
                  <a:cubicBezTo>
                    <a:pt x="117393" y="65490"/>
                    <a:pt x="118462" y="67637"/>
                    <a:pt x="118462" y="69792"/>
                  </a:cubicBezTo>
                  <a:cubicBezTo>
                    <a:pt x="118462" y="71137"/>
                    <a:pt x="118164" y="72710"/>
                    <a:pt x="117385" y="74362"/>
                  </a:cubicBezTo>
                  <a:lnTo>
                    <a:pt x="109039" y="92131"/>
                  </a:lnTo>
                  <a:cubicBezTo>
                    <a:pt x="107962" y="94553"/>
                    <a:pt x="105539" y="95899"/>
                    <a:pt x="103116" y="95899"/>
                  </a:cubicBezTo>
                  <a:cubicBezTo>
                    <a:pt x="101771" y="95899"/>
                    <a:pt x="100426" y="95623"/>
                    <a:pt x="99081" y="94821"/>
                  </a:cubicBezTo>
                  <a:cubicBezTo>
                    <a:pt x="85356" y="87286"/>
                    <a:pt x="72165" y="82708"/>
                    <a:pt x="58439" y="82708"/>
                  </a:cubicBezTo>
                  <a:cubicBezTo>
                    <a:pt x="44179" y="82708"/>
                    <a:pt x="35833" y="87923"/>
                    <a:pt x="35833" y="96166"/>
                  </a:cubicBezTo>
                  <a:cubicBezTo>
                    <a:pt x="35833" y="121368"/>
                    <a:pt x="122497" y="106659"/>
                    <a:pt x="122497" y="167759"/>
                  </a:cubicBezTo>
                  <a:moveTo>
                    <a:pt x="234191" y="149189"/>
                  </a:moveTo>
                  <a:cubicBezTo>
                    <a:pt x="234191" y="153224"/>
                    <a:pt x="232043" y="155111"/>
                    <a:pt x="227466" y="156456"/>
                  </a:cubicBezTo>
                  <a:cubicBezTo>
                    <a:pt x="221543" y="158069"/>
                    <a:pt x="216430" y="158879"/>
                    <a:pt x="209162" y="158879"/>
                  </a:cubicBezTo>
                  <a:cubicBezTo>
                    <a:pt x="191936" y="158879"/>
                    <a:pt x="175788" y="148646"/>
                    <a:pt x="175788" y="121195"/>
                  </a:cubicBezTo>
                  <a:cubicBezTo>
                    <a:pt x="175788" y="93743"/>
                    <a:pt x="191936" y="83518"/>
                    <a:pt x="209162" y="83518"/>
                  </a:cubicBezTo>
                  <a:cubicBezTo>
                    <a:pt x="216430" y="83518"/>
                    <a:pt x="221543" y="84320"/>
                    <a:pt x="227466" y="85941"/>
                  </a:cubicBezTo>
                  <a:cubicBezTo>
                    <a:pt x="232043" y="87286"/>
                    <a:pt x="234191" y="89165"/>
                    <a:pt x="234191" y="93201"/>
                  </a:cubicBezTo>
                  <a:lnTo>
                    <a:pt x="234191" y="149189"/>
                  </a:lnTo>
                  <a:close/>
                  <a:moveTo>
                    <a:pt x="262452" y="61179"/>
                  </a:moveTo>
                  <a:cubicBezTo>
                    <a:pt x="244692" y="54446"/>
                    <a:pt x="228000" y="51221"/>
                    <a:pt x="209430" y="51221"/>
                  </a:cubicBezTo>
                  <a:cubicBezTo>
                    <a:pt x="168795" y="51221"/>
                    <a:pt x="140258" y="78405"/>
                    <a:pt x="140258" y="121195"/>
                  </a:cubicBezTo>
                  <a:cubicBezTo>
                    <a:pt x="140258" y="164527"/>
                    <a:pt x="165020" y="191176"/>
                    <a:pt x="208895" y="191176"/>
                  </a:cubicBezTo>
                  <a:cubicBezTo>
                    <a:pt x="226655" y="191176"/>
                    <a:pt x="243881" y="188210"/>
                    <a:pt x="262452" y="180407"/>
                  </a:cubicBezTo>
                  <a:cubicBezTo>
                    <a:pt x="266763" y="178528"/>
                    <a:pt x="269185" y="175562"/>
                    <a:pt x="269185" y="169639"/>
                  </a:cubicBezTo>
                  <a:lnTo>
                    <a:pt x="269185" y="71940"/>
                  </a:lnTo>
                  <a:cubicBezTo>
                    <a:pt x="269185" y="65749"/>
                    <a:pt x="266763" y="62792"/>
                    <a:pt x="262452" y="61179"/>
                  </a:cubicBezTo>
                </a:path>
              </a:pathLst>
            </a:custGeom>
            <a:grpFill/>
            <a:ln w="7833" cap="flat">
              <a:noFill/>
              <a:prstDash val="solid"/>
              <a:round/>
            </a:ln>
          </p:spPr>
          <p:txBody>
            <a:bodyPr rtlCol="0" anchor="ctr"/>
            <a:lstStyle/>
            <a:p>
              <a:pPr defTabSz="451571">
                <a:defRPr/>
              </a:pPr>
              <a:endParaRPr lang="en-US" sz="2371" dirty="0">
                <a:solidFill>
                  <a:prstClr val="black"/>
                </a:solidFill>
                <a:latin typeface="Sanofi Sans" panose="02010503030201020103" pitchFamily="2" charset="77"/>
              </a:endParaRPr>
            </a:p>
          </p:txBody>
        </p:sp>
        <p:sp>
          <p:nvSpPr>
            <p:cNvPr id="12" name="Forme libre : forme 10">
              <a:extLst>
                <a:ext uri="{FF2B5EF4-FFF2-40B4-BE49-F238E27FC236}">
                  <a16:creationId xmlns:a16="http://schemas.microsoft.com/office/drawing/2014/main" id="{FC3DDA84-F883-BF6C-288D-2ED1946F4274}"/>
                </a:ext>
              </a:extLst>
            </p:cNvPr>
            <p:cNvSpPr/>
            <p:nvPr/>
          </p:nvSpPr>
          <p:spPr>
            <a:xfrm rot="-73896" flipV="1">
              <a:off x="5474877" y="-471733"/>
              <a:ext cx="37949" cy="37711"/>
            </a:xfrm>
            <a:custGeom>
              <a:avLst/>
              <a:gdLst>
                <a:gd name="connsiteX0" fmla="*/ 19483 w 37949"/>
                <a:gd name="connsiteY0" fmla="*/ 17 h 37711"/>
                <a:gd name="connsiteX1" fmla="*/ 38456 w 37949"/>
                <a:gd name="connsiteY1" fmla="*/ 18454 h 37711"/>
                <a:gd name="connsiteX2" fmla="*/ 19491 w 37949"/>
                <a:gd name="connsiteY2" fmla="*/ 37717 h 37711"/>
                <a:gd name="connsiteX3" fmla="*/ 519 w 37949"/>
                <a:gd name="connsiteY3" fmla="*/ 19272 h 37711"/>
                <a:gd name="connsiteX4" fmla="*/ 19483 w 37949"/>
                <a:gd name="connsiteY4" fmla="*/ 17 h 37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49" h="37711">
                  <a:moveTo>
                    <a:pt x="19483" y="17"/>
                  </a:moveTo>
                  <a:cubicBezTo>
                    <a:pt x="30519" y="-219"/>
                    <a:pt x="38212" y="6883"/>
                    <a:pt x="38456" y="18454"/>
                  </a:cubicBezTo>
                  <a:cubicBezTo>
                    <a:pt x="38715" y="30300"/>
                    <a:pt x="31329" y="37457"/>
                    <a:pt x="19491" y="37717"/>
                  </a:cubicBezTo>
                  <a:cubicBezTo>
                    <a:pt x="8188" y="37953"/>
                    <a:pt x="771" y="31118"/>
                    <a:pt x="519" y="19272"/>
                  </a:cubicBezTo>
                  <a:cubicBezTo>
                    <a:pt x="267" y="7701"/>
                    <a:pt x="7378" y="284"/>
                    <a:pt x="19483" y="17"/>
                  </a:cubicBezTo>
                </a:path>
              </a:pathLst>
            </a:custGeom>
            <a:grpFill/>
            <a:ln w="7833" cap="flat">
              <a:noFill/>
              <a:prstDash val="solid"/>
              <a:round/>
            </a:ln>
          </p:spPr>
          <p:txBody>
            <a:bodyPr rtlCol="0" anchor="ctr"/>
            <a:lstStyle/>
            <a:p>
              <a:pPr defTabSz="451571">
                <a:defRPr/>
              </a:pPr>
              <a:endParaRPr lang="en-US" sz="2371" dirty="0">
                <a:solidFill>
                  <a:srgbClr val="7A00E6"/>
                </a:solidFill>
                <a:latin typeface="Sanofi Sans" panose="02010503030201020103" pitchFamily="2" charset="77"/>
              </a:endParaRPr>
            </a:p>
          </p:txBody>
        </p:sp>
        <p:sp>
          <p:nvSpPr>
            <p:cNvPr id="13" name="Forme libre : forme 11">
              <a:extLst>
                <a:ext uri="{FF2B5EF4-FFF2-40B4-BE49-F238E27FC236}">
                  <a16:creationId xmlns:a16="http://schemas.microsoft.com/office/drawing/2014/main" id="{A9A32D4B-FDEF-E7E1-1457-EC18891617A3}"/>
                </a:ext>
              </a:extLst>
            </p:cNvPr>
            <p:cNvSpPr/>
            <p:nvPr userDrawn="1"/>
          </p:nvSpPr>
          <p:spPr>
            <a:xfrm rot="10725025" flipV="1">
              <a:off x="4768103" y="-317778"/>
              <a:ext cx="37406" cy="37169"/>
            </a:xfrm>
            <a:custGeom>
              <a:avLst/>
              <a:gdLst>
                <a:gd name="connsiteX0" fmla="*/ 18717 w 37406"/>
                <a:gd name="connsiteY0" fmla="*/ 130 h 37169"/>
                <a:gd name="connsiteX1" fmla="*/ 37414 w 37406"/>
                <a:gd name="connsiteY1" fmla="*/ 18300 h 37169"/>
                <a:gd name="connsiteX2" fmla="*/ 18717 w 37406"/>
                <a:gd name="connsiteY2" fmla="*/ 37288 h 37169"/>
                <a:gd name="connsiteX3" fmla="*/ 20 w 37406"/>
                <a:gd name="connsiteY3" fmla="*/ 19118 h 37169"/>
                <a:gd name="connsiteX4" fmla="*/ 18717 w 37406"/>
                <a:gd name="connsiteY4" fmla="*/ 130 h 37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406" h="37169">
                  <a:moveTo>
                    <a:pt x="18717" y="130"/>
                  </a:moveTo>
                  <a:cubicBezTo>
                    <a:pt x="29745" y="-106"/>
                    <a:pt x="37162" y="6729"/>
                    <a:pt x="37414" y="18300"/>
                  </a:cubicBezTo>
                  <a:cubicBezTo>
                    <a:pt x="37665" y="29603"/>
                    <a:pt x="30555" y="37028"/>
                    <a:pt x="18717" y="37288"/>
                  </a:cubicBezTo>
                  <a:cubicBezTo>
                    <a:pt x="7681" y="37524"/>
                    <a:pt x="264" y="30421"/>
                    <a:pt x="20" y="19118"/>
                  </a:cubicBezTo>
                  <a:cubicBezTo>
                    <a:pt x="-240" y="7547"/>
                    <a:pt x="6871" y="390"/>
                    <a:pt x="18717" y="130"/>
                  </a:cubicBezTo>
                </a:path>
              </a:pathLst>
            </a:custGeom>
            <a:grpFill/>
            <a:ln w="7833" cap="flat">
              <a:noFill/>
              <a:prstDash val="solid"/>
              <a:round/>
            </a:ln>
          </p:spPr>
          <p:txBody>
            <a:bodyPr rtlCol="0" anchor="ctr"/>
            <a:lstStyle/>
            <a:p>
              <a:pPr defTabSz="451571">
                <a:defRPr/>
              </a:pPr>
              <a:endParaRPr lang="en-US" sz="2371" dirty="0">
                <a:solidFill>
                  <a:prstClr val="black"/>
                </a:solidFill>
                <a:latin typeface="Sanofi Sans" panose="02010503030201020103" pitchFamily="2" charset="77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9207CEA8-AB82-0CAE-BC12-C2B3818E42A1}"/>
              </a:ext>
            </a:extLst>
          </p:cNvPr>
          <p:cNvSpPr txBox="1"/>
          <p:nvPr/>
        </p:nvSpPr>
        <p:spPr>
          <a:xfrm>
            <a:off x="11426915" y="6403023"/>
            <a:ext cx="295603" cy="16213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 defTabSz="455183">
              <a:defRPr/>
            </a:pPr>
            <a:fld id="{0F257AFC-FF50-4935-A757-0D5566D30B28}" type="slidenum">
              <a:rPr lang="en-US" sz="1053">
                <a:solidFill>
                  <a:prstClr val="white"/>
                </a:solidFill>
                <a:latin typeface="Sanofi Sans" panose="02010503030201020103" pitchFamily="2" charset="77"/>
              </a:rPr>
              <a:pPr algn="r" defTabSz="455183">
                <a:defRPr/>
              </a:pPr>
              <a:t>64</a:t>
            </a:fld>
            <a:endParaRPr lang="en-US" sz="1053" dirty="0">
              <a:solidFill>
                <a:prstClr val="white"/>
              </a:solidFill>
              <a:latin typeface="Sanofi Sans" panose="02010503030201020103" pitchFamily="2" charset="77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7A67E-46C6-C2D3-57D9-B053CB92503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 fontAlgn="t">
              <a:lnSpc>
                <a:spcPct val="100000"/>
              </a:lnSpc>
            </a:pPr>
            <a:r>
              <a:rPr lang="en-US" sz="1800" b="1" dirty="0">
                <a:latin typeface="Segoe UI" panose="020B0502040204020203" pitchFamily="34" charset="0"/>
              </a:rPr>
              <a:t>“Not available”</a:t>
            </a:r>
            <a:r>
              <a:rPr lang="en-US" sz="1800" dirty="0">
                <a:latin typeface="Segoe UI" panose="020B0502040204020203" pitchFamily="34" charset="0"/>
              </a:rPr>
              <a:t> covers: </a:t>
            </a:r>
            <a:br>
              <a:rPr lang="en-US" sz="1800" dirty="0">
                <a:latin typeface="Segoe UI" panose="020B0502040204020203" pitchFamily="34" charset="0"/>
              </a:rPr>
            </a:br>
            <a:r>
              <a:rPr lang="en-US" sz="1800" dirty="0">
                <a:latin typeface="Segoe UI" panose="020B0502040204020203" pitchFamily="34" charset="0"/>
              </a:rPr>
              <a:t>Lack of supply</a:t>
            </a:r>
            <a:br>
              <a:rPr lang="en-US" sz="1800" dirty="0">
                <a:latin typeface="Segoe UI" panose="020B0502040204020203" pitchFamily="34" charset="0"/>
              </a:rPr>
            </a:br>
            <a:r>
              <a:rPr lang="en-US" sz="1800" dirty="0">
                <a:latin typeface="Segoe UI" panose="020B0502040204020203" pitchFamily="34" charset="0"/>
              </a:rPr>
              <a:t>Cost barriers</a:t>
            </a:r>
            <a:br>
              <a:rPr lang="en-US" sz="1800" dirty="0">
                <a:latin typeface="Segoe UI" panose="020B0502040204020203" pitchFamily="34" charset="0"/>
              </a:rPr>
            </a:br>
            <a:r>
              <a:rPr lang="en-US" sz="1800" dirty="0">
                <a:latin typeface="Segoe UI" panose="020B0502040204020203" pitchFamily="34" charset="0"/>
              </a:rPr>
              <a:t>Access issues/ Reimbursement constraints</a:t>
            </a:r>
            <a:br>
              <a:rPr lang="en-US" sz="1800" dirty="0">
                <a:latin typeface="Segoe UI" panose="020B0502040204020203" pitchFamily="34" charset="0"/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281834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Sanofi">
  <a:themeElements>
    <a:clrScheme name="00. Sanofi">
      <a:dk1>
        <a:sysClr val="windowText" lastClr="000000"/>
      </a:dk1>
      <a:lt1>
        <a:sysClr val="window" lastClr="FFFFFF"/>
      </a:lt1>
      <a:dk2>
        <a:srgbClr val="F4F2F6"/>
      </a:dk2>
      <a:lt2>
        <a:srgbClr val="F5F5F5"/>
      </a:lt2>
      <a:accent1>
        <a:srgbClr val="23004C"/>
      </a:accent1>
      <a:accent2>
        <a:srgbClr val="7A00E6"/>
      </a:accent2>
      <a:accent3>
        <a:srgbClr val="ED6C4E"/>
      </a:accent3>
      <a:accent4>
        <a:srgbClr val="62D488"/>
      </a:accent4>
      <a:accent5>
        <a:srgbClr val="F6C243"/>
      </a:accent5>
      <a:accent6>
        <a:srgbClr val="CA99F5"/>
      </a:accent6>
      <a:hlink>
        <a:srgbClr val="62D488"/>
      </a:hlink>
      <a:folHlink>
        <a:srgbClr val="23004C"/>
      </a:folHlink>
    </a:clrScheme>
    <a:fontScheme name="00. Sanofi System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Sanofi Inspirational Presentation - v1.1.potx" id="{4CFEC47B-8BBC-4C05-8510-31BC64FCFB44}" vid="{BFB14AFE-52B0-4134-93B9-0F9EF24536E7}"/>
    </a:ext>
  </a:extLst>
</a:theme>
</file>

<file path=ppt/theme/theme2.xml><?xml version="1.0" encoding="utf-8"?>
<a:theme xmlns:a="http://schemas.openxmlformats.org/drawingml/2006/main" name="Citation">
  <a:themeElements>
    <a:clrScheme name="Citation Design">
      <a:dk1>
        <a:srgbClr val="000000"/>
      </a:dk1>
      <a:lt1>
        <a:srgbClr val="FFFFFF"/>
      </a:lt1>
      <a:dk2>
        <a:srgbClr val="01375D"/>
      </a:dk2>
      <a:lt2>
        <a:srgbClr val="F3F2EF"/>
      </a:lt2>
      <a:accent1>
        <a:srgbClr val="585142"/>
      </a:accent1>
      <a:accent2>
        <a:srgbClr val="C1B4A1"/>
      </a:accent2>
      <a:accent3>
        <a:srgbClr val="815B42"/>
      </a:accent3>
      <a:accent4>
        <a:srgbClr val="73582F"/>
      </a:accent4>
      <a:accent5>
        <a:srgbClr val="58393C"/>
      </a:accent5>
      <a:accent6>
        <a:srgbClr val="85584E"/>
      </a:accent6>
      <a:hlink>
        <a:srgbClr val="E05C37"/>
      </a:hlink>
      <a:folHlink>
        <a:srgbClr val="2E9884"/>
      </a:folHlink>
    </a:clrScheme>
    <a:fontScheme name="Custom 62">
      <a:majorFont>
        <a:latin typeface="Franklin Gothic Heavy"/>
        <a:ea typeface=""/>
        <a:cs typeface=""/>
      </a:majorFont>
      <a:minorFont>
        <a:latin typeface="Selaw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tation design_CoPilot Updates_win32_EF_v8" id="{9DEE9FBB-DC1C-45AA-8B67-111DE4A99BF2}" vid="{E71669C5-CDD3-48AC-A69A-CB015CAC44A0}"/>
    </a:ext>
  </a:extLst>
</a:theme>
</file>

<file path=ppt/theme/theme3.xml><?xml version="1.0" encoding="utf-8"?>
<a:theme xmlns:a="http://schemas.openxmlformats.org/drawingml/2006/main" name="1_Sanofi">
  <a:themeElements>
    <a:clrScheme name="Sanofi (Optimized)">
      <a:dk1>
        <a:sysClr val="windowText" lastClr="000000"/>
      </a:dk1>
      <a:lt1>
        <a:sysClr val="window" lastClr="FFFFFF"/>
      </a:lt1>
      <a:dk2>
        <a:srgbClr val="F4F2F6"/>
      </a:dk2>
      <a:lt2>
        <a:srgbClr val="F5F5F5"/>
      </a:lt2>
      <a:accent1>
        <a:srgbClr val="23004C"/>
      </a:accent1>
      <a:accent2>
        <a:srgbClr val="7A00E6"/>
      </a:accent2>
      <a:accent3>
        <a:srgbClr val="268500"/>
      </a:accent3>
      <a:accent4>
        <a:srgbClr val="DA3A16"/>
      </a:accent4>
      <a:accent5>
        <a:srgbClr val="D515B9"/>
      </a:accent5>
      <a:accent6>
        <a:srgbClr val="007FAD"/>
      </a:accent6>
      <a:hlink>
        <a:srgbClr val="7A00E6"/>
      </a:hlink>
      <a:folHlink>
        <a:srgbClr val="23004C"/>
      </a:folHlink>
    </a:clrScheme>
    <a:fontScheme name="00. Sanofi System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ctr">
          <a:defRPr dirty="0" smtClean="0">
            <a:solidFill>
              <a:schemeClr val="bg1"/>
            </a:solidFill>
            <a:latin typeface="Sanofi Sans" panose="02010503030201020103" pitchFamily="2" charset="77"/>
          </a:defRPr>
        </a:defPPr>
      </a:lstStyle>
    </a:txDef>
  </a:objectDefaults>
  <a:extraClrSchemeLst/>
  <a:custClrLst>
    <a:custClr name="Black">
      <a:srgbClr val="000000"/>
    </a:custClr>
    <a:custClr name="White">
      <a:srgbClr val="FFFFFF"/>
    </a:custClr>
    <a:custClr name="Support Gray">
      <a:srgbClr val="F4F2F6"/>
    </a:custClr>
    <a:custClr name="Miracle Purple">
      <a:srgbClr val="23004C"/>
    </a:custClr>
    <a:custClr name="Purple -1">
      <a:srgbClr val="370077"/>
    </a:custClr>
    <a:custClr name="Purple -2">
      <a:srgbClr val="5500B9"/>
    </a:custClr>
    <a:custClr name="Miracle Purple">
      <a:srgbClr val="7A00E6"/>
    </a:custClr>
    <a:custClr name="Purple +1">
      <a:srgbClr val="5C00AD"/>
    </a:custClr>
    <a:custClr name="Purple +2">
      <a:srgbClr val="3D0073"/>
    </a:custClr>
    <a:custClr name="Green">
      <a:srgbClr val="268500"/>
    </a:custClr>
    <a:custClr name="Green +1">
      <a:srgbClr val="1D6400"/>
    </a:custClr>
    <a:custClr name="Green +2">
      <a:srgbClr val="134200"/>
    </a:custClr>
    <a:custClr name="Red">
      <a:srgbClr val="DA3A16"/>
    </a:custClr>
    <a:custClr name="Red +1">
      <a:srgbClr val="A32C10"/>
    </a:custClr>
    <a:custClr name="Red +2">
      <a:srgbClr val="6D1D0B"/>
    </a:custClr>
    <a:custClr name="Pink">
      <a:srgbClr val="D515B9"/>
    </a:custClr>
    <a:custClr name="Pink +1">
      <a:srgbClr val="A0108B"/>
    </a:custClr>
    <a:custClr name="Pink +2">
      <a:srgbClr val="6A0B5D"/>
    </a:custClr>
    <a:custClr name="Blue">
      <a:srgbClr val="007FAD"/>
    </a:custClr>
    <a:custClr name="Blue +1">
      <a:srgbClr val="005F82"/>
    </a:custClr>
    <a:custClr name="Blue +2">
      <a:srgbClr val="003F57"/>
    </a:custClr>
  </a:custClrLst>
  <a:extLst>
    <a:ext uri="{05A4C25C-085E-4340-85A3-A5531E510DB2}">
      <thm15:themeFamily xmlns:thm15="http://schemas.microsoft.com/office/thememl/2012/main" name="Présentation6" id="{11D78C79-9E5E-3E48-9FF2-330C888ACFF7}" vid="{26AFEADE-F0C9-8642-B600-44BFE18A5CF5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d9088468-0951-4aef-9cc3-0a346e475ddc}" enabled="1" method="Privileged" siteId="{aca3c8d6-aa71-4e1a-a10e-03572fc58c0b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10206</TotalTime>
  <Words>12743</Words>
  <Application>Microsoft Office PowerPoint</Application>
  <PresentationFormat>Widescreen</PresentationFormat>
  <Paragraphs>1576</Paragraphs>
  <Slides>65</Slides>
  <Notes>57</Notes>
  <HiddenSlides>2</HiddenSlides>
  <MMClips>0</MMClips>
  <ScaleCrop>false</ScaleCrop>
  <HeadingPairs>
    <vt:vector size="8" baseType="variant">
      <vt:variant>
        <vt:lpstr>Fonts Used</vt:lpstr>
      </vt:variant>
      <vt:variant>
        <vt:i4>15</vt:i4>
      </vt:variant>
      <vt:variant>
        <vt:lpstr>Theme</vt:lpstr>
      </vt:variant>
      <vt:variant>
        <vt:i4>3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65</vt:i4>
      </vt:variant>
    </vt:vector>
  </HeadingPairs>
  <TitlesOfParts>
    <vt:vector size="85" baseType="lpstr">
      <vt:lpstr>Anthropic Sans</vt:lpstr>
      <vt:lpstr>Aptos</vt:lpstr>
      <vt:lpstr>Arial</vt:lpstr>
      <vt:lpstr>Calibri</vt:lpstr>
      <vt:lpstr>Franklin Gothic Heavy</vt:lpstr>
      <vt:lpstr>Franklin Gothic Medium</vt:lpstr>
      <vt:lpstr>Georgia</vt:lpstr>
      <vt:lpstr>Sanofi Sans</vt:lpstr>
      <vt:lpstr>Sanofi Sans 3 Regular</vt:lpstr>
      <vt:lpstr>Sanofi Serif Italic</vt:lpstr>
      <vt:lpstr>Segoe UI</vt:lpstr>
      <vt:lpstr>Selawik</vt:lpstr>
      <vt:lpstr>Times New Roman</vt:lpstr>
      <vt:lpstr>Verdana</vt:lpstr>
      <vt:lpstr>Wingdings</vt:lpstr>
      <vt:lpstr>Sanofi</vt:lpstr>
      <vt:lpstr>Citation</vt:lpstr>
      <vt:lpstr>1_Sanofi</vt:lpstr>
      <vt:lpstr>think-cell Slide</vt:lpstr>
      <vt:lpstr>Diapositive think-cell</vt:lpstr>
      <vt:lpstr>PowerPoint Presentation</vt:lpstr>
      <vt:lpstr>PowerPoint Presentation</vt:lpstr>
      <vt:lpstr>One-Glance Decision Flow for Initiating and Intensifying Injectables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“Not available” covers:  Lack of supply Cost barriers Access issues/ Reimbursement constraints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Tarpinian, Sarine /JO</dc:creator>
  <cp:lastModifiedBy>Tarpinian, Sarine /JO</cp:lastModifiedBy>
  <cp:revision>3</cp:revision>
  <dcterms:created xsi:type="dcterms:W3CDTF">2025-05-18T19:46:16Z</dcterms:created>
  <dcterms:modified xsi:type="dcterms:W3CDTF">2026-06-01T12:47:26Z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9088468-0951-4aef-9cc3-0a346e475ddc_Enabled">
    <vt:lpwstr>true</vt:lpwstr>
  </property>
  <property fmtid="{D5CDD505-2E9C-101B-9397-08002B2CF9AE}" pid="3" name="MSIP_Label_d9088468-0951-4aef-9cc3-0a346e475ddc_SetDate">
    <vt:lpwstr>2025-05-18T20:30:01Z</vt:lpwstr>
  </property>
  <property fmtid="{D5CDD505-2E9C-101B-9397-08002B2CF9AE}" pid="4" name="MSIP_Label_d9088468-0951-4aef-9cc3-0a346e475ddc_Method">
    <vt:lpwstr>Privileged</vt:lpwstr>
  </property>
  <property fmtid="{D5CDD505-2E9C-101B-9397-08002B2CF9AE}" pid="5" name="MSIP_Label_d9088468-0951-4aef-9cc3-0a346e475ddc_Name">
    <vt:lpwstr>Public</vt:lpwstr>
  </property>
  <property fmtid="{D5CDD505-2E9C-101B-9397-08002B2CF9AE}" pid="6" name="MSIP_Label_d9088468-0951-4aef-9cc3-0a346e475ddc_SiteId">
    <vt:lpwstr>aca3c8d6-aa71-4e1a-a10e-03572fc58c0b</vt:lpwstr>
  </property>
  <property fmtid="{D5CDD505-2E9C-101B-9397-08002B2CF9AE}" pid="7" name="MSIP_Label_d9088468-0951-4aef-9cc3-0a346e475ddc_ActionId">
    <vt:lpwstr>abaf4555-5ab5-4819-a921-5bdd22e05ac6</vt:lpwstr>
  </property>
  <property fmtid="{D5CDD505-2E9C-101B-9397-08002B2CF9AE}" pid="8" name="MSIP_Label_d9088468-0951-4aef-9cc3-0a346e475ddc_ContentBits">
    <vt:lpwstr>0</vt:lpwstr>
  </property>
</Properties>
</file>